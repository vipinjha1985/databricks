
<file path=[Content_Types].xml><?xml version="1.0" encoding="utf-8"?>
<Types xmlns="http://schemas.openxmlformats.org/package/2006/content-types">
  <Default Extension="bin" ContentType="application/vnd.openxmlformats-officedocument.oleObject"/>
  <Default Extension="emf" ContentType="image/x-emf"/>
  <Default Extension="png" ContentType="image/png"/>
  <Default Extension="rels" ContentType="application/vnd.openxmlformats-package.relationships+xml"/>
  <Default Extension="svg" ContentType="image/svg+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60" r:id="rId1"/>
  </p:sldMasterIdLst>
  <p:notesMasterIdLst>
    <p:notesMasterId r:id="rId4"/>
  </p:notesMasterIdLst>
  <p:handoutMasterIdLst>
    <p:handoutMasterId r:id="rId5"/>
  </p:handoutMasterIdLst>
  <p:sldIdLst>
    <p:sldId id="10838" r:id="rId2"/>
    <p:sldId id="10839"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77C1E5F1-E9DA-4731-ABEC-F828B66B7B71}">
          <p14:sldIdLst>
            <p14:sldId id="10838"/>
            <p14:sldId id="10839"/>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FF33"/>
    <a:srgbClr val="FF632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0909" autoAdjust="0"/>
  </p:normalViewPr>
  <p:slideViewPr>
    <p:cSldViewPr snapToGrid="0">
      <p:cViewPr varScale="1">
        <p:scale>
          <a:sx n="67" d="100"/>
          <a:sy n="67" d="100"/>
        </p:scale>
        <p:origin x="644" y="44"/>
      </p:cViewPr>
      <p:guideLst/>
    </p:cSldViewPr>
  </p:slideViewPr>
  <p:outlineViewPr>
    <p:cViewPr>
      <p:scale>
        <a:sx n="33" d="100"/>
        <a:sy n="33" d="100"/>
      </p:scale>
      <p:origin x="0" y="0"/>
    </p:cViewPr>
  </p:outlineViewPr>
  <p:notesTextViewPr>
    <p:cViewPr>
      <p:scale>
        <a:sx n="3" d="2"/>
        <a:sy n="3" d="2"/>
      </p:scale>
      <p:origin x="0" y="0"/>
    </p:cViewPr>
  </p:notesTextViewPr>
  <p:sorterViewPr>
    <p:cViewPr varScale="1">
      <p:scale>
        <a:sx n="1" d="1"/>
        <a:sy n="1" d="1"/>
      </p:scale>
      <p:origin x="0" y="-2796"/>
    </p:cViewPr>
  </p:sorterViewPr>
  <p:notesViewPr>
    <p:cSldViewPr snapToGrid="0">
      <p:cViewPr varScale="1">
        <p:scale>
          <a:sx n="54" d="100"/>
          <a:sy n="54" d="100"/>
        </p:scale>
        <p:origin x="1794" y="7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handoutMaster" Target="handoutMasters/handoutMaster1.xml"/><Relationship Id="rId4" Type="http://schemas.openxmlformats.org/officeDocument/2006/relationships/notesMaster" Target="notesMasters/notesMaster1.xml"/><Relationship Id="rId9"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30.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31.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30.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31.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32.vml.rels><?xml version="1.0" encoding="UTF-8" standalone="yes"?>
<Relationships xmlns="http://schemas.openxmlformats.org/package/2006/relationships"><Relationship Id="rId1" Type="http://schemas.openxmlformats.org/officeDocument/2006/relationships/image" Target="../media/image30.emf"/></Relationships>
</file>

<file path=ppt/drawings/_rels/vmlDrawing33.vml.rels><?xml version="1.0" encoding="UTF-8" standalone="yes"?>
<Relationships xmlns="http://schemas.openxmlformats.org/package/2006/relationships"><Relationship Id="rId1" Type="http://schemas.openxmlformats.org/officeDocument/2006/relationships/image" Target="../media/image31.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D94729A-B03D-4DBA-BBAF-7829CDC9499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E1710A5-61F7-4F88-B6D7-8BD9B83DD4B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F0868E3-D9B8-4588-8BC1-D7DFD67E9FE5}" type="datetimeFigureOut">
              <a:rPr lang="en-US" smtClean="0"/>
              <a:t>12/18/2020</a:t>
            </a:fld>
            <a:endParaRPr lang="en-US" dirty="0"/>
          </a:p>
        </p:txBody>
      </p:sp>
      <p:sp>
        <p:nvSpPr>
          <p:cNvPr id="4" name="Footer Placeholder 3">
            <a:extLst>
              <a:ext uri="{FF2B5EF4-FFF2-40B4-BE49-F238E27FC236}">
                <a16:creationId xmlns:a16="http://schemas.microsoft.com/office/drawing/2014/main" id="{084F532F-32B7-49A7-A9CD-9AD6B98C45E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A301744D-C7BB-44A4-9C55-0D0428C19E9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42FC1CC-2AFB-4B24-9347-B7F7ABC148AC}" type="slidenum">
              <a:rPr lang="en-US" smtClean="0"/>
              <a:t>‹#›</a:t>
            </a:fld>
            <a:endParaRPr lang="en-US" dirty="0"/>
          </a:p>
        </p:txBody>
      </p:sp>
    </p:spTree>
    <p:extLst>
      <p:ext uri="{BB962C8B-B14F-4D97-AF65-F5344CB8AC3E}">
        <p14:creationId xmlns:p14="http://schemas.microsoft.com/office/powerpoint/2010/main" val="209503028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F645A5F-E1A3-4842-BD98-5319250D21C4}" type="datetimeFigureOut">
              <a:rPr lang="en-US" smtClean="0"/>
              <a:t>12/18/2020</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74EF71-A9C5-46C6-BB09-D45973634375}" type="slidenum">
              <a:rPr lang="en-US" smtClean="0"/>
              <a:t>‹#›</a:t>
            </a:fld>
            <a:endParaRPr lang="en-US" dirty="0"/>
          </a:p>
        </p:txBody>
      </p:sp>
    </p:spTree>
    <p:extLst>
      <p:ext uri="{BB962C8B-B14F-4D97-AF65-F5344CB8AC3E}">
        <p14:creationId xmlns:p14="http://schemas.microsoft.com/office/powerpoint/2010/main" val="1787218888"/>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hyperlink" Target="https://www.capgemini.com/optimize-your-business-and-it-operations" TargetMode="External"/><Relationship Id="rId5" Type="http://schemas.openxmlformats.org/officeDocument/2006/relationships/image" Target="../media/image2.svg"/><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www.capgemini.com/optimize-your-business-and-it-operations"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ww.capgemini.com/optimize-your-business-and-it-operations" TargetMode="External"/><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ww.capgemini.com/optimize-your-business-and-it-operations" TargetMode="External"/><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www.capgemini.com/optimize-your-business-and-it-operations"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www.capgemini.com/optimize-your-business-and-it-operations"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www.capgemini.com/optimize-your-business-and-it-operations"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www.capgemini.com/optimize-your-business-and-it-operations"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hyperlink" Target="https://www.capgemini.com/optimize-your-business-and-it-operations" TargetMode="External"/></Relationships>
</file>

<file path=ppt/slideLayouts/_rels/slideLayout11.xml.rels><?xml version="1.0" encoding="UTF-8" standalone="yes"?>
<Relationships xmlns="http://schemas.openxmlformats.org/package/2006/relationships"><Relationship Id="rId2" Type="http://schemas.openxmlformats.org/officeDocument/2006/relationships/hyperlink" Target="https://www.capgemini.com/optimize-your-business-and-it-operations" TargetMode="Externa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hyperlink" Target="https://www.capgemini.com/optimize-your-business-and-it-operations" TargetMode="Externa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hyperlink" Target="https://www.capgemini.com/optimize-your-business-and-it-operations" TargetMode="External"/><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hyperlink" Target="https://www.capgemini.com/optimize-your-business-and-it-operations" TargetMode="External"/><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hyperlink" Target="https://www.capgemini.com/optimize-your-business-and-it-operations" TargetMode="External"/><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hyperlink" Target="https://www.capgemini.com/optimize-your-business-and-it-operations" TargetMode="External"/><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hyperlink" Target="https://www.capgemini.com/optimize-your-business-and-it-operations" TargetMode="External"/><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 Id="rId6" Type="http://schemas.openxmlformats.org/officeDocument/2006/relationships/hyperlink" Target="https://www.capgemini.com/optimize-your-business-and-it-operations" TargetMode="External"/><Relationship Id="rId5" Type="http://schemas.openxmlformats.org/officeDocument/2006/relationships/image" Target="../media/image2.svg"/><Relationship Id="rId4"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hyperlink" Target="https://www.capgemini.com/optimize-your-business-and-it-operations" TargetMode="External"/></Relationships>
</file>

<file path=ppt/slideLayouts/_rels/slideLayout20.xml.rels><?xml version="1.0" encoding="UTF-8" standalone="yes"?>
<Relationships xmlns="http://schemas.openxmlformats.org/package/2006/relationships"><Relationship Id="rId2" Type="http://schemas.openxmlformats.org/officeDocument/2006/relationships/hyperlink" Target="https://www.capgemini.com/optimize-your-business-and-it-operations" TargetMode="External"/><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hyperlink" Target="https://www.capgemini.com/optimize-your-business-and-it-operations" TargetMode="External"/><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hyperlink" Target="https://www.capgemini.com/optimize-your-business-and-it-operations" TargetMode="External"/></Relationships>
</file>

<file path=ppt/slideLayouts/_rels/slideLayout23.xml.rels><?xml version="1.0" encoding="UTF-8" standalone="yes"?>
<Relationships xmlns="http://schemas.openxmlformats.org/package/2006/relationships"><Relationship Id="rId2" Type="http://schemas.openxmlformats.org/officeDocument/2006/relationships/hyperlink" Target="https://www.capgemini.com/optimize-your-business-and-it-operations" TargetMode="External"/><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1.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hyperlink" Target="https://www.capgemini.com/optimize-your-business-and-it-operations" TargetMode="External"/></Relationships>
</file>

<file path=ppt/slideLayouts/_rels/slideLayout25.xml.rels><?xml version="1.0" encoding="UTF-8" standalone="yes"?>
<Relationships xmlns="http://schemas.openxmlformats.org/package/2006/relationships"><Relationship Id="rId2" Type="http://schemas.openxmlformats.org/officeDocument/2006/relationships/hyperlink" Target="https://www.capgemini.com/optimize-your-business-and-it-operations" TargetMode="External"/><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hyperlink" Target="http://www.capgemini.com/about/how-we-work/rightshorer" TargetMode="External"/><Relationship Id="rId3" Type="http://schemas.openxmlformats.org/officeDocument/2006/relationships/image" Target="../media/image16.png"/><Relationship Id="rId7" Type="http://schemas.openxmlformats.org/officeDocument/2006/relationships/image" Target="../media/image18.png"/><Relationship Id="rId12" Type="http://schemas.openxmlformats.org/officeDocument/2006/relationships/hyperlink" Target="http://www.capgemini.com/about/how-we-work/the-collaborative-business-experiencetm" TargetMode="External"/><Relationship Id="rId2" Type="http://schemas.openxmlformats.org/officeDocument/2006/relationships/hyperlink" Target="http://www.linkedin.com/company/capgemini" TargetMode="External"/><Relationship Id="rId1" Type="http://schemas.openxmlformats.org/officeDocument/2006/relationships/slideMaster" Target="../slideMasters/slideMaster1.xml"/><Relationship Id="rId6" Type="http://schemas.openxmlformats.org/officeDocument/2006/relationships/hyperlink" Target="http://www.twitter.com/capgemini" TargetMode="External"/><Relationship Id="rId11" Type="http://schemas.openxmlformats.org/officeDocument/2006/relationships/image" Target="../media/image20.png"/><Relationship Id="rId5" Type="http://schemas.openxmlformats.org/officeDocument/2006/relationships/image" Target="../media/image17.png"/><Relationship Id="rId15" Type="http://schemas.openxmlformats.org/officeDocument/2006/relationships/image" Target="../media/image21.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19.png"/><Relationship Id="rId14" Type="http://schemas.openxmlformats.org/officeDocument/2006/relationships/hyperlink" Target="http://www.capgemini.com/" TargetMode="External"/></Relationships>
</file>

<file path=ppt/slideLayouts/_rels/slideLayout27.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3" Type="http://schemas.openxmlformats.org/officeDocument/2006/relationships/image" Target="../media/image16.png"/><Relationship Id="rId7" Type="http://schemas.openxmlformats.org/officeDocument/2006/relationships/image" Target="../media/image18.png"/><Relationship Id="rId12" Type="http://schemas.openxmlformats.org/officeDocument/2006/relationships/image" Target="../media/image21.png"/><Relationship Id="rId2" Type="http://schemas.openxmlformats.org/officeDocument/2006/relationships/hyperlink" Target="http://www.linkedin.com/company/capgemini" TargetMode="External"/><Relationship Id="rId1" Type="http://schemas.openxmlformats.org/officeDocument/2006/relationships/slideMaster" Target="../slideMasters/slideMaster1.xml"/><Relationship Id="rId6" Type="http://schemas.openxmlformats.org/officeDocument/2006/relationships/hyperlink" Target="http://www.twitter.com/capgemini" TargetMode="External"/><Relationship Id="rId11" Type="http://schemas.openxmlformats.org/officeDocument/2006/relationships/image" Target="../media/image20.png"/><Relationship Id="rId5" Type="http://schemas.openxmlformats.org/officeDocument/2006/relationships/image" Target="../media/image17.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19.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2.svg"/><Relationship Id="rId2" Type="http://schemas.openxmlformats.org/officeDocument/2006/relationships/tags" Target="../tags/tag1.xml"/><Relationship Id="rId1" Type="http://schemas.openxmlformats.org/officeDocument/2006/relationships/vmlDrawing" Target="../drawings/vmlDrawing1.vml"/><Relationship Id="rId6" Type="http://schemas.openxmlformats.org/officeDocument/2006/relationships/image" Target="../media/image1.png"/><Relationship Id="rId5" Type="http://schemas.openxmlformats.org/officeDocument/2006/relationships/image" Target="../media/image22.emf"/><Relationship Id="rId4" Type="http://schemas.openxmlformats.org/officeDocument/2006/relationships/oleObject" Target="../embeddings/oleObject1.bin"/></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xml"/><Relationship Id="rId1" Type="http://schemas.openxmlformats.org/officeDocument/2006/relationships/vmlDrawing" Target="../drawings/vmlDrawing2.vml"/><Relationship Id="rId5" Type="http://schemas.openxmlformats.org/officeDocument/2006/relationships/image" Target="../media/image22.emf"/><Relationship Id="rId4" Type="http://schemas.openxmlformats.org/officeDocument/2006/relationships/oleObject" Target="../embeddings/oleObject2.bin"/></Relationships>
</file>

<file path=ppt/slideLayouts/_rels/slideLayout3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xml"/><Relationship Id="rId1" Type="http://schemas.openxmlformats.org/officeDocument/2006/relationships/vmlDrawing" Target="../drawings/vmlDrawing3.vml"/><Relationship Id="rId5" Type="http://schemas.openxmlformats.org/officeDocument/2006/relationships/image" Target="../media/image22.emf"/><Relationship Id="rId4" Type="http://schemas.openxmlformats.org/officeDocument/2006/relationships/oleObject" Target="../embeddings/oleObject3.bin"/></Relationships>
</file>

<file path=ppt/slideLayouts/_rels/slideLayout35.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2.svg"/><Relationship Id="rId2" Type="http://schemas.openxmlformats.org/officeDocument/2006/relationships/tags" Target="../tags/tag4.xml"/><Relationship Id="rId1" Type="http://schemas.openxmlformats.org/officeDocument/2006/relationships/vmlDrawing" Target="../drawings/vmlDrawing4.vml"/><Relationship Id="rId6" Type="http://schemas.openxmlformats.org/officeDocument/2006/relationships/image" Target="../media/image1.png"/><Relationship Id="rId5" Type="http://schemas.openxmlformats.org/officeDocument/2006/relationships/image" Target="../media/image22.emf"/><Relationship Id="rId4" Type="http://schemas.openxmlformats.org/officeDocument/2006/relationships/oleObject" Target="../embeddings/oleObject4.bin"/></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2.svg"/><Relationship Id="rId2" Type="http://schemas.openxmlformats.org/officeDocument/2006/relationships/tags" Target="../tags/tag5.xml"/><Relationship Id="rId1" Type="http://schemas.openxmlformats.org/officeDocument/2006/relationships/vmlDrawing" Target="../drawings/vmlDrawing5.vml"/><Relationship Id="rId6" Type="http://schemas.openxmlformats.org/officeDocument/2006/relationships/image" Target="../media/image1.png"/><Relationship Id="rId5" Type="http://schemas.openxmlformats.org/officeDocument/2006/relationships/image" Target="../media/image22.emf"/><Relationship Id="rId4" Type="http://schemas.openxmlformats.org/officeDocument/2006/relationships/oleObject" Target="../embeddings/oleObject5.bin"/></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hyperlink" Target="http://www.youtube.com/capgeminimedia" TargetMode="External"/><Relationship Id="rId18" Type="http://schemas.openxmlformats.org/officeDocument/2006/relationships/image" Target="../media/image1.png"/><Relationship Id="rId3" Type="http://schemas.openxmlformats.org/officeDocument/2006/relationships/slideMaster" Target="../slideMasters/slideMaster1.xml"/><Relationship Id="rId7" Type="http://schemas.openxmlformats.org/officeDocument/2006/relationships/hyperlink" Target="http://www.linkedin.com/company/capgemini" TargetMode="External"/><Relationship Id="rId12" Type="http://schemas.openxmlformats.org/officeDocument/2006/relationships/image" Target="../media/image18.png"/><Relationship Id="rId17" Type="http://schemas.openxmlformats.org/officeDocument/2006/relationships/image" Target="../media/image21.png"/><Relationship Id="rId2" Type="http://schemas.openxmlformats.org/officeDocument/2006/relationships/tags" Target="../tags/tag6.xml"/><Relationship Id="rId16" Type="http://schemas.openxmlformats.org/officeDocument/2006/relationships/image" Target="../media/image20.png"/><Relationship Id="rId1" Type="http://schemas.openxmlformats.org/officeDocument/2006/relationships/vmlDrawing" Target="../drawings/vmlDrawing6.vml"/><Relationship Id="rId6" Type="http://schemas.openxmlformats.org/officeDocument/2006/relationships/hyperlink" Target="http://www.capgemini.com/" TargetMode="External"/><Relationship Id="rId11" Type="http://schemas.openxmlformats.org/officeDocument/2006/relationships/hyperlink" Target="http://www.twitter.com/capgemini" TargetMode="External"/><Relationship Id="rId5" Type="http://schemas.openxmlformats.org/officeDocument/2006/relationships/image" Target="../media/image22.emf"/><Relationship Id="rId15" Type="http://schemas.openxmlformats.org/officeDocument/2006/relationships/hyperlink" Target="http://www.facebook.com/capgemini" TargetMode="External"/><Relationship Id="rId10" Type="http://schemas.openxmlformats.org/officeDocument/2006/relationships/image" Target="../media/image17.png"/><Relationship Id="rId19" Type="http://schemas.openxmlformats.org/officeDocument/2006/relationships/image" Target="../media/image2.svg"/><Relationship Id="rId4" Type="http://schemas.openxmlformats.org/officeDocument/2006/relationships/oleObject" Target="../embeddings/oleObject6.bin"/><Relationship Id="rId9" Type="http://schemas.openxmlformats.org/officeDocument/2006/relationships/hyperlink" Target="http://www.slideshare.net/capgemini" TargetMode="External"/><Relationship Id="rId14" Type="http://schemas.openxmlformats.org/officeDocument/2006/relationships/image" Target="../media/image19.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2.svg"/><Relationship Id="rId2" Type="http://schemas.openxmlformats.org/officeDocument/2006/relationships/tags" Target="../tags/tag7.xml"/><Relationship Id="rId1" Type="http://schemas.openxmlformats.org/officeDocument/2006/relationships/vmlDrawing" Target="../drawings/vmlDrawing7.vml"/><Relationship Id="rId6" Type="http://schemas.openxmlformats.org/officeDocument/2006/relationships/image" Target="../media/image1.png"/><Relationship Id="rId5" Type="http://schemas.openxmlformats.org/officeDocument/2006/relationships/image" Target="../media/image22.emf"/><Relationship Id="rId4" Type="http://schemas.openxmlformats.org/officeDocument/2006/relationships/oleObject" Target="../embeddings/oleObject7.bin"/></Relationships>
</file>

<file path=ppt/slideLayouts/_rels/slideLayout4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8.xml"/><Relationship Id="rId1" Type="http://schemas.openxmlformats.org/officeDocument/2006/relationships/vmlDrawing" Target="../drawings/vmlDrawing8.vml"/><Relationship Id="rId5" Type="http://schemas.openxmlformats.org/officeDocument/2006/relationships/image" Target="../media/image22.emf"/><Relationship Id="rId4" Type="http://schemas.openxmlformats.org/officeDocument/2006/relationships/oleObject" Target="../embeddings/oleObject8.bin"/></Relationships>
</file>

<file path=ppt/slideLayouts/_rels/slideLayout50.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9.xml"/><Relationship Id="rId1" Type="http://schemas.openxmlformats.org/officeDocument/2006/relationships/vmlDrawing" Target="../drawings/vmlDrawing9.vml"/><Relationship Id="rId5" Type="http://schemas.openxmlformats.org/officeDocument/2006/relationships/image" Target="../media/image22.emf"/><Relationship Id="rId4" Type="http://schemas.openxmlformats.org/officeDocument/2006/relationships/oleObject" Target="../embeddings/oleObject9.bin"/></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3.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0.xml"/><Relationship Id="rId1" Type="http://schemas.openxmlformats.org/officeDocument/2006/relationships/vmlDrawing" Target="../drawings/vmlDrawing10.vml"/><Relationship Id="rId5" Type="http://schemas.openxmlformats.org/officeDocument/2006/relationships/image" Target="../media/image22.emf"/><Relationship Id="rId4" Type="http://schemas.openxmlformats.org/officeDocument/2006/relationships/oleObject" Target="../embeddings/oleObject10.bin"/></Relationships>
</file>

<file path=ppt/slideLayouts/_rels/slideLayout57.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2.svg"/><Relationship Id="rId2" Type="http://schemas.openxmlformats.org/officeDocument/2006/relationships/tags" Target="../tags/tag11.xml"/><Relationship Id="rId1" Type="http://schemas.openxmlformats.org/officeDocument/2006/relationships/vmlDrawing" Target="../drawings/vmlDrawing11.vml"/><Relationship Id="rId6" Type="http://schemas.openxmlformats.org/officeDocument/2006/relationships/image" Target="../media/image1.png"/><Relationship Id="rId5" Type="http://schemas.openxmlformats.org/officeDocument/2006/relationships/image" Target="../media/image22.emf"/><Relationship Id="rId4" Type="http://schemas.openxmlformats.org/officeDocument/2006/relationships/oleObject" Target="../embeddings/oleObject11.bin"/></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5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2.xml"/><Relationship Id="rId1" Type="http://schemas.openxmlformats.org/officeDocument/2006/relationships/vmlDrawing" Target="../drawings/vmlDrawing12.vml"/><Relationship Id="rId5" Type="http://schemas.openxmlformats.org/officeDocument/2006/relationships/image" Target="../media/image22.emf"/><Relationship Id="rId4" Type="http://schemas.openxmlformats.org/officeDocument/2006/relationships/oleObject" Target="../embeddings/oleObject12.bin"/></Relationships>
</file>

<file path=ppt/slideLayouts/_rels/slideLayout60.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3.xml"/><Relationship Id="rId1" Type="http://schemas.openxmlformats.org/officeDocument/2006/relationships/vmlDrawing" Target="../drawings/vmlDrawing13.vml"/><Relationship Id="rId5" Type="http://schemas.openxmlformats.org/officeDocument/2006/relationships/image" Target="../media/image22.emf"/><Relationship Id="rId4" Type="http://schemas.openxmlformats.org/officeDocument/2006/relationships/oleObject" Target="../embeddings/oleObject13.bin"/></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pn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pn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Master" Target="../slideMasters/slideMaster1.xml"/><Relationship Id="rId7" Type="http://schemas.openxmlformats.org/officeDocument/2006/relationships/image" Target="../media/image29.svg"/><Relationship Id="rId2" Type="http://schemas.openxmlformats.org/officeDocument/2006/relationships/tags" Target="../tags/tag14.xml"/><Relationship Id="rId1" Type="http://schemas.openxmlformats.org/officeDocument/2006/relationships/vmlDrawing" Target="../drawings/vmlDrawing14.vml"/><Relationship Id="rId6" Type="http://schemas.openxmlformats.org/officeDocument/2006/relationships/image" Target="../media/image28.png"/><Relationship Id="rId5" Type="http://schemas.openxmlformats.org/officeDocument/2006/relationships/image" Target="../media/image22.emf"/><Relationship Id="rId4" Type="http://schemas.openxmlformats.org/officeDocument/2006/relationships/oleObject" Target="../embeddings/oleObject14.bin"/><Relationship Id="rId9" Type="http://schemas.openxmlformats.org/officeDocument/2006/relationships/image" Target="../media/image2.svg"/></Relationships>
</file>

<file path=ppt/slideLayouts/_rels/slideLayout65.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5.xml"/><Relationship Id="rId1" Type="http://schemas.openxmlformats.org/officeDocument/2006/relationships/vmlDrawing" Target="../drawings/vmlDrawing15.vml"/><Relationship Id="rId5" Type="http://schemas.openxmlformats.org/officeDocument/2006/relationships/image" Target="../media/image30.emf"/><Relationship Id="rId4" Type="http://schemas.openxmlformats.org/officeDocument/2006/relationships/oleObject" Target="../embeddings/oleObject15.bin"/></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8" Type="http://schemas.openxmlformats.org/officeDocument/2006/relationships/image" Target="../media/image31.emf"/><Relationship Id="rId3" Type="http://schemas.openxmlformats.org/officeDocument/2006/relationships/tags" Target="../tags/tag17.xml"/><Relationship Id="rId7" Type="http://schemas.openxmlformats.org/officeDocument/2006/relationships/oleObject" Target="../embeddings/oleObject16.bin"/><Relationship Id="rId2" Type="http://schemas.openxmlformats.org/officeDocument/2006/relationships/tags" Target="../tags/tag16.xml"/><Relationship Id="rId1" Type="http://schemas.openxmlformats.org/officeDocument/2006/relationships/vmlDrawing" Target="../drawings/vmlDrawing16.vml"/><Relationship Id="rId6" Type="http://schemas.openxmlformats.org/officeDocument/2006/relationships/slideMaster" Target="../slideMasters/slideMaster1.xml"/><Relationship Id="rId5" Type="http://schemas.openxmlformats.org/officeDocument/2006/relationships/tags" Target="../tags/tag19.xml"/><Relationship Id="rId4" Type="http://schemas.openxmlformats.org/officeDocument/2006/relationships/tags" Target="../tags/tag18.xml"/></Relationships>
</file>

<file path=ppt/slideLayouts/_rels/slideLayout6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0.xml"/><Relationship Id="rId1" Type="http://schemas.openxmlformats.org/officeDocument/2006/relationships/vmlDrawing" Target="../drawings/vmlDrawing17.vml"/><Relationship Id="rId5" Type="http://schemas.openxmlformats.org/officeDocument/2006/relationships/image" Target="../media/image32.emf"/><Relationship Id="rId4" Type="http://schemas.openxmlformats.org/officeDocument/2006/relationships/oleObject" Target="../embeddings/oleObject17.bin"/></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2.svg"/><Relationship Id="rId2" Type="http://schemas.openxmlformats.org/officeDocument/2006/relationships/tags" Target="../tags/tag21.xml"/><Relationship Id="rId1" Type="http://schemas.openxmlformats.org/officeDocument/2006/relationships/vmlDrawing" Target="../drawings/vmlDrawing18.vml"/><Relationship Id="rId6" Type="http://schemas.openxmlformats.org/officeDocument/2006/relationships/image" Target="../media/image1.png"/><Relationship Id="rId5" Type="http://schemas.openxmlformats.org/officeDocument/2006/relationships/image" Target="../media/image22.emf"/><Relationship Id="rId4" Type="http://schemas.openxmlformats.org/officeDocument/2006/relationships/oleObject" Target="../embeddings/oleObject18.bin"/></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2.xml"/><Relationship Id="rId1" Type="http://schemas.openxmlformats.org/officeDocument/2006/relationships/vmlDrawing" Target="../drawings/vmlDrawing19.vml"/><Relationship Id="rId5" Type="http://schemas.openxmlformats.org/officeDocument/2006/relationships/image" Target="../media/image22.emf"/><Relationship Id="rId4" Type="http://schemas.openxmlformats.org/officeDocument/2006/relationships/oleObject" Target="../embeddings/oleObject19.bin"/></Relationships>
</file>

<file path=ppt/slideLayouts/_rels/slideLayout7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3.xml"/><Relationship Id="rId1" Type="http://schemas.openxmlformats.org/officeDocument/2006/relationships/vmlDrawing" Target="../drawings/vmlDrawing20.vml"/><Relationship Id="rId5" Type="http://schemas.openxmlformats.org/officeDocument/2006/relationships/image" Target="../media/image22.emf"/><Relationship Id="rId4" Type="http://schemas.openxmlformats.org/officeDocument/2006/relationships/oleObject" Target="../embeddings/oleObject20.bin"/></Relationships>
</file>

<file path=ppt/slideLayouts/_rels/slideLayout78.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2.svg"/><Relationship Id="rId2" Type="http://schemas.openxmlformats.org/officeDocument/2006/relationships/tags" Target="../tags/tag24.xml"/><Relationship Id="rId1" Type="http://schemas.openxmlformats.org/officeDocument/2006/relationships/vmlDrawing" Target="../drawings/vmlDrawing21.vml"/><Relationship Id="rId6" Type="http://schemas.openxmlformats.org/officeDocument/2006/relationships/image" Target="../media/image1.png"/><Relationship Id="rId5" Type="http://schemas.openxmlformats.org/officeDocument/2006/relationships/image" Target="../media/image22.emf"/><Relationship Id="rId4" Type="http://schemas.openxmlformats.org/officeDocument/2006/relationships/oleObject" Target="../embeddings/oleObject21.bin"/></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2.svg"/><Relationship Id="rId2" Type="http://schemas.openxmlformats.org/officeDocument/2006/relationships/tags" Target="../tags/tag25.xml"/><Relationship Id="rId1" Type="http://schemas.openxmlformats.org/officeDocument/2006/relationships/vmlDrawing" Target="../drawings/vmlDrawing22.vml"/><Relationship Id="rId6" Type="http://schemas.openxmlformats.org/officeDocument/2006/relationships/image" Target="../media/image1.png"/><Relationship Id="rId5" Type="http://schemas.openxmlformats.org/officeDocument/2006/relationships/image" Target="../media/image22.emf"/><Relationship Id="rId4" Type="http://schemas.openxmlformats.org/officeDocument/2006/relationships/oleObject" Target="../embeddings/oleObject22.bin"/></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hyperlink" Target="http://www.youtube.com/capgeminimedia" TargetMode="External"/><Relationship Id="rId18" Type="http://schemas.openxmlformats.org/officeDocument/2006/relationships/image" Target="../media/image1.png"/><Relationship Id="rId3" Type="http://schemas.openxmlformats.org/officeDocument/2006/relationships/slideMaster" Target="../slideMasters/slideMaster1.xml"/><Relationship Id="rId7" Type="http://schemas.openxmlformats.org/officeDocument/2006/relationships/hyperlink" Target="http://www.linkedin.com/company/capgemini" TargetMode="External"/><Relationship Id="rId12" Type="http://schemas.openxmlformats.org/officeDocument/2006/relationships/image" Target="../media/image18.png"/><Relationship Id="rId17" Type="http://schemas.openxmlformats.org/officeDocument/2006/relationships/image" Target="../media/image21.png"/><Relationship Id="rId2" Type="http://schemas.openxmlformats.org/officeDocument/2006/relationships/tags" Target="../tags/tag26.xml"/><Relationship Id="rId16" Type="http://schemas.openxmlformats.org/officeDocument/2006/relationships/image" Target="../media/image20.png"/><Relationship Id="rId1" Type="http://schemas.openxmlformats.org/officeDocument/2006/relationships/vmlDrawing" Target="../drawings/vmlDrawing23.vml"/><Relationship Id="rId6" Type="http://schemas.openxmlformats.org/officeDocument/2006/relationships/hyperlink" Target="http://www.capgemini.com/" TargetMode="External"/><Relationship Id="rId11" Type="http://schemas.openxmlformats.org/officeDocument/2006/relationships/hyperlink" Target="http://www.twitter.com/capgemini" TargetMode="External"/><Relationship Id="rId5" Type="http://schemas.openxmlformats.org/officeDocument/2006/relationships/image" Target="../media/image22.emf"/><Relationship Id="rId15" Type="http://schemas.openxmlformats.org/officeDocument/2006/relationships/hyperlink" Target="http://www.facebook.com/capgemini" TargetMode="External"/><Relationship Id="rId10" Type="http://schemas.openxmlformats.org/officeDocument/2006/relationships/image" Target="../media/image17.png"/><Relationship Id="rId19" Type="http://schemas.openxmlformats.org/officeDocument/2006/relationships/image" Target="../media/image2.svg"/><Relationship Id="rId4" Type="http://schemas.openxmlformats.org/officeDocument/2006/relationships/oleObject" Target="../embeddings/oleObject23.bin"/><Relationship Id="rId9" Type="http://schemas.openxmlformats.org/officeDocument/2006/relationships/hyperlink" Target="http://www.slideshare.net/capgemini" TargetMode="External"/><Relationship Id="rId14" Type="http://schemas.openxmlformats.org/officeDocument/2006/relationships/image" Target="../media/image19.png"/></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2.svg"/><Relationship Id="rId2" Type="http://schemas.openxmlformats.org/officeDocument/2006/relationships/tags" Target="../tags/tag27.xml"/><Relationship Id="rId1" Type="http://schemas.openxmlformats.org/officeDocument/2006/relationships/vmlDrawing" Target="../drawings/vmlDrawing24.vml"/><Relationship Id="rId6" Type="http://schemas.openxmlformats.org/officeDocument/2006/relationships/image" Target="../media/image1.png"/><Relationship Id="rId5" Type="http://schemas.openxmlformats.org/officeDocument/2006/relationships/image" Target="../media/image22.emf"/><Relationship Id="rId4" Type="http://schemas.openxmlformats.org/officeDocument/2006/relationships/oleObject" Target="../embeddings/oleObject24.bin"/></Relationships>
</file>

<file path=ppt/slideLayouts/_rels/slideLayout9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8.xml"/><Relationship Id="rId1" Type="http://schemas.openxmlformats.org/officeDocument/2006/relationships/vmlDrawing" Target="../drawings/vmlDrawing25.vml"/><Relationship Id="rId5" Type="http://schemas.openxmlformats.org/officeDocument/2006/relationships/image" Target="../media/image22.emf"/><Relationship Id="rId4" Type="http://schemas.openxmlformats.org/officeDocument/2006/relationships/oleObject" Target="../embeddings/oleObject25.bin"/></Relationships>
</file>

<file path=ppt/slideLayouts/_rels/slideLayout9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9.xml"/><Relationship Id="rId1" Type="http://schemas.openxmlformats.org/officeDocument/2006/relationships/vmlDrawing" Target="../drawings/vmlDrawing26.vml"/><Relationship Id="rId5" Type="http://schemas.openxmlformats.org/officeDocument/2006/relationships/image" Target="../media/image22.emf"/><Relationship Id="rId4" Type="http://schemas.openxmlformats.org/officeDocument/2006/relationships/oleObject" Target="../embeddings/oleObject26.bin"/></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3.png"/></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8.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0.xml"/><Relationship Id="rId1" Type="http://schemas.openxmlformats.org/officeDocument/2006/relationships/vmlDrawing" Target="../drawings/vmlDrawing27.vml"/><Relationship Id="rId5" Type="http://schemas.openxmlformats.org/officeDocument/2006/relationships/image" Target="../media/image22.emf"/><Relationship Id="rId4" Type="http://schemas.openxmlformats.org/officeDocument/2006/relationships/oleObject" Target="../embeddings/oleObject27.bin"/></Relationships>
</file>

<file path=ppt/slideLayouts/_rels/slideLayout99.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2.svg"/><Relationship Id="rId2" Type="http://schemas.openxmlformats.org/officeDocument/2006/relationships/tags" Target="../tags/tag31.xml"/><Relationship Id="rId1" Type="http://schemas.openxmlformats.org/officeDocument/2006/relationships/vmlDrawing" Target="../drawings/vmlDrawing28.vml"/><Relationship Id="rId6" Type="http://schemas.openxmlformats.org/officeDocument/2006/relationships/image" Target="../media/image1.png"/><Relationship Id="rId5" Type="http://schemas.openxmlformats.org/officeDocument/2006/relationships/image" Target="../media/image22.emf"/><Relationship Id="rId4" Type="http://schemas.openxmlformats.org/officeDocument/2006/relationships/oleObject" Target="../embeddings/oleObject28.bin"/></Relationships>
</file>

<file path=ppt/slideLayouts/_rels/slideLayout10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10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2.xml"/><Relationship Id="rId1" Type="http://schemas.openxmlformats.org/officeDocument/2006/relationships/vmlDrawing" Target="../drawings/vmlDrawing29.vml"/><Relationship Id="rId5" Type="http://schemas.openxmlformats.org/officeDocument/2006/relationships/image" Target="../media/image22.emf"/><Relationship Id="rId4" Type="http://schemas.openxmlformats.org/officeDocument/2006/relationships/oleObject" Target="../embeddings/oleObject29.bin"/></Relationships>
</file>

<file path=ppt/slideLayouts/_rels/slideLayout10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3.xml"/><Relationship Id="rId1" Type="http://schemas.openxmlformats.org/officeDocument/2006/relationships/vmlDrawing" Target="../drawings/vmlDrawing30.vml"/><Relationship Id="rId5" Type="http://schemas.openxmlformats.org/officeDocument/2006/relationships/image" Target="../media/image22.emf"/><Relationship Id="rId4" Type="http://schemas.openxmlformats.org/officeDocument/2006/relationships/oleObject" Target="../embeddings/oleObject30.bin"/></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png"/><Relationship Id="rId1" Type="http://schemas.openxmlformats.org/officeDocument/2006/relationships/slideMaster" Target="../slideMasters/slideMaster1.xml"/></Relationships>
</file>

<file path=ppt/slideLayouts/_rels/slideLayout104.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pn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6.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Master" Target="../slideMasters/slideMaster1.xml"/><Relationship Id="rId7" Type="http://schemas.openxmlformats.org/officeDocument/2006/relationships/image" Target="../media/image29.svg"/><Relationship Id="rId2" Type="http://schemas.openxmlformats.org/officeDocument/2006/relationships/tags" Target="../tags/tag34.xml"/><Relationship Id="rId1" Type="http://schemas.openxmlformats.org/officeDocument/2006/relationships/vmlDrawing" Target="../drawings/vmlDrawing31.vml"/><Relationship Id="rId6" Type="http://schemas.openxmlformats.org/officeDocument/2006/relationships/image" Target="../media/image28.png"/><Relationship Id="rId5" Type="http://schemas.openxmlformats.org/officeDocument/2006/relationships/image" Target="../media/image22.emf"/><Relationship Id="rId4" Type="http://schemas.openxmlformats.org/officeDocument/2006/relationships/oleObject" Target="../embeddings/oleObject31.bin"/><Relationship Id="rId9" Type="http://schemas.openxmlformats.org/officeDocument/2006/relationships/image" Target="../media/image2.svg"/></Relationships>
</file>

<file path=ppt/slideLayouts/_rels/slideLayout10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5.xml"/><Relationship Id="rId1" Type="http://schemas.openxmlformats.org/officeDocument/2006/relationships/vmlDrawing" Target="../drawings/vmlDrawing32.vml"/><Relationship Id="rId5" Type="http://schemas.openxmlformats.org/officeDocument/2006/relationships/image" Target="../media/image30.emf"/><Relationship Id="rId4" Type="http://schemas.openxmlformats.org/officeDocument/2006/relationships/oleObject" Target="../embeddings/oleObject32.bin"/></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9.xml.rels><?xml version="1.0" encoding="UTF-8" standalone="yes"?>
<Relationships xmlns="http://schemas.openxmlformats.org/package/2006/relationships"><Relationship Id="rId8" Type="http://schemas.openxmlformats.org/officeDocument/2006/relationships/image" Target="../media/image31.emf"/><Relationship Id="rId3" Type="http://schemas.openxmlformats.org/officeDocument/2006/relationships/tags" Target="../tags/tag37.xml"/><Relationship Id="rId7" Type="http://schemas.openxmlformats.org/officeDocument/2006/relationships/oleObject" Target="../embeddings/oleObject33.bin"/><Relationship Id="rId2" Type="http://schemas.openxmlformats.org/officeDocument/2006/relationships/tags" Target="../tags/tag36.xml"/><Relationship Id="rId1" Type="http://schemas.openxmlformats.org/officeDocument/2006/relationships/vmlDrawing" Target="../drawings/vmlDrawing33.vml"/><Relationship Id="rId6" Type="http://schemas.openxmlformats.org/officeDocument/2006/relationships/slideMaster" Target="../slideMasters/slideMaster1.xml"/><Relationship Id="rId5" Type="http://schemas.openxmlformats.org/officeDocument/2006/relationships/tags" Target="../tags/tag39.xml"/><Relationship Id="rId4" Type="http://schemas.openxmlformats.org/officeDocument/2006/relationships/tags" Target="../tags/tag38.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ext with Shapes - Layout1">
    <p:bg>
      <p:bgRef idx="1001">
        <a:schemeClr val="bg1"/>
      </p:bgRef>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E94103CC-22C5-4F38-9B77-3524E8A553F9}"/>
              </a:ext>
            </a:extLst>
          </p:cNvPr>
          <p:cNvPicPr>
            <a:picLocks noChangeAspect="1"/>
          </p:cNvPicPr>
          <p:nvPr userDrawn="1"/>
        </p:nvPicPr>
        <p:blipFill rotWithShape="1">
          <a:blip r:embed="rId2" cstate="print">
            <a:extLst>
              <a:ext uri="{96DAC541-7B7A-43D3-8B79-37D633B846F1}">
                <asvg:svgBlip xmlns:asvg="http://schemas.microsoft.com/office/drawing/2016/SVG/main" r:embed="rId3"/>
              </a:ext>
            </a:extLst>
          </a:blip>
          <a:srcRect r="23077" b="19676"/>
          <a:stretch/>
        </p:blipFill>
        <p:spPr>
          <a:xfrm rot="16200000">
            <a:off x="5413035" y="79029"/>
            <a:ext cx="6857997" cy="6699938"/>
          </a:xfrm>
          <a:prstGeom prst="rect">
            <a:avLst/>
          </a:prstGeom>
        </p:spPr>
      </p:pic>
      <p:sp>
        <p:nvSpPr>
          <p:cNvPr id="50" name="Text Placeholder 7">
            <a:extLst>
              <a:ext uri="{FF2B5EF4-FFF2-40B4-BE49-F238E27FC236}">
                <a16:creationId xmlns:a16="http://schemas.microsoft.com/office/drawing/2014/main" id="{4E956B68-B273-4648-AC4B-C9A05A745160}"/>
              </a:ext>
            </a:extLst>
          </p:cNvPr>
          <p:cNvSpPr>
            <a:spLocks noGrp="1"/>
          </p:cNvSpPr>
          <p:nvPr>
            <p:ph type="body" sz="quarter" idx="32" hasCustomPrompt="1"/>
          </p:nvPr>
        </p:nvSpPr>
        <p:spPr>
          <a:xfrm>
            <a:off x="1847528" y="2708920"/>
            <a:ext cx="3312368" cy="720080"/>
          </a:xfrm>
          <a:prstGeom prst="rect">
            <a:avLst/>
          </a:prstGeom>
        </p:spPr>
        <p:txBody>
          <a:bodyPr anchor="ctr">
            <a:noAutofit/>
          </a:bodyPr>
          <a:lstStyle>
            <a:lvl1pPr marL="0" marR="0" indent="0" algn="l" defTabSz="1038825" rtl="0" eaLnBrk="1" fontAlgn="auto" latinLnBrk="0" hangingPunct="1">
              <a:lnSpc>
                <a:spcPct val="100000"/>
              </a:lnSpc>
              <a:spcBef>
                <a:spcPts val="1136"/>
              </a:spcBef>
              <a:spcAft>
                <a:spcPts val="0"/>
              </a:spcAft>
              <a:buClrTx/>
              <a:buSzTx/>
              <a:buFont typeface="Arial" panose="020B0604020202020204" pitchFamily="34" charset="0"/>
              <a:buNone/>
              <a:tabLst/>
              <a:defRPr sz="1800"/>
            </a:lvl1pPr>
            <a:lvl2pPr>
              <a:lnSpc>
                <a:spcPct val="100000"/>
              </a:lnSpc>
              <a:defRPr sz="1600"/>
            </a:lvl2pPr>
            <a:lvl3pPr>
              <a:lnSpc>
                <a:spcPct val="100000"/>
              </a:lnSpc>
              <a:defRPr sz="1600"/>
            </a:lvl3pPr>
            <a:lvl4pPr>
              <a:lnSpc>
                <a:spcPct val="100000"/>
              </a:lnSpc>
              <a:defRPr sz="1600"/>
            </a:lvl4pPr>
            <a:lvl5pPr>
              <a:lnSpc>
                <a:spcPct val="100000"/>
              </a:lnSpc>
              <a:defRPr sz="1400"/>
            </a:lvl5pPr>
          </a:lstStyle>
          <a:p>
            <a:pPr marL="0" marR="0" lvl="0" indent="0" algn="l" defTabSz="1038825" rtl="0" eaLnBrk="1" fontAlgn="auto" latinLnBrk="0" hangingPunct="1">
              <a:lnSpc>
                <a:spcPct val="100000"/>
              </a:lnSpc>
              <a:spcBef>
                <a:spcPts val="1136"/>
              </a:spcBef>
              <a:spcAft>
                <a:spcPts val="0"/>
              </a:spcAft>
              <a:buClrTx/>
              <a:buSzTx/>
              <a:buFont typeface="Arial" panose="020B0604020202020204" pitchFamily="34" charset="0"/>
              <a:buNone/>
              <a:tabLst/>
              <a:defRPr/>
            </a:pPr>
            <a:r>
              <a:rPr lang="en-US" dirty="0"/>
              <a:t>Click to insert text</a:t>
            </a:r>
          </a:p>
        </p:txBody>
      </p:sp>
      <p:sp>
        <p:nvSpPr>
          <p:cNvPr id="51" name="Text Placeholder 7">
            <a:extLst>
              <a:ext uri="{FF2B5EF4-FFF2-40B4-BE49-F238E27FC236}">
                <a16:creationId xmlns:a16="http://schemas.microsoft.com/office/drawing/2014/main" id="{F12D7C74-E8A0-4A7D-95DA-A14111669514}"/>
              </a:ext>
            </a:extLst>
          </p:cNvPr>
          <p:cNvSpPr>
            <a:spLocks noGrp="1"/>
          </p:cNvSpPr>
          <p:nvPr>
            <p:ph type="body" sz="quarter" idx="33" hasCustomPrompt="1"/>
          </p:nvPr>
        </p:nvSpPr>
        <p:spPr>
          <a:xfrm>
            <a:off x="1847528" y="3645025"/>
            <a:ext cx="3312368" cy="720080"/>
          </a:xfrm>
          <a:prstGeom prst="rect">
            <a:avLst/>
          </a:prstGeom>
        </p:spPr>
        <p:txBody>
          <a:bodyPr anchor="ctr">
            <a:noAutofit/>
          </a:bodyPr>
          <a:lstStyle>
            <a:lvl1pPr marL="0" marR="0" indent="0" algn="l" defTabSz="1038825" rtl="0" eaLnBrk="1" fontAlgn="auto" latinLnBrk="0" hangingPunct="1">
              <a:lnSpc>
                <a:spcPct val="100000"/>
              </a:lnSpc>
              <a:spcBef>
                <a:spcPts val="1136"/>
              </a:spcBef>
              <a:spcAft>
                <a:spcPts val="0"/>
              </a:spcAft>
              <a:buClrTx/>
              <a:buSzTx/>
              <a:buFont typeface="Arial" panose="020B0604020202020204" pitchFamily="34" charset="0"/>
              <a:buNone/>
              <a:tabLst/>
              <a:defRPr sz="1800"/>
            </a:lvl1pPr>
            <a:lvl2pPr>
              <a:lnSpc>
                <a:spcPct val="100000"/>
              </a:lnSpc>
              <a:defRPr sz="1600"/>
            </a:lvl2pPr>
            <a:lvl3pPr>
              <a:lnSpc>
                <a:spcPct val="100000"/>
              </a:lnSpc>
              <a:defRPr sz="1600"/>
            </a:lvl3pPr>
            <a:lvl4pPr>
              <a:lnSpc>
                <a:spcPct val="100000"/>
              </a:lnSpc>
              <a:defRPr sz="1600"/>
            </a:lvl4pPr>
            <a:lvl5pPr>
              <a:lnSpc>
                <a:spcPct val="100000"/>
              </a:lnSpc>
              <a:defRPr sz="1400"/>
            </a:lvl5pPr>
          </a:lstStyle>
          <a:p>
            <a:pPr marL="0" marR="0" lvl="0" indent="0" algn="l" defTabSz="1038825" rtl="0" eaLnBrk="1" fontAlgn="auto" latinLnBrk="0" hangingPunct="1">
              <a:lnSpc>
                <a:spcPct val="100000"/>
              </a:lnSpc>
              <a:spcBef>
                <a:spcPts val="1136"/>
              </a:spcBef>
              <a:spcAft>
                <a:spcPts val="0"/>
              </a:spcAft>
              <a:buClrTx/>
              <a:buSzTx/>
              <a:buFont typeface="Arial" panose="020B0604020202020204" pitchFamily="34" charset="0"/>
              <a:buNone/>
              <a:tabLst/>
              <a:defRPr/>
            </a:pPr>
            <a:r>
              <a:rPr lang="en-US" dirty="0"/>
              <a:t>Click to insert text</a:t>
            </a:r>
          </a:p>
        </p:txBody>
      </p:sp>
      <p:sp>
        <p:nvSpPr>
          <p:cNvPr id="49" name="Picture Placeholder 48">
            <a:extLst>
              <a:ext uri="{FF2B5EF4-FFF2-40B4-BE49-F238E27FC236}">
                <a16:creationId xmlns:a16="http://schemas.microsoft.com/office/drawing/2014/main" id="{4212BD44-DEDF-4B08-8824-204652F9616E}"/>
              </a:ext>
            </a:extLst>
          </p:cNvPr>
          <p:cNvSpPr>
            <a:spLocks noGrp="1"/>
          </p:cNvSpPr>
          <p:nvPr>
            <p:ph type="pic" sz="quarter" idx="10"/>
          </p:nvPr>
        </p:nvSpPr>
        <p:spPr>
          <a:xfrm>
            <a:off x="6553203" y="2060578"/>
            <a:ext cx="4910138" cy="2722563"/>
          </a:xfrm>
          <a:prstGeom prst="rect">
            <a:avLst/>
          </a:prstGeom>
        </p:spPr>
        <p:txBody>
          <a:bodyPr anchor="ctr"/>
          <a:lstStyle>
            <a:lvl1pPr algn="ctr">
              <a:defRPr/>
            </a:lvl1pPr>
          </a:lstStyle>
          <a:p>
            <a:endParaRPr lang="pt-PT"/>
          </a:p>
        </p:txBody>
      </p:sp>
      <p:sp>
        <p:nvSpPr>
          <p:cNvPr id="52" name="Text Placeholder 7">
            <a:extLst>
              <a:ext uri="{FF2B5EF4-FFF2-40B4-BE49-F238E27FC236}">
                <a16:creationId xmlns:a16="http://schemas.microsoft.com/office/drawing/2014/main" id="{92D6AE9D-467E-46C0-B32B-79A9B07CDD13}"/>
              </a:ext>
            </a:extLst>
          </p:cNvPr>
          <p:cNvSpPr>
            <a:spLocks noGrp="1"/>
          </p:cNvSpPr>
          <p:nvPr>
            <p:ph type="body" sz="quarter" idx="34" hasCustomPrompt="1"/>
          </p:nvPr>
        </p:nvSpPr>
        <p:spPr>
          <a:xfrm>
            <a:off x="1847528" y="4630276"/>
            <a:ext cx="3312368" cy="720080"/>
          </a:xfrm>
          <a:prstGeom prst="rect">
            <a:avLst/>
          </a:prstGeom>
        </p:spPr>
        <p:txBody>
          <a:bodyPr anchor="ctr">
            <a:noAutofit/>
          </a:bodyPr>
          <a:lstStyle>
            <a:lvl1pPr marL="0" marR="0" indent="0" algn="l" defTabSz="1038825" rtl="0" eaLnBrk="1" fontAlgn="auto" latinLnBrk="0" hangingPunct="1">
              <a:lnSpc>
                <a:spcPct val="100000"/>
              </a:lnSpc>
              <a:spcBef>
                <a:spcPts val="1136"/>
              </a:spcBef>
              <a:spcAft>
                <a:spcPts val="0"/>
              </a:spcAft>
              <a:buClrTx/>
              <a:buSzTx/>
              <a:buFont typeface="Arial" panose="020B0604020202020204" pitchFamily="34" charset="0"/>
              <a:buNone/>
              <a:tabLst/>
              <a:defRPr sz="1800"/>
            </a:lvl1pPr>
            <a:lvl2pPr>
              <a:lnSpc>
                <a:spcPct val="100000"/>
              </a:lnSpc>
              <a:defRPr sz="1600"/>
            </a:lvl2pPr>
            <a:lvl3pPr>
              <a:lnSpc>
                <a:spcPct val="100000"/>
              </a:lnSpc>
              <a:defRPr sz="1600"/>
            </a:lvl3pPr>
            <a:lvl4pPr>
              <a:lnSpc>
                <a:spcPct val="100000"/>
              </a:lnSpc>
              <a:defRPr sz="1600"/>
            </a:lvl4pPr>
            <a:lvl5pPr>
              <a:lnSpc>
                <a:spcPct val="100000"/>
              </a:lnSpc>
              <a:defRPr sz="1400"/>
            </a:lvl5pPr>
          </a:lstStyle>
          <a:p>
            <a:pPr marL="0" marR="0" lvl="0" indent="0" algn="l" defTabSz="1038825" rtl="0" eaLnBrk="1" fontAlgn="auto" latinLnBrk="0" hangingPunct="1">
              <a:lnSpc>
                <a:spcPct val="100000"/>
              </a:lnSpc>
              <a:spcBef>
                <a:spcPts val="1136"/>
              </a:spcBef>
              <a:spcAft>
                <a:spcPts val="0"/>
              </a:spcAft>
              <a:buClrTx/>
              <a:buSzTx/>
              <a:buFont typeface="Arial" panose="020B0604020202020204" pitchFamily="34" charset="0"/>
              <a:buNone/>
              <a:tabLst/>
              <a:defRPr/>
            </a:pPr>
            <a:r>
              <a:rPr lang="en-US" dirty="0"/>
              <a:t>Click to insert text</a:t>
            </a:r>
          </a:p>
        </p:txBody>
      </p:sp>
      <p:sp>
        <p:nvSpPr>
          <p:cNvPr id="7"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407988" y="404813"/>
            <a:ext cx="9864476" cy="863600"/>
          </a:xfrm>
          <a:prstGeom prst="rect">
            <a:avLst/>
          </a:prstGeom>
        </p:spPr>
        <p:txBody>
          <a:bodyPr vert="horz" lIns="0" tIns="0" rIns="0" bIns="0" rtlCol="0" anchor="t">
            <a:normAutofit/>
          </a:bodyPr>
          <a:lstStyle>
            <a:lvl1pPr>
              <a:defRPr lang="pt-PT" dirty="0"/>
            </a:lvl1pPr>
          </a:lstStyle>
          <a:p>
            <a:pPr lvl="0">
              <a:lnSpc>
                <a:spcPts val="3408"/>
              </a:lnSpc>
            </a:pPr>
            <a:r>
              <a:rPr lang="en-US" dirty="0"/>
              <a:t>Click to add title</a:t>
            </a:r>
            <a:endParaRPr lang="pt-PT" dirty="0"/>
          </a:p>
        </p:txBody>
      </p:sp>
      <p:pic>
        <p:nvPicPr>
          <p:cNvPr id="9" name="Graphic 4">
            <a:extLst>
              <a:ext uri="{FF2B5EF4-FFF2-40B4-BE49-F238E27FC236}">
                <a16:creationId xmlns:a16="http://schemas.microsoft.com/office/drawing/2014/main" id="{D67A1EFD-D78D-4138-B2FE-E0A098B59C34}"/>
              </a:ext>
            </a:extLst>
          </p:cNvPr>
          <p:cNvPicPr>
            <a:picLocks noChangeAspect="1"/>
          </p:cNvPicPr>
          <p:nvPr userDrawn="1"/>
        </p:nvPicPr>
        <p:blipFill rotWithShape="1">
          <a:blip r:embed="rId4" cstate="print">
            <a:extLst>
              <a:ext uri="{96DAC541-7B7A-43D3-8B79-37D633B846F1}">
                <asvg:svgBlip xmlns:asvg="http://schemas.microsoft.com/office/drawing/2016/SVG/main" r:embed="rId5"/>
              </a:ext>
            </a:extLst>
          </a:blip>
          <a:srcRect l="81836" t="-4713" b="16530"/>
          <a:stretch/>
        </p:blipFill>
        <p:spPr>
          <a:xfrm>
            <a:off x="11491421" y="164829"/>
            <a:ext cx="424355" cy="459624"/>
          </a:xfrm>
          <a:prstGeom prst="rect">
            <a:avLst/>
          </a:prstGeom>
        </p:spPr>
      </p:pic>
      <p:cxnSp>
        <p:nvCxnSpPr>
          <p:cNvPr id="11"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3283673"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12" name="Rectangle 27">
            <a:hlinkClick r:id="rId6"/>
            <a:extLst>
              <a:ext uri="{FF2B5EF4-FFF2-40B4-BE49-F238E27FC236}">
                <a16:creationId xmlns:a16="http://schemas.microsoft.com/office/drawing/2014/main" id="{F376ABD1-4930-42EB-9A73-9A9C7C6BF2D3}"/>
              </a:ext>
            </a:extLst>
          </p:cNvPr>
          <p:cNvSpPr/>
          <p:nvPr userDrawn="1"/>
        </p:nvSpPr>
        <p:spPr>
          <a:xfrm>
            <a:off x="407991" y="6555972"/>
            <a:ext cx="2829007" cy="219456"/>
          </a:xfrm>
          <a:prstGeom prst="rect">
            <a:avLst/>
          </a:prstGeom>
        </p:spPr>
        <p:txBody>
          <a:bodyPr wrap="square" lIns="0" tIns="0" rIns="0" bIns="0" anchor="ctr" anchorCtr="0">
            <a:noAutofit/>
          </a:bodyPr>
          <a:lstStyle/>
          <a:p>
            <a:pPr defTabSz="1038825">
              <a:lnSpc>
                <a:spcPct val="85000"/>
              </a:lnSpc>
              <a:defRPr/>
            </a:pPr>
            <a:r>
              <a:rPr lang="pl-PL" sz="900" kern="0" dirty="0">
                <a:solidFill>
                  <a:srgbClr val="00458D"/>
                </a:solidFill>
                <a:cs typeface="Arial" panose="020B0604020202020204" pitchFamily="34" charset="0"/>
              </a:rPr>
              <a:t>BRM Review Deck</a:t>
            </a:r>
            <a:endParaRPr lang="en-US" sz="900" kern="0" dirty="0">
              <a:solidFill>
                <a:srgbClr val="00458D"/>
              </a:solidFill>
              <a:cs typeface="Arial" panose="020B0604020202020204" pitchFamily="34" charset="0"/>
            </a:endParaRPr>
          </a:p>
        </p:txBody>
      </p:sp>
      <p:sp>
        <p:nvSpPr>
          <p:cNvPr id="13" name="Retângulo 43">
            <a:extLst>
              <a:ext uri="{FF2B5EF4-FFF2-40B4-BE49-F238E27FC236}">
                <a16:creationId xmlns:a16="http://schemas.microsoft.com/office/drawing/2014/main" id="{25FC8637-25BD-4C09-AF25-56B4243DAB3D}"/>
              </a:ext>
            </a:extLst>
          </p:cNvPr>
          <p:cNvSpPr/>
          <p:nvPr userDrawn="1"/>
        </p:nvSpPr>
        <p:spPr>
          <a:xfrm>
            <a:off x="11616126" y="6555758"/>
            <a:ext cx="410263" cy="243362"/>
          </a:xfrm>
          <a:prstGeom prst="rect">
            <a:avLst/>
          </a:prstGeom>
        </p:spPr>
        <p:txBody>
          <a:bodyPr wrap="none" lIns="103879" tIns="51940" rIns="103879" bIns="51940">
            <a:spAutoFit/>
          </a:bodyPr>
          <a:lstStyle/>
          <a:p>
            <a:pPr algn="r" defTabSz="1038825"/>
            <a:fld id="{0502E5A9-B53C-401E-A0E0-4A359BB0A9E5}" type="slidenum">
              <a:rPr lang="en-US" sz="900" smtClean="0">
                <a:solidFill>
                  <a:prstClr val="white"/>
                </a:solidFill>
                <a:cs typeface="Arial" panose="020B0604020202020204" pitchFamily="34" charset="0"/>
              </a:rPr>
              <a:pPr algn="r" defTabSz="1038825"/>
              <a:t>‹#›</a:t>
            </a:fld>
            <a:endParaRPr lang="en-US" sz="900" dirty="0">
              <a:solidFill>
                <a:prstClr val="white"/>
              </a:solidFill>
              <a:cs typeface="Arial" panose="020B0604020202020204" pitchFamily="34" charset="0"/>
            </a:endParaRPr>
          </a:p>
        </p:txBody>
      </p:sp>
      <p:sp>
        <p:nvSpPr>
          <p:cNvPr id="14" name="Retângulo 43">
            <a:extLst>
              <a:ext uri="{FF2B5EF4-FFF2-40B4-BE49-F238E27FC236}">
                <a16:creationId xmlns:a16="http://schemas.microsoft.com/office/drawing/2014/main" id="{834ADCB4-BFB1-450D-8F6D-64217F4CD92C}"/>
              </a:ext>
            </a:extLst>
          </p:cNvPr>
          <p:cNvSpPr/>
          <p:nvPr userDrawn="1"/>
        </p:nvSpPr>
        <p:spPr>
          <a:xfrm>
            <a:off x="3411380" y="6555759"/>
            <a:ext cx="2223686" cy="219456"/>
          </a:xfrm>
          <a:prstGeom prst="rect">
            <a:avLst/>
          </a:prstGeom>
        </p:spPr>
        <p:txBody>
          <a:bodyPr wrap="none" lIns="0" tIns="0" rIns="0" bIns="0" anchor="ctr">
            <a:noAutofit/>
          </a:bodyPr>
          <a:lstStyle/>
          <a:p>
            <a:pPr defTabSz="1038825"/>
            <a:r>
              <a:rPr lang="en-US" sz="900" dirty="0">
                <a:solidFill>
                  <a:srgbClr val="EDEDED">
                    <a:lumMod val="50000"/>
                  </a:srgbClr>
                </a:solidFill>
                <a:cs typeface="Arial" panose="020B0604020202020204" pitchFamily="34" charset="0"/>
              </a:rPr>
              <a:t>© 2017 Capgemini. All rights reserved.</a:t>
            </a:r>
          </a:p>
        </p:txBody>
      </p:sp>
    </p:spTree>
    <p:extLst>
      <p:ext uri="{BB962C8B-B14F-4D97-AF65-F5344CB8AC3E}">
        <p14:creationId xmlns:p14="http://schemas.microsoft.com/office/powerpoint/2010/main" val="927950831"/>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ext with Shapes - Layout2">
    <p:bg>
      <p:bgPr>
        <a:solidFill>
          <a:srgbClr val="E6E7E7"/>
        </a:solidFill>
        <a:effectLst/>
      </p:bgPr>
    </p:bg>
    <p:spTree>
      <p:nvGrpSpPr>
        <p:cNvPr id="1" name=""/>
        <p:cNvGrpSpPr/>
        <p:nvPr/>
      </p:nvGrpSpPr>
      <p:grpSpPr>
        <a:xfrm>
          <a:off x="0" y="0"/>
          <a:ext cx="0" cy="0"/>
          <a:chOff x="0" y="0"/>
          <a:chExt cx="0" cy="0"/>
        </a:xfrm>
      </p:grpSpPr>
      <p:sp>
        <p:nvSpPr>
          <p:cNvPr id="10" name="Text Placeholder 13">
            <a:extLst>
              <a:ext uri="{FF2B5EF4-FFF2-40B4-BE49-F238E27FC236}">
                <a16:creationId xmlns:a16="http://schemas.microsoft.com/office/drawing/2014/main" id="{7D1DC75A-C7A4-44A4-B19C-D445335545B0}"/>
              </a:ext>
            </a:extLst>
          </p:cNvPr>
          <p:cNvSpPr>
            <a:spLocks noGrp="1"/>
          </p:cNvSpPr>
          <p:nvPr>
            <p:ph type="body" sz="quarter" idx="11" hasCustomPrompt="1"/>
          </p:nvPr>
        </p:nvSpPr>
        <p:spPr>
          <a:xfrm>
            <a:off x="407991" y="2204867"/>
            <a:ext cx="3618859" cy="2924629"/>
          </a:xfrm>
          <a:prstGeom prst="rect">
            <a:avLst/>
          </a:prstGeom>
        </p:spPr>
        <p:txBody>
          <a:bodyPr lIns="0" tIns="0" rIns="0" bIns="0" anchor="b">
            <a:normAutofit/>
          </a:bodyPr>
          <a:lstStyle>
            <a:lvl1pPr>
              <a:lnSpc>
                <a:spcPts val="7044"/>
              </a:lnSpc>
              <a:defRPr sz="6099">
                <a:solidFill>
                  <a:srgbClr val="2C004B"/>
                </a:solidFill>
              </a:defRPr>
            </a:lvl1pPr>
            <a:lvl2pPr marL="519412" indent="0">
              <a:lnSpc>
                <a:spcPts val="7044"/>
              </a:lnSpc>
              <a:buNone/>
              <a:defRPr sz="6099">
                <a:solidFill>
                  <a:srgbClr val="2C004B"/>
                </a:solidFill>
              </a:defRPr>
            </a:lvl2pPr>
          </a:lstStyle>
          <a:p>
            <a:pPr lvl="0"/>
            <a:r>
              <a:rPr lang="en-US" dirty="0"/>
              <a:t>Edit text styles</a:t>
            </a:r>
          </a:p>
        </p:txBody>
      </p:sp>
      <p:sp>
        <p:nvSpPr>
          <p:cNvPr id="11" name="Text Placeholder 13">
            <a:extLst>
              <a:ext uri="{FF2B5EF4-FFF2-40B4-BE49-F238E27FC236}">
                <a16:creationId xmlns:a16="http://schemas.microsoft.com/office/drawing/2014/main" id="{563879A0-0979-491A-8758-371BB7AD935B}"/>
              </a:ext>
            </a:extLst>
          </p:cNvPr>
          <p:cNvSpPr>
            <a:spLocks noGrp="1"/>
          </p:cNvSpPr>
          <p:nvPr>
            <p:ph type="body" sz="quarter" idx="12" hasCustomPrompt="1"/>
          </p:nvPr>
        </p:nvSpPr>
        <p:spPr>
          <a:xfrm>
            <a:off x="407991" y="5273460"/>
            <a:ext cx="3618859" cy="675820"/>
          </a:xfrm>
          <a:prstGeom prst="rect">
            <a:avLst/>
          </a:prstGeom>
        </p:spPr>
        <p:txBody>
          <a:bodyPr lIns="0" tIns="0" rIns="0" bIns="0">
            <a:normAutofit/>
          </a:bodyPr>
          <a:lstStyle>
            <a:lvl1pPr>
              <a:lnSpc>
                <a:spcPts val="2045"/>
              </a:lnSpc>
              <a:defRPr sz="1800">
                <a:solidFill>
                  <a:srgbClr val="2C004B"/>
                </a:solidFill>
              </a:defRPr>
            </a:lvl1pPr>
            <a:lvl2pPr marL="519412" indent="0">
              <a:buNone/>
              <a:defRPr sz="2000">
                <a:solidFill>
                  <a:srgbClr val="2C004B"/>
                </a:solidFill>
              </a:defRPr>
            </a:lvl2pPr>
          </a:lstStyle>
          <a:p>
            <a:pPr lvl="0"/>
            <a:r>
              <a:rPr lang="en-US" dirty="0"/>
              <a:t>Edit text styles</a:t>
            </a:r>
          </a:p>
        </p:txBody>
      </p:sp>
      <p:grpSp>
        <p:nvGrpSpPr>
          <p:cNvPr id="9" name="Group 8">
            <a:extLst>
              <a:ext uri="{FF2B5EF4-FFF2-40B4-BE49-F238E27FC236}">
                <a16:creationId xmlns:a16="http://schemas.microsoft.com/office/drawing/2014/main" id="{A76958A6-8FB1-445D-BB17-D619DC39E089}"/>
              </a:ext>
            </a:extLst>
          </p:cNvPr>
          <p:cNvGrpSpPr/>
          <p:nvPr userDrawn="1"/>
        </p:nvGrpSpPr>
        <p:grpSpPr>
          <a:xfrm>
            <a:off x="3461855" y="0"/>
            <a:ext cx="8730147" cy="6858000"/>
            <a:chOff x="3461852" y="0"/>
            <a:chExt cx="8730148" cy="6858000"/>
          </a:xfrm>
        </p:grpSpPr>
        <p:sp>
          <p:nvSpPr>
            <p:cNvPr id="12" name="Freeform: Shape 11">
              <a:extLst>
                <a:ext uri="{FF2B5EF4-FFF2-40B4-BE49-F238E27FC236}">
                  <a16:creationId xmlns:a16="http://schemas.microsoft.com/office/drawing/2014/main" id="{3C37792F-39D6-4A1F-BE84-103229E3E4C7}"/>
                </a:ext>
              </a:extLst>
            </p:cNvPr>
            <p:cNvSpPr/>
            <p:nvPr/>
          </p:nvSpPr>
          <p:spPr>
            <a:xfrm>
              <a:off x="3461852" y="0"/>
              <a:ext cx="8730148" cy="6858000"/>
            </a:xfrm>
            <a:custGeom>
              <a:avLst/>
              <a:gdLst>
                <a:gd name="connsiteX0" fmla="*/ 0 w 8730148"/>
                <a:gd name="connsiteY0" fmla="*/ 0 h 6858000"/>
                <a:gd name="connsiteX1" fmla="*/ 8730148 w 8730148"/>
                <a:gd name="connsiteY1" fmla="*/ 0 h 6858000"/>
                <a:gd name="connsiteX2" fmla="*/ 8730148 w 8730148"/>
                <a:gd name="connsiteY2" fmla="*/ 23679 h 6858000"/>
                <a:gd name="connsiteX3" fmla="*/ 8730148 w 8730148"/>
                <a:gd name="connsiteY3" fmla="*/ 495863 h 6858000"/>
                <a:gd name="connsiteX4" fmla="*/ 8730148 w 8730148"/>
                <a:gd name="connsiteY4" fmla="*/ 952308 h 6858000"/>
                <a:gd name="connsiteX5" fmla="*/ 8730148 w 8730148"/>
                <a:gd name="connsiteY5" fmla="*/ 1393283 h 6858000"/>
                <a:gd name="connsiteX6" fmla="*/ 8730148 w 8730148"/>
                <a:gd name="connsiteY6" fmla="*/ 1819052 h 6858000"/>
                <a:gd name="connsiteX7" fmla="*/ 8730148 w 8730148"/>
                <a:gd name="connsiteY7" fmla="*/ 2229885 h 6858000"/>
                <a:gd name="connsiteX8" fmla="*/ 8730148 w 8730148"/>
                <a:gd name="connsiteY8" fmla="*/ 2626046 h 6858000"/>
                <a:gd name="connsiteX9" fmla="*/ 8730148 w 8730148"/>
                <a:gd name="connsiteY9" fmla="*/ 3007803 h 6858000"/>
                <a:gd name="connsiteX10" fmla="*/ 8730148 w 8730148"/>
                <a:gd name="connsiteY10" fmla="*/ 3375422 h 6858000"/>
                <a:gd name="connsiteX11" fmla="*/ 8730148 w 8730148"/>
                <a:gd name="connsiteY11" fmla="*/ 3729171 h 6858000"/>
                <a:gd name="connsiteX12" fmla="*/ 8730148 w 8730148"/>
                <a:gd name="connsiteY12" fmla="*/ 4069315 h 6858000"/>
                <a:gd name="connsiteX13" fmla="*/ 8730148 w 8730148"/>
                <a:gd name="connsiteY13" fmla="*/ 4396123 h 6858000"/>
                <a:gd name="connsiteX14" fmla="*/ 8730148 w 8730148"/>
                <a:gd name="connsiteY14" fmla="*/ 4709860 h 6858000"/>
                <a:gd name="connsiteX15" fmla="*/ 8730148 w 8730148"/>
                <a:gd name="connsiteY15" fmla="*/ 5010793 h 6858000"/>
                <a:gd name="connsiteX16" fmla="*/ 8730148 w 8730148"/>
                <a:gd name="connsiteY16" fmla="*/ 5299189 h 6858000"/>
                <a:gd name="connsiteX17" fmla="*/ 8730148 w 8730148"/>
                <a:gd name="connsiteY17" fmla="*/ 5575315 h 6858000"/>
                <a:gd name="connsiteX18" fmla="*/ 8730148 w 8730148"/>
                <a:gd name="connsiteY18" fmla="*/ 5839437 h 6858000"/>
                <a:gd name="connsiteX19" fmla="*/ 8730148 w 8730148"/>
                <a:gd name="connsiteY19" fmla="*/ 6091822 h 6858000"/>
                <a:gd name="connsiteX20" fmla="*/ 8730148 w 8730148"/>
                <a:gd name="connsiteY20" fmla="*/ 6332738 h 6858000"/>
                <a:gd name="connsiteX21" fmla="*/ 8730148 w 8730148"/>
                <a:gd name="connsiteY21" fmla="*/ 6562450 h 6858000"/>
                <a:gd name="connsiteX22" fmla="*/ 8730148 w 8730148"/>
                <a:gd name="connsiteY22" fmla="*/ 6781226 h 6858000"/>
                <a:gd name="connsiteX23" fmla="*/ 8730148 w 8730148"/>
                <a:gd name="connsiteY23" fmla="*/ 6858000 h 6858000"/>
                <a:gd name="connsiteX24" fmla="*/ 1680266 w 8730148"/>
                <a:gd name="connsiteY24" fmla="*/ 6858000 h 6858000"/>
                <a:gd name="connsiteX25" fmla="*/ 1725275 w 8730148"/>
                <a:gd name="connsiteY25" fmla="*/ 6819058 h 6858000"/>
                <a:gd name="connsiteX26" fmla="*/ 3705962 w 8730148"/>
                <a:gd name="connsiteY26" fmla="*/ 2012619 h 6858000"/>
                <a:gd name="connsiteX27" fmla="*/ 116582 w 8730148"/>
                <a:gd name="connsiteY27" fmla="*/ 25323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8730148" h="6858000">
                  <a:moveTo>
                    <a:pt x="0" y="0"/>
                  </a:moveTo>
                  <a:lnTo>
                    <a:pt x="8730148" y="0"/>
                  </a:lnTo>
                  <a:lnTo>
                    <a:pt x="8730148" y="23679"/>
                  </a:lnTo>
                  <a:lnTo>
                    <a:pt x="8730148" y="495863"/>
                  </a:lnTo>
                  <a:lnTo>
                    <a:pt x="8730148" y="952308"/>
                  </a:lnTo>
                  <a:lnTo>
                    <a:pt x="8730148" y="1393283"/>
                  </a:lnTo>
                  <a:lnTo>
                    <a:pt x="8730148" y="1819052"/>
                  </a:lnTo>
                  <a:lnTo>
                    <a:pt x="8730148" y="2229885"/>
                  </a:lnTo>
                  <a:lnTo>
                    <a:pt x="8730148" y="2626046"/>
                  </a:lnTo>
                  <a:lnTo>
                    <a:pt x="8730148" y="3007803"/>
                  </a:lnTo>
                  <a:lnTo>
                    <a:pt x="8730148" y="3375422"/>
                  </a:lnTo>
                  <a:lnTo>
                    <a:pt x="8730148" y="3729171"/>
                  </a:lnTo>
                  <a:lnTo>
                    <a:pt x="8730148" y="4069315"/>
                  </a:lnTo>
                  <a:lnTo>
                    <a:pt x="8730148" y="4396123"/>
                  </a:lnTo>
                  <a:lnTo>
                    <a:pt x="8730148" y="4709860"/>
                  </a:lnTo>
                  <a:lnTo>
                    <a:pt x="8730148" y="5010793"/>
                  </a:lnTo>
                  <a:lnTo>
                    <a:pt x="8730148" y="5299189"/>
                  </a:lnTo>
                  <a:lnTo>
                    <a:pt x="8730148" y="5575315"/>
                  </a:lnTo>
                  <a:lnTo>
                    <a:pt x="8730148" y="5839437"/>
                  </a:lnTo>
                  <a:lnTo>
                    <a:pt x="8730148" y="6091822"/>
                  </a:lnTo>
                  <a:lnTo>
                    <a:pt x="8730148" y="6332738"/>
                  </a:lnTo>
                  <a:lnTo>
                    <a:pt x="8730148" y="6562450"/>
                  </a:lnTo>
                  <a:lnTo>
                    <a:pt x="8730148" y="6781226"/>
                  </a:lnTo>
                  <a:lnTo>
                    <a:pt x="8730148" y="6858000"/>
                  </a:lnTo>
                  <a:lnTo>
                    <a:pt x="1680266" y="6858000"/>
                  </a:lnTo>
                  <a:lnTo>
                    <a:pt x="1725275" y="6819058"/>
                  </a:lnTo>
                  <a:cubicBezTo>
                    <a:pt x="4662995" y="4201443"/>
                    <a:pt x="4141233" y="1217168"/>
                    <a:pt x="3705962" y="2012619"/>
                  </a:cubicBezTo>
                  <a:cubicBezTo>
                    <a:pt x="3516434" y="3033940"/>
                    <a:pt x="1425698" y="2929072"/>
                    <a:pt x="116582" y="253235"/>
                  </a:cubicBezTo>
                  <a:close/>
                </a:path>
              </a:pathLst>
            </a:custGeom>
            <a:solidFill>
              <a:srgbClr val="2C00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38825"/>
              <a:endParaRPr lang="pt-PT" sz="2000">
                <a:solidFill>
                  <a:prstClr val="white"/>
                </a:solidFill>
              </a:endParaRPr>
            </a:p>
          </p:txBody>
        </p:sp>
        <p:sp>
          <p:nvSpPr>
            <p:cNvPr id="13" name="Freeform 10">
              <a:extLst>
                <a:ext uri="{FF2B5EF4-FFF2-40B4-BE49-F238E27FC236}">
                  <a16:creationId xmlns:a16="http://schemas.microsoft.com/office/drawing/2014/main" id="{D9D750E2-E6DE-4123-9001-1391D1C49BBA}"/>
                </a:ext>
              </a:extLst>
            </p:cNvPr>
            <p:cNvSpPr>
              <a:spLocks/>
            </p:cNvSpPr>
            <p:nvPr/>
          </p:nvSpPr>
          <p:spPr bwMode="auto">
            <a:xfrm>
              <a:off x="6813803" y="2034666"/>
              <a:ext cx="669225" cy="544797"/>
            </a:xfrm>
            <a:custGeom>
              <a:avLst/>
              <a:gdLst>
                <a:gd name="T0" fmla="*/ 98 w 149"/>
                <a:gd name="T1" fmla="*/ 84 h 121"/>
                <a:gd name="T2" fmla="*/ 149 w 149"/>
                <a:gd name="T3" fmla="*/ 34 h 121"/>
                <a:gd name="T4" fmla="*/ 112 w 149"/>
                <a:gd name="T5" fmla="*/ 0 h 121"/>
                <a:gd name="T6" fmla="*/ 39 w 149"/>
                <a:gd name="T7" fmla="*/ 78 h 121"/>
                <a:gd name="T8" fmla="*/ 0 w 149"/>
                <a:gd name="T9" fmla="*/ 113 h 121"/>
                <a:gd name="T10" fmla="*/ 29 w 149"/>
                <a:gd name="T11" fmla="*/ 121 h 121"/>
                <a:gd name="T12" fmla="*/ 99 w 149"/>
                <a:gd name="T13" fmla="*/ 99 h 121"/>
                <a:gd name="T14" fmla="*/ 64 w 149"/>
                <a:gd name="T15" fmla="*/ 67 h 121"/>
                <a:gd name="T16" fmla="*/ 98 w 149"/>
                <a:gd name="T17" fmla="*/ 84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9" h="121">
                  <a:moveTo>
                    <a:pt x="98" y="84"/>
                  </a:moveTo>
                  <a:cubicBezTo>
                    <a:pt x="127" y="84"/>
                    <a:pt x="149" y="61"/>
                    <a:pt x="149" y="34"/>
                  </a:cubicBezTo>
                  <a:cubicBezTo>
                    <a:pt x="147" y="22"/>
                    <a:pt x="143" y="0"/>
                    <a:pt x="112" y="0"/>
                  </a:cubicBezTo>
                  <a:cubicBezTo>
                    <a:pt x="78" y="0"/>
                    <a:pt x="67" y="47"/>
                    <a:pt x="39" y="78"/>
                  </a:cubicBezTo>
                  <a:cubicBezTo>
                    <a:pt x="37" y="95"/>
                    <a:pt x="20" y="111"/>
                    <a:pt x="0" y="113"/>
                  </a:cubicBezTo>
                  <a:cubicBezTo>
                    <a:pt x="5" y="118"/>
                    <a:pt x="16" y="121"/>
                    <a:pt x="29" y="121"/>
                  </a:cubicBezTo>
                  <a:cubicBezTo>
                    <a:pt x="54" y="121"/>
                    <a:pt x="83" y="114"/>
                    <a:pt x="99" y="99"/>
                  </a:cubicBezTo>
                  <a:cubicBezTo>
                    <a:pt x="78" y="99"/>
                    <a:pt x="65" y="86"/>
                    <a:pt x="64" y="67"/>
                  </a:cubicBezTo>
                  <a:cubicBezTo>
                    <a:pt x="74" y="79"/>
                    <a:pt x="85" y="84"/>
                    <a:pt x="98" y="84"/>
                  </a:cubicBezTo>
                </a:path>
              </a:pathLst>
            </a:custGeom>
            <a:solidFill>
              <a:srgbClr val="00B9E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38825"/>
              <a:endParaRPr lang="pt-PT" sz="2000">
                <a:solidFill>
                  <a:srgbClr val="000000"/>
                </a:solidFill>
              </a:endParaRPr>
            </a:p>
          </p:txBody>
        </p:sp>
        <p:sp>
          <p:nvSpPr>
            <p:cNvPr id="14" name="Freeform 11">
              <a:extLst>
                <a:ext uri="{FF2B5EF4-FFF2-40B4-BE49-F238E27FC236}">
                  <a16:creationId xmlns:a16="http://schemas.microsoft.com/office/drawing/2014/main" id="{53936070-5445-4D5B-B6F0-A72D3CC87FBE}"/>
                </a:ext>
              </a:extLst>
            </p:cNvPr>
            <p:cNvSpPr>
              <a:spLocks/>
            </p:cNvSpPr>
            <p:nvPr/>
          </p:nvSpPr>
          <p:spPr bwMode="auto">
            <a:xfrm>
              <a:off x="6464057" y="1641201"/>
              <a:ext cx="1018971" cy="860913"/>
            </a:xfrm>
            <a:custGeom>
              <a:avLst/>
              <a:gdLst>
                <a:gd name="T0" fmla="*/ 227 w 227"/>
                <a:gd name="T1" fmla="*/ 120 h 192"/>
                <a:gd name="T2" fmla="*/ 188 w 227"/>
                <a:gd name="T3" fmla="*/ 40 h 192"/>
                <a:gd name="T4" fmla="*/ 127 w 227"/>
                <a:gd name="T5" fmla="*/ 2 h 192"/>
                <a:gd name="T6" fmla="*/ 122 w 227"/>
                <a:gd name="T7" fmla="*/ 0 h 192"/>
                <a:gd name="T8" fmla="*/ 121 w 227"/>
                <a:gd name="T9" fmla="*/ 0 h 192"/>
                <a:gd name="T10" fmla="*/ 0 w 227"/>
                <a:gd name="T11" fmla="*/ 125 h 192"/>
                <a:gd name="T12" fmla="*/ 42 w 227"/>
                <a:gd name="T13" fmla="*/ 187 h 192"/>
                <a:gd name="T14" fmla="*/ 85 w 227"/>
                <a:gd name="T15" fmla="*/ 187 h 192"/>
                <a:gd name="T16" fmla="*/ 117 w 227"/>
                <a:gd name="T17" fmla="*/ 166 h 192"/>
                <a:gd name="T18" fmla="*/ 190 w 227"/>
                <a:gd name="T19" fmla="*/ 88 h 192"/>
                <a:gd name="T20" fmla="*/ 227 w 227"/>
                <a:gd name="T21" fmla="*/ 122 h 192"/>
                <a:gd name="T22" fmla="*/ 227 w 227"/>
                <a:gd name="T23" fmla="*/ 120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7" h="192">
                  <a:moveTo>
                    <a:pt x="227" y="120"/>
                  </a:moveTo>
                  <a:cubicBezTo>
                    <a:pt x="226" y="88"/>
                    <a:pt x="211" y="61"/>
                    <a:pt x="188" y="40"/>
                  </a:cubicBezTo>
                  <a:cubicBezTo>
                    <a:pt x="170" y="23"/>
                    <a:pt x="149" y="11"/>
                    <a:pt x="127" y="2"/>
                  </a:cubicBezTo>
                  <a:cubicBezTo>
                    <a:pt x="125" y="1"/>
                    <a:pt x="123" y="0"/>
                    <a:pt x="122" y="0"/>
                  </a:cubicBezTo>
                  <a:cubicBezTo>
                    <a:pt x="122" y="0"/>
                    <a:pt x="122" y="0"/>
                    <a:pt x="121" y="0"/>
                  </a:cubicBezTo>
                  <a:cubicBezTo>
                    <a:pt x="94" y="32"/>
                    <a:pt x="0" y="57"/>
                    <a:pt x="0" y="125"/>
                  </a:cubicBezTo>
                  <a:cubicBezTo>
                    <a:pt x="0" y="152"/>
                    <a:pt x="17" y="176"/>
                    <a:pt x="42" y="187"/>
                  </a:cubicBezTo>
                  <a:cubicBezTo>
                    <a:pt x="56" y="192"/>
                    <a:pt x="70" y="192"/>
                    <a:pt x="85" y="187"/>
                  </a:cubicBezTo>
                  <a:cubicBezTo>
                    <a:pt x="98" y="183"/>
                    <a:pt x="108" y="175"/>
                    <a:pt x="117" y="166"/>
                  </a:cubicBezTo>
                  <a:cubicBezTo>
                    <a:pt x="145" y="135"/>
                    <a:pt x="156" y="88"/>
                    <a:pt x="190" y="88"/>
                  </a:cubicBezTo>
                  <a:cubicBezTo>
                    <a:pt x="221" y="88"/>
                    <a:pt x="225" y="110"/>
                    <a:pt x="227" y="122"/>
                  </a:cubicBezTo>
                  <a:cubicBezTo>
                    <a:pt x="227" y="122"/>
                    <a:pt x="227" y="121"/>
                    <a:pt x="227" y="120"/>
                  </a:cubicBezTo>
                </a:path>
              </a:pathLst>
            </a:custGeom>
            <a:solidFill>
              <a:srgbClr val="007DB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38825"/>
              <a:endParaRPr lang="pt-PT" sz="2000">
                <a:solidFill>
                  <a:srgbClr val="000000"/>
                </a:solidFill>
              </a:endParaRPr>
            </a:p>
          </p:txBody>
        </p:sp>
      </p:grpSp>
      <p:sp>
        <p:nvSpPr>
          <p:cNvPr id="8" name="Retângulo 43">
            <a:extLst>
              <a:ext uri="{FF2B5EF4-FFF2-40B4-BE49-F238E27FC236}">
                <a16:creationId xmlns:a16="http://schemas.microsoft.com/office/drawing/2014/main" id="{834ADCB4-BFB1-450D-8F6D-64217F4CD92C}"/>
              </a:ext>
            </a:extLst>
          </p:cNvPr>
          <p:cNvSpPr/>
          <p:nvPr userDrawn="1"/>
        </p:nvSpPr>
        <p:spPr>
          <a:xfrm>
            <a:off x="9496660" y="6555759"/>
            <a:ext cx="2223686" cy="219456"/>
          </a:xfrm>
          <a:prstGeom prst="rect">
            <a:avLst/>
          </a:prstGeom>
        </p:spPr>
        <p:txBody>
          <a:bodyPr wrap="none" lIns="0" tIns="0" rIns="0" bIns="0" anchor="ctr">
            <a:noAutofit/>
          </a:bodyPr>
          <a:lstStyle/>
          <a:p>
            <a:pPr defTabSz="1038825"/>
            <a:r>
              <a:rPr lang="en-US" sz="900" dirty="0">
                <a:solidFill>
                  <a:prstClr val="white"/>
                </a:solidFill>
                <a:cs typeface="Arial" panose="020B0604020202020204" pitchFamily="34" charset="0"/>
              </a:rPr>
              <a:t>© 2018 Capgemini. All rights reserved.</a:t>
            </a:r>
          </a:p>
        </p:txBody>
      </p:sp>
      <p:sp>
        <p:nvSpPr>
          <p:cNvPr id="15" name="Retângulo 43">
            <a:extLst>
              <a:ext uri="{FF2B5EF4-FFF2-40B4-BE49-F238E27FC236}">
                <a16:creationId xmlns:a16="http://schemas.microsoft.com/office/drawing/2014/main" id="{25FC8637-25BD-4C09-AF25-56B4243DAB3D}"/>
              </a:ext>
            </a:extLst>
          </p:cNvPr>
          <p:cNvSpPr/>
          <p:nvPr userDrawn="1"/>
        </p:nvSpPr>
        <p:spPr>
          <a:xfrm>
            <a:off x="11616126" y="6555758"/>
            <a:ext cx="410263" cy="243362"/>
          </a:xfrm>
          <a:prstGeom prst="rect">
            <a:avLst/>
          </a:prstGeom>
        </p:spPr>
        <p:txBody>
          <a:bodyPr wrap="none" lIns="103879" tIns="51940" rIns="103879" bIns="51940">
            <a:spAutoFit/>
          </a:bodyPr>
          <a:lstStyle/>
          <a:p>
            <a:pPr algn="r" defTabSz="1038825"/>
            <a:fld id="{0502E5A9-B53C-401E-A0E0-4A359BB0A9E5}" type="slidenum">
              <a:rPr lang="en-US" sz="900" smtClean="0">
                <a:solidFill>
                  <a:prstClr val="white"/>
                </a:solidFill>
                <a:cs typeface="Arial" panose="020B0604020202020204" pitchFamily="34" charset="0"/>
              </a:rPr>
              <a:pPr algn="r" defTabSz="1038825"/>
              <a:t>‹#›</a:t>
            </a:fld>
            <a:endParaRPr lang="en-US" sz="900" dirty="0">
              <a:solidFill>
                <a:prstClr val="white"/>
              </a:solidFill>
              <a:cs typeface="Arial" panose="020B0604020202020204" pitchFamily="34" charset="0"/>
            </a:endParaRPr>
          </a:p>
        </p:txBody>
      </p:sp>
      <p:sp>
        <p:nvSpPr>
          <p:cNvPr id="16" name="Rectangle 27">
            <a:hlinkClick r:id="rId2"/>
            <a:extLst>
              <a:ext uri="{FF2B5EF4-FFF2-40B4-BE49-F238E27FC236}">
                <a16:creationId xmlns:a16="http://schemas.microsoft.com/office/drawing/2014/main" id="{F376ABD1-4930-42EB-9A73-9A9C7C6BF2D3}"/>
              </a:ext>
            </a:extLst>
          </p:cNvPr>
          <p:cNvSpPr/>
          <p:nvPr userDrawn="1"/>
        </p:nvSpPr>
        <p:spPr>
          <a:xfrm>
            <a:off x="406470" y="6555972"/>
            <a:ext cx="2829007" cy="219456"/>
          </a:xfrm>
          <a:prstGeom prst="rect">
            <a:avLst/>
          </a:prstGeom>
        </p:spPr>
        <p:txBody>
          <a:bodyPr wrap="square" lIns="0" tIns="0" rIns="0" bIns="0" anchor="ctr" anchorCtr="0">
            <a:noAutofit/>
          </a:bodyPr>
          <a:lstStyle/>
          <a:p>
            <a:pPr defTabSz="1038825">
              <a:lnSpc>
                <a:spcPct val="85000"/>
              </a:lnSpc>
              <a:defRPr/>
            </a:pPr>
            <a:r>
              <a:rPr lang="pt-BR" sz="900" kern="0" dirty="0" err="1">
                <a:solidFill>
                  <a:srgbClr val="00458D"/>
                </a:solidFill>
                <a:cs typeface="Arial" panose="020B0604020202020204" pitchFamily="34" charset="0"/>
              </a:rPr>
              <a:t>Brazil</a:t>
            </a:r>
            <a:r>
              <a:rPr lang="pt-BR" sz="900" kern="0" dirty="0">
                <a:solidFill>
                  <a:srgbClr val="00458D"/>
                </a:solidFill>
                <a:cs typeface="Arial" panose="020B0604020202020204" pitchFamily="34" charset="0"/>
              </a:rPr>
              <a:t> Rate </a:t>
            </a:r>
            <a:r>
              <a:rPr lang="pt-BR" sz="900" kern="0" dirty="0" err="1">
                <a:solidFill>
                  <a:srgbClr val="00458D"/>
                </a:solidFill>
                <a:cs typeface="Arial" panose="020B0604020202020204" pitchFamily="34" charset="0"/>
              </a:rPr>
              <a:t>Card</a:t>
            </a:r>
            <a:endParaRPr lang="en-US" sz="900" kern="0" dirty="0">
              <a:solidFill>
                <a:srgbClr val="00458D"/>
              </a:solidFill>
              <a:cs typeface="Arial" panose="020B0604020202020204" pitchFamily="34" charset="0"/>
            </a:endParaRPr>
          </a:p>
        </p:txBody>
      </p:sp>
    </p:spTree>
    <p:extLst>
      <p:ext uri="{BB962C8B-B14F-4D97-AF65-F5344CB8AC3E}">
        <p14:creationId xmlns:p14="http://schemas.microsoft.com/office/powerpoint/2010/main" val="7968569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lank-White">
    <p:spTree>
      <p:nvGrpSpPr>
        <p:cNvPr id="1" name=""/>
        <p:cNvGrpSpPr/>
        <p:nvPr/>
      </p:nvGrpSpPr>
      <p:grpSpPr>
        <a:xfrm>
          <a:off x="0" y="0"/>
          <a:ext cx="0" cy="0"/>
          <a:chOff x="0" y="0"/>
          <a:chExt cx="0" cy="0"/>
        </a:xfrm>
      </p:grpSpPr>
      <p:sp>
        <p:nvSpPr>
          <p:cNvPr id="3" name="Retângulo 43">
            <a:extLst>
              <a:ext uri="{FF2B5EF4-FFF2-40B4-BE49-F238E27FC236}">
                <a16:creationId xmlns:a16="http://schemas.microsoft.com/office/drawing/2014/main" id="{25FC8637-25BD-4C09-AF25-56B4243DAB3D}"/>
              </a:ext>
            </a:extLst>
          </p:cNvPr>
          <p:cNvSpPr/>
          <p:nvPr userDrawn="1"/>
        </p:nvSpPr>
        <p:spPr>
          <a:xfrm>
            <a:off x="11374826" y="6555758"/>
            <a:ext cx="410263" cy="243362"/>
          </a:xfrm>
          <a:prstGeom prst="rect">
            <a:avLst/>
          </a:prstGeom>
        </p:spPr>
        <p:txBody>
          <a:bodyPr wrap="none" lIns="103879" tIns="51940" rIns="103879" bIns="51940">
            <a:spAutoFit/>
          </a:bodyPr>
          <a:lstStyle/>
          <a:p>
            <a:pPr algn="r" defTabSz="1038825"/>
            <a:fld id="{0502E5A9-B53C-401E-A0E0-4A359BB0A9E5}" type="slidenum">
              <a:rPr lang="en-US" sz="900" smtClean="0">
                <a:solidFill>
                  <a:prstClr val="black">
                    <a:lumMod val="50000"/>
                    <a:lumOff val="50000"/>
                  </a:prstClr>
                </a:solidFill>
                <a:cs typeface="Arial" panose="020B0604020202020204" pitchFamily="34" charset="0"/>
              </a:rPr>
              <a:pPr algn="r" defTabSz="1038825"/>
              <a:t>‹#›</a:t>
            </a:fld>
            <a:endParaRPr lang="en-US" sz="900" dirty="0">
              <a:solidFill>
                <a:prstClr val="black">
                  <a:lumMod val="50000"/>
                  <a:lumOff val="50000"/>
                </a:prstClr>
              </a:solidFill>
              <a:cs typeface="Arial" panose="020B0604020202020204" pitchFamily="34" charset="0"/>
            </a:endParaRPr>
          </a:p>
        </p:txBody>
      </p:sp>
      <p:cxnSp>
        <p:nvCxnSpPr>
          <p:cNvPr id="7"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2521030" y="659965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10" name="Retângulo 43">
            <a:extLst>
              <a:ext uri="{FF2B5EF4-FFF2-40B4-BE49-F238E27FC236}">
                <a16:creationId xmlns:a16="http://schemas.microsoft.com/office/drawing/2014/main" id="{834ADCB4-BFB1-450D-8F6D-64217F4CD92C}"/>
              </a:ext>
            </a:extLst>
          </p:cNvPr>
          <p:cNvSpPr/>
          <p:nvPr userDrawn="1"/>
        </p:nvSpPr>
        <p:spPr>
          <a:xfrm>
            <a:off x="2687480" y="6567711"/>
            <a:ext cx="2223686" cy="219456"/>
          </a:xfrm>
          <a:prstGeom prst="rect">
            <a:avLst/>
          </a:prstGeom>
        </p:spPr>
        <p:txBody>
          <a:bodyPr wrap="none" lIns="0" tIns="0" rIns="0" bIns="0" anchor="ctr">
            <a:noAutofit/>
          </a:bodyPr>
          <a:lstStyle/>
          <a:p>
            <a:pPr defTabSz="1038825"/>
            <a:r>
              <a:rPr lang="en-US" sz="900" dirty="0">
                <a:solidFill>
                  <a:srgbClr val="EDEDED">
                    <a:lumMod val="50000"/>
                  </a:srgbClr>
                </a:solidFill>
                <a:cs typeface="Arial" panose="020B0604020202020204" pitchFamily="34" charset="0"/>
              </a:rPr>
              <a:t>© 2020 Capgemini. All rights reserved.</a:t>
            </a:r>
          </a:p>
        </p:txBody>
      </p:sp>
      <p:sp>
        <p:nvSpPr>
          <p:cNvPr id="8" name="Title Placeholder 1">
            <a:extLst>
              <a:ext uri="{FF2B5EF4-FFF2-40B4-BE49-F238E27FC236}">
                <a16:creationId xmlns:a16="http://schemas.microsoft.com/office/drawing/2014/main" id="{2C1826B2-5D29-41CF-8193-E6254A651F34}"/>
              </a:ext>
            </a:extLst>
          </p:cNvPr>
          <p:cNvSpPr>
            <a:spLocks noGrp="1"/>
          </p:cNvSpPr>
          <p:nvPr>
            <p:ph type="title"/>
          </p:nvPr>
        </p:nvSpPr>
        <p:spPr>
          <a:xfrm>
            <a:off x="407988" y="404815"/>
            <a:ext cx="11016604" cy="863601"/>
          </a:xfrm>
          <a:prstGeom prst="rect">
            <a:avLst/>
          </a:prstGeom>
        </p:spPr>
        <p:txBody>
          <a:bodyPr vert="horz" lIns="0" tIns="0" rIns="0" bIns="0" rtlCol="0" anchor="t">
            <a:normAutofit/>
          </a:bodyPr>
          <a:lstStyle>
            <a:lvl1pPr>
              <a:defRPr sz="2600">
                <a:solidFill>
                  <a:schemeClr val="accent1"/>
                </a:solidFill>
              </a:defRPr>
            </a:lvl1pPr>
          </a:lstStyle>
          <a:p>
            <a:pPr lvl="0">
              <a:lnSpc>
                <a:spcPts val="3408"/>
              </a:lnSpc>
            </a:pPr>
            <a:r>
              <a:rPr lang="en-US" dirty="0"/>
              <a:t>Click to edit Master title style</a:t>
            </a:r>
            <a:endParaRPr lang="pt-PT" dirty="0"/>
          </a:p>
        </p:txBody>
      </p:sp>
    </p:spTree>
    <p:extLst>
      <p:ext uri="{BB962C8B-B14F-4D97-AF65-F5344CB8AC3E}">
        <p14:creationId xmlns:p14="http://schemas.microsoft.com/office/powerpoint/2010/main" val="23767553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5_Blank-White">
    <p:spTree>
      <p:nvGrpSpPr>
        <p:cNvPr id="1" name=""/>
        <p:cNvGrpSpPr/>
        <p:nvPr/>
      </p:nvGrpSpPr>
      <p:grpSpPr>
        <a:xfrm>
          <a:off x="0" y="0"/>
          <a:ext cx="0" cy="0"/>
          <a:chOff x="0" y="0"/>
          <a:chExt cx="0" cy="0"/>
        </a:xfrm>
      </p:grpSpPr>
      <p:sp>
        <p:nvSpPr>
          <p:cNvPr id="3" name="Retângulo 43">
            <a:extLst>
              <a:ext uri="{FF2B5EF4-FFF2-40B4-BE49-F238E27FC236}">
                <a16:creationId xmlns:a16="http://schemas.microsoft.com/office/drawing/2014/main" id="{25FC8637-25BD-4C09-AF25-56B4243DAB3D}"/>
              </a:ext>
            </a:extLst>
          </p:cNvPr>
          <p:cNvSpPr/>
          <p:nvPr userDrawn="1"/>
        </p:nvSpPr>
        <p:spPr>
          <a:xfrm>
            <a:off x="11374826" y="6555758"/>
            <a:ext cx="410263" cy="243362"/>
          </a:xfrm>
          <a:prstGeom prst="rect">
            <a:avLst/>
          </a:prstGeom>
        </p:spPr>
        <p:txBody>
          <a:bodyPr wrap="none" lIns="103879" tIns="51940" rIns="103879" bIns="51940">
            <a:spAutoFit/>
          </a:bodyPr>
          <a:lstStyle/>
          <a:p>
            <a:pPr algn="r" defTabSz="1038825"/>
            <a:fld id="{0502E5A9-B53C-401E-A0E0-4A359BB0A9E5}" type="slidenum">
              <a:rPr lang="en-US" sz="900" smtClean="0">
                <a:solidFill>
                  <a:prstClr val="black">
                    <a:lumMod val="50000"/>
                    <a:lumOff val="50000"/>
                  </a:prstClr>
                </a:solidFill>
                <a:cs typeface="Arial" panose="020B0604020202020204" pitchFamily="34" charset="0"/>
              </a:rPr>
              <a:pPr algn="r" defTabSz="1038825"/>
              <a:t>‹#›</a:t>
            </a:fld>
            <a:endParaRPr lang="en-US" sz="900" dirty="0">
              <a:solidFill>
                <a:prstClr val="black">
                  <a:lumMod val="50000"/>
                  <a:lumOff val="50000"/>
                </a:prstClr>
              </a:solidFill>
              <a:cs typeface="Arial" panose="020B0604020202020204" pitchFamily="34" charset="0"/>
            </a:endParaRPr>
          </a:p>
        </p:txBody>
      </p:sp>
      <p:cxnSp>
        <p:nvCxnSpPr>
          <p:cNvPr id="7"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2978230" y="659965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6" name="Rectangle 27">
            <a:hlinkClick r:id="rId2"/>
            <a:extLst>
              <a:ext uri="{FF2B5EF4-FFF2-40B4-BE49-F238E27FC236}">
                <a16:creationId xmlns:a16="http://schemas.microsoft.com/office/drawing/2014/main" id="{F376ABD1-4930-42EB-9A73-9A9C7C6BF2D3}"/>
              </a:ext>
            </a:extLst>
          </p:cNvPr>
          <p:cNvSpPr/>
          <p:nvPr userDrawn="1"/>
        </p:nvSpPr>
        <p:spPr>
          <a:xfrm>
            <a:off x="406471" y="6567711"/>
            <a:ext cx="2138610" cy="219456"/>
          </a:xfrm>
          <a:prstGeom prst="rect">
            <a:avLst/>
          </a:prstGeom>
        </p:spPr>
        <p:txBody>
          <a:bodyPr wrap="square" lIns="0" tIns="0" rIns="0" bIns="0" anchor="ctr" anchorCtr="0">
            <a:noAutofit/>
          </a:bodyPr>
          <a:lstStyle/>
          <a:p>
            <a:pPr defTabSz="1038825">
              <a:lnSpc>
                <a:spcPct val="85000"/>
              </a:lnSpc>
              <a:defRPr/>
            </a:pPr>
            <a:r>
              <a:rPr lang="en-IN" sz="900" kern="0" dirty="0">
                <a:solidFill>
                  <a:srgbClr val="00458D"/>
                </a:solidFill>
                <a:cs typeface="Arial" panose="020B0604020202020204" pitchFamily="34" charset="0"/>
              </a:rPr>
              <a:t>Capgemini I&amp;A Tech Monthly Review </a:t>
            </a:r>
            <a:endParaRPr lang="en-US" sz="900" kern="0" dirty="0">
              <a:solidFill>
                <a:srgbClr val="00458D"/>
              </a:solidFill>
              <a:cs typeface="Arial" panose="020B0604020202020204" pitchFamily="34" charset="0"/>
            </a:endParaRPr>
          </a:p>
        </p:txBody>
      </p:sp>
      <p:sp>
        <p:nvSpPr>
          <p:cNvPr id="10" name="Retângulo 43">
            <a:extLst>
              <a:ext uri="{FF2B5EF4-FFF2-40B4-BE49-F238E27FC236}">
                <a16:creationId xmlns:a16="http://schemas.microsoft.com/office/drawing/2014/main" id="{834ADCB4-BFB1-450D-8F6D-64217F4CD92C}"/>
              </a:ext>
            </a:extLst>
          </p:cNvPr>
          <p:cNvSpPr/>
          <p:nvPr userDrawn="1"/>
        </p:nvSpPr>
        <p:spPr>
          <a:xfrm>
            <a:off x="3411380" y="6567711"/>
            <a:ext cx="2223686" cy="219456"/>
          </a:xfrm>
          <a:prstGeom prst="rect">
            <a:avLst/>
          </a:prstGeom>
        </p:spPr>
        <p:txBody>
          <a:bodyPr wrap="none" lIns="0" tIns="0" rIns="0" bIns="0" anchor="ctr">
            <a:noAutofit/>
          </a:bodyPr>
          <a:lstStyle/>
          <a:p>
            <a:pPr defTabSz="1038825"/>
            <a:r>
              <a:rPr lang="en-US" sz="900" dirty="0">
                <a:solidFill>
                  <a:srgbClr val="EDEDED">
                    <a:lumMod val="50000"/>
                  </a:srgbClr>
                </a:solidFill>
                <a:cs typeface="Arial" panose="020B0604020202020204" pitchFamily="34" charset="0"/>
              </a:rPr>
              <a:t>© 2019 Capgemini. All rights reserved.</a:t>
            </a:r>
          </a:p>
        </p:txBody>
      </p:sp>
      <p:sp>
        <p:nvSpPr>
          <p:cNvPr id="8" name="Title Placeholder 1">
            <a:extLst>
              <a:ext uri="{FF2B5EF4-FFF2-40B4-BE49-F238E27FC236}">
                <a16:creationId xmlns:a16="http://schemas.microsoft.com/office/drawing/2014/main" id="{2C1826B2-5D29-41CF-8193-E6254A651F34}"/>
              </a:ext>
            </a:extLst>
          </p:cNvPr>
          <p:cNvSpPr>
            <a:spLocks noGrp="1"/>
          </p:cNvSpPr>
          <p:nvPr>
            <p:ph type="title"/>
          </p:nvPr>
        </p:nvSpPr>
        <p:spPr>
          <a:xfrm>
            <a:off x="407988" y="404815"/>
            <a:ext cx="11016604" cy="863601"/>
          </a:xfrm>
          <a:prstGeom prst="rect">
            <a:avLst/>
          </a:prstGeom>
        </p:spPr>
        <p:txBody>
          <a:bodyPr vert="horz" lIns="0" tIns="0" rIns="0" bIns="0" rtlCol="0" anchor="t">
            <a:normAutofit/>
          </a:bodyPr>
          <a:lstStyle>
            <a:lvl1pPr>
              <a:defRPr sz="2600">
                <a:solidFill>
                  <a:schemeClr val="accent1"/>
                </a:solidFill>
              </a:defRPr>
            </a:lvl1pPr>
          </a:lstStyle>
          <a:p>
            <a:pPr lvl="0">
              <a:lnSpc>
                <a:spcPts val="3408"/>
              </a:lnSpc>
            </a:pPr>
            <a:r>
              <a:rPr lang="en-US" dirty="0"/>
              <a:t>Click to edit Master title style</a:t>
            </a:r>
            <a:endParaRPr lang="pt-PT" dirty="0"/>
          </a:p>
        </p:txBody>
      </p:sp>
      <p:sp>
        <p:nvSpPr>
          <p:cNvPr id="12" name="Freeform 6">
            <a:extLst>
              <a:ext uri="{FF2B5EF4-FFF2-40B4-BE49-F238E27FC236}">
                <a16:creationId xmlns:a16="http://schemas.microsoft.com/office/drawing/2014/main" id="{D99E8012-8BEE-4799-904E-867670432F2D}"/>
              </a:ext>
            </a:extLst>
          </p:cNvPr>
          <p:cNvSpPr>
            <a:spLocks/>
          </p:cNvSpPr>
          <p:nvPr userDrawn="1"/>
        </p:nvSpPr>
        <p:spPr bwMode="auto">
          <a:xfrm>
            <a:off x="6258848" y="0"/>
            <a:ext cx="5933152" cy="2073918"/>
          </a:xfrm>
          <a:custGeom>
            <a:avLst/>
            <a:gdLst/>
            <a:ahLst/>
            <a:cxnLst>
              <a:cxn ang="0">
                <a:pos x="1871" y="215"/>
              </a:cxn>
              <a:cxn ang="0">
                <a:pos x="1871" y="223"/>
              </a:cxn>
              <a:cxn ang="0">
                <a:pos x="1868" y="226"/>
              </a:cxn>
              <a:cxn ang="0">
                <a:pos x="1857" y="280"/>
              </a:cxn>
              <a:cxn ang="0">
                <a:pos x="1803" y="433"/>
              </a:cxn>
              <a:cxn ang="0">
                <a:pos x="1706" y="562"/>
              </a:cxn>
              <a:cxn ang="0">
                <a:pos x="1530" y="646"/>
              </a:cxn>
              <a:cxn ang="0">
                <a:pos x="1442" y="654"/>
              </a:cxn>
              <a:cxn ang="0">
                <a:pos x="1431" y="649"/>
              </a:cxn>
              <a:cxn ang="0">
                <a:pos x="1374" y="588"/>
              </a:cxn>
              <a:cxn ang="0">
                <a:pos x="1221" y="521"/>
              </a:cxn>
              <a:cxn ang="0">
                <a:pos x="1005" y="471"/>
              </a:cxn>
              <a:cxn ang="0">
                <a:pos x="680" y="410"/>
              </a:cxn>
              <a:cxn ang="0">
                <a:pos x="399" y="335"/>
              </a:cxn>
              <a:cxn ang="0">
                <a:pos x="173" y="224"/>
              </a:cxn>
              <a:cxn ang="0">
                <a:pos x="12" y="36"/>
              </a:cxn>
              <a:cxn ang="0">
                <a:pos x="1" y="0"/>
              </a:cxn>
              <a:cxn ang="0">
                <a:pos x="49" y="0"/>
              </a:cxn>
              <a:cxn ang="0">
                <a:pos x="1856" y="0"/>
              </a:cxn>
              <a:cxn ang="0">
                <a:pos x="1869" y="13"/>
              </a:cxn>
              <a:cxn ang="0">
                <a:pos x="1869" y="205"/>
              </a:cxn>
              <a:cxn ang="0">
                <a:pos x="1871" y="215"/>
              </a:cxn>
            </a:cxnLst>
            <a:rect l="0" t="0" r="r" b="b"/>
            <a:pathLst>
              <a:path w="1871" h="654">
                <a:moveTo>
                  <a:pt x="1871" y="215"/>
                </a:moveTo>
                <a:cubicBezTo>
                  <a:pt x="1871" y="217"/>
                  <a:pt x="1871" y="220"/>
                  <a:pt x="1871" y="223"/>
                </a:cubicBezTo>
                <a:cubicBezTo>
                  <a:pt x="1869" y="223"/>
                  <a:pt x="1869" y="225"/>
                  <a:pt x="1868" y="226"/>
                </a:cubicBezTo>
                <a:cubicBezTo>
                  <a:pt x="1865" y="244"/>
                  <a:pt x="1861" y="262"/>
                  <a:pt x="1857" y="280"/>
                </a:cubicBezTo>
                <a:cubicBezTo>
                  <a:pt x="1845" y="333"/>
                  <a:pt x="1828" y="384"/>
                  <a:pt x="1803" y="433"/>
                </a:cubicBezTo>
                <a:cubicBezTo>
                  <a:pt x="1778" y="482"/>
                  <a:pt x="1747" y="525"/>
                  <a:pt x="1706" y="562"/>
                </a:cubicBezTo>
                <a:cubicBezTo>
                  <a:pt x="1656" y="607"/>
                  <a:pt x="1597" y="635"/>
                  <a:pt x="1530" y="646"/>
                </a:cubicBezTo>
                <a:cubicBezTo>
                  <a:pt x="1501" y="652"/>
                  <a:pt x="1472" y="654"/>
                  <a:pt x="1442" y="654"/>
                </a:cubicBezTo>
                <a:cubicBezTo>
                  <a:pt x="1437" y="654"/>
                  <a:pt x="1434" y="653"/>
                  <a:pt x="1431" y="649"/>
                </a:cubicBezTo>
                <a:cubicBezTo>
                  <a:pt x="1417" y="623"/>
                  <a:pt x="1397" y="604"/>
                  <a:pt x="1374" y="588"/>
                </a:cubicBezTo>
                <a:cubicBezTo>
                  <a:pt x="1327" y="556"/>
                  <a:pt x="1274" y="537"/>
                  <a:pt x="1221" y="521"/>
                </a:cubicBezTo>
                <a:cubicBezTo>
                  <a:pt x="1150" y="500"/>
                  <a:pt x="1078" y="485"/>
                  <a:pt x="1005" y="471"/>
                </a:cubicBezTo>
                <a:cubicBezTo>
                  <a:pt x="897" y="450"/>
                  <a:pt x="788" y="432"/>
                  <a:pt x="680" y="410"/>
                </a:cubicBezTo>
                <a:cubicBezTo>
                  <a:pt x="585" y="390"/>
                  <a:pt x="490" y="367"/>
                  <a:pt x="399" y="335"/>
                </a:cubicBezTo>
                <a:cubicBezTo>
                  <a:pt x="319" y="307"/>
                  <a:pt x="243" y="272"/>
                  <a:pt x="173" y="224"/>
                </a:cubicBezTo>
                <a:cubicBezTo>
                  <a:pt x="104" y="175"/>
                  <a:pt x="47" y="114"/>
                  <a:pt x="12" y="36"/>
                </a:cubicBezTo>
                <a:cubicBezTo>
                  <a:pt x="7" y="24"/>
                  <a:pt x="0" y="13"/>
                  <a:pt x="1" y="0"/>
                </a:cubicBezTo>
                <a:cubicBezTo>
                  <a:pt x="17" y="0"/>
                  <a:pt x="33" y="0"/>
                  <a:pt x="49" y="0"/>
                </a:cubicBezTo>
                <a:cubicBezTo>
                  <a:pt x="651" y="0"/>
                  <a:pt x="1254" y="0"/>
                  <a:pt x="1856" y="0"/>
                </a:cubicBezTo>
                <a:cubicBezTo>
                  <a:pt x="1869" y="0"/>
                  <a:pt x="1869" y="0"/>
                  <a:pt x="1869" y="13"/>
                </a:cubicBezTo>
                <a:cubicBezTo>
                  <a:pt x="1869" y="77"/>
                  <a:pt x="1869" y="141"/>
                  <a:pt x="1869" y="205"/>
                </a:cubicBezTo>
                <a:cubicBezTo>
                  <a:pt x="1869" y="208"/>
                  <a:pt x="1868" y="212"/>
                  <a:pt x="1871" y="215"/>
                </a:cubicBezTo>
                <a:close/>
              </a:path>
            </a:pathLst>
          </a:custGeom>
          <a:solidFill>
            <a:schemeClr val="accent4"/>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pic>
        <p:nvPicPr>
          <p:cNvPr id="11" name="Graphic 4">
            <a:extLst>
              <a:ext uri="{FF2B5EF4-FFF2-40B4-BE49-F238E27FC236}">
                <a16:creationId xmlns:a16="http://schemas.microsoft.com/office/drawing/2014/main" id="{9BE308F6-7827-41A1-9C16-F59BCD7DCD2C}"/>
              </a:ext>
            </a:extLst>
          </p:cNvPr>
          <p:cNvPicPr>
            <a:picLocks noChangeAspect="1"/>
          </p:cNvPicPr>
          <p:nvPr userDrawn="1"/>
        </p:nvPicPr>
        <p:blipFill rotWithShape="1">
          <a:blip r:embed="rId3" cstate="print">
            <a:extLst>
              <a:ext uri="{96DAC541-7B7A-43D3-8B79-37D633B846F1}">
                <asvg:svgBlip xmlns:asvg="http://schemas.microsoft.com/office/drawing/2016/SVG/main" r:embed="rId4"/>
              </a:ext>
            </a:extLst>
          </a:blip>
          <a:srcRect l="81836" t="-4713" b="16530"/>
          <a:stretch/>
        </p:blipFill>
        <p:spPr>
          <a:xfrm>
            <a:off x="11547794" y="188640"/>
            <a:ext cx="424355" cy="459624"/>
          </a:xfrm>
          <a:prstGeom prst="rect">
            <a:avLst/>
          </a:prstGeom>
        </p:spPr>
      </p:pic>
    </p:spTree>
    <p:extLst>
      <p:ext uri="{BB962C8B-B14F-4D97-AF65-F5344CB8AC3E}">
        <p14:creationId xmlns:p14="http://schemas.microsoft.com/office/powerpoint/2010/main" val="39892385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6_Blank-White">
    <p:spTree>
      <p:nvGrpSpPr>
        <p:cNvPr id="1" name=""/>
        <p:cNvGrpSpPr/>
        <p:nvPr/>
      </p:nvGrpSpPr>
      <p:grpSpPr>
        <a:xfrm>
          <a:off x="0" y="0"/>
          <a:ext cx="0" cy="0"/>
          <a:chOff x="0" y="0"/>
          <a:chExt cx="0" cy="0"/>
        </a:xfrm>
      </p:grpSpPr>
      <p:sp>
        <p:nvSpPr>
          <p:cNvPr id="14" name="Freeform 7">
            <a:extLst>
              <a:ext uri="{FF2B5EF4-FFF2-40B4-BE49-F238E27FC236}">
                <a16:creationId xmlns:a16="http://schemas.microsoft.com/office/drawing/2014/main" id="{56221B1D-AB56-422B-B3B0-C12D576966E3}"/>
              </a:ext>
            </a:extLst>
          </p:cNvPr>
          <p:cNvSpPr>
            <a:spLocks/>
          </p:cNvSpPr>
          <p:nvPr userDrawn="1"/>
        </p:nvSpPr>
        <p:spPr bwMode="auto">
          <a:xfrm>
            <a:off x="10234826" y="1"/>
            <a:ext cx="1957174" cy="3248050"/>
          </a:xfrm>
          <a:custGeom>
            <a:avLst/>
            <a:gdLst/>
            <a:ahLst/>
            <a:cxnLst>
              <a:cxn ang="0">
                <a:pos x="819" y="1361"/>
              </a:cxn>
              <a:cxn ang="0">
                <a:pos x="799" y="1335"/>
              </a:cxn>
              <a:cxn ang="0">
                <a:pos x="765" y="1294"/>
              </a:cxn>
              <a:cxn ang="0">
                <a:pos x="730" y="1249"/>
              </a:cxn>
              <a:cxn ang="0">
                <a:pos x="666" y="1172"/>
              </a:cxn>
              <a:cxn ang="0">
                <a:pos x="618" y="1113"/>
              </a:cxn>
              <a:cxn ang="0">
                <a:pos x="571" y="1054"/>
              </a:cxn>
              <a:cxn ang="0">
                <a:pos x="545" y="1019"/>
              </a:cxn>
              <a:cxn ang="0">
                <a:pos x="485" y="940"/>
              </a:cxn>
              <a:cxn ang="0">
                <a:pos x="442" y="881"/>
              </a:cxn>
              <a:cxn ang="0">
                <a:pos x="420" y="849"/>
              </a:cxn>
              <a:cxn ang="0">
                <a:pos x="363" y="765"/>
              </a:cxn>
              <a:cxn ang="0">
                <a:pos x="323" y="705"/>
              </a:cxn>
              <a:cxn ang="0">
                <a:pos x="294" y="658"/>
              </a:cxn>
              <a:cxn ang="0">
                <a:pos x="254" y="591"/>
              </a:cxn>
              <a:cxn ang="0">
                <a:pos x="231" y="550"/>
              </a:cxn>
              <a:cxn ang="0">
                <a:pos x="189" y="475"/>
              </a:cxn>
              <a:cxn ang="0">
                <a:pos x="168" y="433"/>
              </a:cxn>
              <a:cxn ang="0">
                <a:pos x="134" y="364"/>
              </a:cxn>
              <a:cxn ang="0">
                <a:pos x="104" y="299"/>
              </a:cxn>
              <a:cxn ang="0">
                <a:pos x="57" y="181"/>
              </a:cxn>
              <a:cxn ang="0">
                <a:pos x="40" y="135"/>
              </a:cxn>
              <a:cxn ang="0">
                <a:pos x="1" y="5"/>
              </a:cxn>
              <a:cxn ang="0">
                <a:pos x="0" y="0"/>
              </a:cxn>
              <a:cxn ang="0">
                <a:pos x="812" y="0"/>
              </a:cxn>
              <a:cxn ang="0">
                <a:pos x="819" y="6"/>
              </a:cxn>
              <a:cxn ang="0">
                <a:pos x="819" y="1361"/>
              </a:cxn>
            </a:cxnLst>
            <a:rect l="0" t="0" r="r" b="b"/>
            <a:pathLst>
              <a:path w="819" h="1361">
                <a:moveTo>
                  <a:pt x="819" y="1361"/>
                </a:moveTo>
                <a:cubicBezTo>
                  <a:pt x="812" y="1353"/>
                  <a:pt x="806" y="1344"/>
                  <a:pt x="799" y="1335"/>
                </a:cubicBezTo>
                <a:cubicBezTo>
                  <a:pt x="788" y="1321"/>
                  <a:pt x="776" y="1308"/>
                  <a:pt x="765" y="1294"/>
                </a:cubicBezTo>
                <a:cubicBezTo>
                  <a:pt x="754" y="1279"/>
                  <a:pt x="743" y="1263"/>
                  <a:pt x="730" y="1249"/>
                </a:cubicBezTo>
                <a:cubicBezTo>
                  <a:pt x="707" y="1224"/>
                  <a:pt x="688" y="1197"/>
                  <a:pt x="666" y="1172"/>
                </a:cubicBezTo>
                <a:cubicBezTo>
                  <a:pt x="650" y="1153"/>
                  <a:pt x="633" y="1133"/>
                  <a:pt x="618" y="1113"/>
                </a:cubicBezTo>
                <a:cubicBezTo>
                  <a:pt x="603" y="1093"/>
                  <a:pt x="585" y="1075"/>
                  <a:pt x="571" y="1054"/>
                </a:cubicBezTo>
                <a:cubicBezTo>
                  <a:pt x="563" y="1042"/>
                  <a:pt x="554" y="1030"/>
                  <a:pt x="545" y="1019"/>
                </a:cubicBezTo>
                <a:cubicBezTo>
                  <a:pt x="523" y="994"/>
                  <a:pt x="505" y="966"/>
                  <a:pt x="485" y="940"/>
                </a:cubicBezTo>
                <a:cubicBezTo>
                  <a:pt x="470" y="920"/>
                  <a:pt x="456" y="901"/>
                  <a:pt x="442" y="881"/>
                </a:cubicBezTo>
                <a:cubicBezTo>
                  <a:pt x="434" y="870"/>
                  <a:pt x="428" y="859"/>
                  <a:pt x="420" y="849"/>
                </a:cubicBezTo>
                <a:cubicBezTo>
                  <a:pt x="399" y="822"/>
                  <a:pt x="382" y="793"/>
                  <a:pt x="363" y="765"/>
                </a:cubicBezTo>
                <a:cubicBezTo>
                  <a:pt x="349" y="745"/>
                  <a:pt x="336" y="725"/>
                  <a:pt x="323" y="705"/>
                </a:cubicBezTo>
                <a:cubicBezTo>
                  <a:pt x="313" y="690"/>
                  <a:pt x="304" y="674"/>
                  <a:pt x="294" y="658"/>
                </a:cubicBezTo>
                <a:cubicBezTo>
                  <a:pt x="280" y="636"/>
                  <a:pt x="267" y="614"/>
                  <a:pt x="254" y="591"/>
                </a:cubicBezTo>
                <a:cubicBezTo>
                  <a:pt x="246" y="577"/>
                  <a:pt x="239" y="563"/>
                  <a:pt x="231" y="550"/>
                </a:cubicBezTo>
                <a:cubicBezTo>
                  <a:pt x="215" y="526"/>
                  <a:pt x="203" y="500"/>
                  <a:pt x="189" y="475"/>
                </a:cubicBezTo>
                <a:cubicBezTo>
                  <a:pt x="182" y="461"/>
                  <a:pt x="176" y="446"/>
                  <a:pt x="168" y="433"/>
                </a:cubicBezTo>
                <a:cubicBezTo>
                  <a:pt x="155" y="411"/>
                  <a:pt x="145" y="387"/>
                  <a:pt x="134" y="364"/>
                </a:cubicBezTo>
                <a:cubicBezTo>
                  <a:pt x="123" y="343"/>
                  <a:pt x="115" y="321"/>
                  <a:pt x="104" y="299"/>
                </a:cubicBezTo>
                <a:cubicBezTo>
                  <a:pt x="86" y="261"/>
                  <a:pt x="72" y="221"/>
                  <a:pt x="57" y="181"/>
                </a:cubicBezTo>
                <a:cubicBezTo>
                  <a:pt x="51" y="165"/>
                  <a:pt x="47" y="150"/>
                  <a:pt x="40" y="135"/>
                </a:cubicBezTo>
                <a:cubicBezTo>
                  <a:pt x="23" y="93"/>
                  <a:pt x="13" y="49"/>
                  <a:pt x="1" y="5"/>
                </a:cubicBezTo>
                <a:cubicBezTo>
                  <a:pt x="0" y="4"/>
                  <a:pt x="0" y="2"/>
                  <a:pt x="0" y="0"/>
                </a:cubicBezTo>
                <a:cubicBezTo>
                  <a:pt x="271" y="0"/>
                  <a:pt x="542" y="0"/>
                  <a:pt x="812" y="0"/>
                </a:cubicBezTo>
                <a:cubicBezTo>
                  <a:pt x="818" y="0"/>
                  <a:pt x="819" y="1"/>
                  <a:pt x="819" y="6"/>
                </a:cubicBezTo>
                <a:cubicBezTo>
                  <a:pt x="819" y="458"/>
                  <a:pt x="819" y="909"/>
                  <a:pt x="819" y="1361"/>
                </a:cubicBezTo>
                <a:close/>
              </a:path>
            </a:pathLst>
          </a:custGeom>
          <a:solidFill>
            <a:schemeClr val="accent3"/>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3" name="Retângulo 43">
            <a:extLst>
              <a:ext uri="{FF2B5EF4-FFF2-40B4-BE49-F238E27FC236}">
                <a16:creationId xmlns:a16="http://schemas.microsoft.com/office/drawing/2014/main" id="{25FC8637-25BD-4C09-AF25-56B4243DAB3D}"/>
              </a:ext>
            </a:extLst>
          </p:cNvPr>
          <p:cNvSpPr/>
          <p:nvPr userDrawn="1"/>
        </p:nvSpPr>
        <p:spPr>
          <a:xfrm>
            <a:off x="11374826" y="6555758"/>
            <a:ext cx="410263" cy="243362"/>
          </a:xfrm>
          <a:prstGeom prst="rect">
            <a:avLst/>
          </a:prstGeom>
        </p:spPr>
        <p:txBody>
          <a:bodyPr wrap="none" lIns="103879" tIns="51940" rIns="103879" bIns="51940">
            <a:spAutoFit/>
          </a:bodyPr>
          <a:lstStyle/>
          <a:p>
            <a:pPr algn="r" defTabSz="1038825"/>
            <a:fld id="{0502E5A9-B53C-401E-A0E0-4A359BB0A9E5}" type="slidenum">
              <a:rPr lang="en-US" sz="900" smtClean="0">
                <a:solidFill>
                  <a:prstClr val="black">
                    <a:lumMod val="50000"/>
                    <a:lumOff val="50000"/>
                  </a:prstClr>
                </a:solidFill>
                <a:cs typeface="Arial" panose="020B0604020202020204" pitchFamily="34" charset="0"/>
              </a:rPr>
              <a:pPr algn="r" defTabSz="1038825"/>
              <a:t>‹#›</a:t>
            </a:fld>
            <a:endParaRPr lang="en-US" sz="900" dirty="0">
              <a:solidFill>
                <a:prstClr val="black">
                  <a:lumMod val="50000"/>
                  <a:lumOff val="50000"/>
                </a:prstClr>
              </a:solidFill>
              <a:cs typeface="Arial" panose="020B0604020202020204" pitchFamily="34" charset="0"/>
            </a:endParaRPr>
          </a:p>
        </p:txBody>
      </p:sp>
      <p:cxnSp>
        <p:nvCxnSpPr>
          <p:cNvPr id="7"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2978230" y="659965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6" name="Rectangle 27">
            <a:hlinkClick r:id="rId2"/>
            <a:extLst>
              <a:ext uri="{FF2B5EF4-FFF2-40B4-BE49-F238E27FC236}">
                <a16:creationId xmlns:a16="http://schemas.microsoft.com/office/drawing/2014/main" id="{F376ABD1-4930-42EB-9A73-9A9C7C6BF2D3}"/>
              </a:ext>
            </a:extLst>
          </p:cNvPr>
          <p:cNvSpPr/>
          <p:nvPr userDrawn="1"/>
        </p:nvSpPr>
        <p:spPr>
          <a:xfrm>
            <a:off x="406471" y="6567711"/>
            <a:ext cx="2138610" cy="219456"/>
          </a:xfrm>
          <a:prstGeom prst="rect">
            <a:avLst/>
          </a:prstGeom>
        </p:spPr>
        <p:txBody>
          <a:bodyPr wrap="square" lIns="0" tIns="0" rIns="0" bIns="0" anchor="ctr" anchorCtr="0">
            <a:noAutofit/>
          </a:bodyPr>
          <a:lstStyle/>
          <a:p>
            <a:pPr defTabSz="1038825">
              <a:lnSpc>
                <a:spcPct val="85000"/>
              </a:lnSpc>
              <a:defRPr/>
            </a:pPr>
            <a:r>
              <a:rPr lang="en-IN" sz="900" kern="0" dirty="0">
                <a:solidFill>
                  <a:srgbClr val="00458D"/>
                </a:solidFill>
                <a:cs typeface="Arial" panose="020B0604020202020204" pitchFamily="34" charset="0"/>
              </a:rPr>
              <a:t>Capgemini I&amp;A Tech Monthly Review </a:t>
            </a:r>
            <a:endParaRPr lang="en-US" sz="900" kern="0" dirty="0">
              <a:solidFill>
                <a:srgbClr val="00458D"/>
              </a:solidFill>
              <a:cs typeface="Arial" panose="020B0604020202020204" pitchFamily="34" charset="0"/>
            </a:endParaRPr>
          </a:p>
        </p:txBody>
      </p:sp>
      <p:sp>
        <p:nvSpPr>
          <p:cNvPr id="10" name="Retângulo 43">
            <a:extLst>
              <a:ext uri="{FF2B5EF4-FFF2-40B4-BE49-F238E27FC236}">
                <a16:creationId xmlns:a16="http://schemas.microsoft.com/office/drawing/2014/main" id="{834ADCB4-BFB1-450D-8F6D-64217F4CD92C}"/>
              </a:ext>
            </a:extLst>
          </p:cNvPr>
          <p:cNvSpPr/>
          <p:nvPr userDrawn="1"/>
        </p:nvSpPr>
        <p:spPr>
          <a:xfrm>
            <a:off x="3411380" y="6567711"/>
            <a:ext cx="2223686" cy="219456"/>
          </a:xfrm>
          <a:prstGeom prst="rect">
            <a:avLst/>
          </a:prstGeom>
        </p:spPr>
        <p:txBody>
          <a:bodyPr wrap="none" lIns="0" tIns="0" rIns="0" bIns="0" anchor="ctr">
            <a:noAutofit/>
          </a:bodyPr>
          <a:lstStyle/>
          <a:p>
            <a:pPr defTabSz="1038825"/>
            <a:r>
              <a:rPr lang="en-US" sz="900" dirty="0">
                <a:solidFill>
                  <a:srgbClr val="EDEDED">
                    <a:lumMod val="50000"/>
                  </a:srgbClr>
                </a:solidFill>
                <a:cs typeface="Arial" panose="020B0604020202020204" pitchFamily="34" charset="0"/>
              </a:rPr>
              <a:t>© 2019 Capgemini. All rights reserved.</a:t>
            </a:r>
          </a:p>
        </p:txBody>
      </p:sp>
      <p:sp>
        <p:nvSpPr>
          <p:cNvPr id="8" name="Title Placeholder 1">
            <a:extLst>
              <a:ext uri="{FF2B5EF4-FFF2-40B4-BE49-F238E27FC236}">
                <a16:creationId xmlns:a16="http://schemas.microsoft.com/office/drawing/2014/main" id="{2C1826B2-5D29-41CF-8193-E6254A651F34}"/>
              </a:ext>
            </a:extLst>
          </p:cNvPr>
          <p:cNvSpPr>
            <a:spLocks noGrp="1"/>
          </p:cNvSpPr>
          <p:nvPr userDrawn="1">
            <p:ph type="title"/>
          </p:nvPr>
        </p:nvSpPr>
        <p:spPr>
          <a:xfrm>
            <a:off x="407988" y="404815"/>
            <a:ext cx="11016604" cy="863601"/>
          </a:xfrm>
          <a:prstGeom prst="rect">
            <a:avLst/>
          </a:prstGeom>
        </p:spPr>
        <p:txBody>
          <a:bodyPr vert="horz" lIns="0" tIns="0" rIns="0" bIns="0" rtlCol="0" anchor="t">
            <a:normAutofit/>
          </a:bodyPr>
          <a:lstStyle>
            <a:lvl1pPr>
              <a:defRPr sz="2600">
                <a:solidFill>
                  <a:schemeClr val="accent1"/>
                </a:solidFill>
              </a:defRPr>
            </a:lvl1pPr>
          </a:lstStyle>
          <a:p>
            <a:pPr lvl="0">
              <a:lnSpc>
                <a:spcPts val="3408"/>
              </a:lnSpc>
            </a:pPr>
            <a:r>
              <a:rPr lang="en-US" dirty="0"/>
              <a:t>Click to edit Master title style</a:t>
            </a:r>
            <a:endParaRPr lang="pt-PT" dirty="0"/>
          </a:p>
        </p:txBody>
      </p:sp>
      <p:pic>
        <p:nvPicPr>
          <p:cNvPr id="11" name="Graphic 4">
            <a:extLst>
              <a:ext uri="{FF2B5EF4-FFF2-40B4-BE49-F238E27FC236}">
                <a16:creationId xmlns:a16="http://schemas.microsoft.com/office/drawing/2014/main" id="{9BE308F6-7827-41A1-9C16-F59BCD7DCD2C}"/>
              </a:ext>
            </a:extLst>
          </p:cNvPr>
          <p:cNvPicPr>
            <a:picLocks noChangeAspect="1"/>
          </p:cNvPicPr>
          <p:nvPr userDrawn="1"/>
        </p:nvPicPr>
        <p:blipFill rotWithShape="1">
          <a:blip r:embed="rId3" cstate="print">
            <a:extLst>
              <a:ext uri="{96DAC541-7B7A-43D3-8B79-37D633B846F1}">
                <asvg:svgBlip xmlns:asvg="http://schemas.microsoft.com/office/drawing/2016/SVG/main" r:embed="rId4"/>
              </a:ext>
            </a:extLst>
          </a:blip>
          <a:srcRect l="81836" t="-4713" b="16530"/>
          <a:stretch/>
        </p:blipFill>
        <p:spPr>
          <a:xfrm>
            <a:off x="11547794" y="188640"/>
            <a:ext cx="424355" cy="459624"/>
          </a:xfrm>
          <a:prstGeom prst="rect">
            <a:avLst/>
          </a:prstGeom>
        </p:spPr>
      </p:pic>
    </p:spTree>
    <p:extLst>
      <p:ext uri="{BB962C8B-B14F-4D97-AF65-F5344CB8AC3E}">
        <p14:creationId xmlns:p14="http://schemas.microsoft.com/office/powerpoint/2010/main" val="5438877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Blank-White">
    <p:spTree>
      <p:nvGrpSpPr>
        <p:cNvPr id="1" name=""/>
        <p:cNvGrpSpPr/>
        <p:nvPr/>
      </p:nvGrpSpPr>
      <p:grpSpPr>
        <a:xfrm>
          <a:off x="0" y="0"/>
          <a:ext cx="0" cy="0"/>
          <a:chOff x="0" y="0"/>
          <a:chExt cx="0" cy="0"/>
        </a:xfrm>
      </p:grpSpPr>
      <p:sp>
        <p:nvSpPr>
          <p:cNvPr id="3" name="Retângulo 43">
            <a:extLst>
              <a:ext uri="{FF2B5EF4-FFF2-40B4-BE49-F238E27FC236}">
                <a16:creationId xmlns:a16="http://schemas.microsoft.com/office/drawing/2014/main" id="{25FC8637-25BD-4C09-AF25-56B4243DAB3D}"/>
              </a:ext>
            </a:extLst>
          </p:cNvPr>
          <p:cNvSpPr/>
          <p:nvPr userDrawn="1"/>
        </p:nvSpPr>
        <p:spPr>
          <a:xfrm>
            <a:off x="11374826" y="6555758"/>
            <a:ext cx="410263" cy="243362"/>
          </a:xfrm>
          <a:prstGeom prst="rect">
            <a:avLst/>
          </a:prstGeom>
        </p:spPr>
        <p:txBody>
          <a:bodyPr wrap="none" lIns="103879" tIns="51940" rIns="103879" bIns="51940">
            <a:spAutoFit/>
          </a:bodyPr>
          <a:lstStyle/>
          <a:p>
            <a:pPr algn="r" defTabSz="1038825"/>
            <a:fld id="{0502E5A9-B53C-401E-A0E0-4A359BB0A9E5}" type="slidenum">
              <a:rPr lang="en-US" sz="900" smtClean="0">
                <a:solidFill>
                  <a:prstClr val="black">
                    <a:lumMod val="50000"/>
                    <a:lumOff val="50000"/>
                  </a:prstClr>
                </a:solidFill>
                <a:cs typeface="Arial" panose="020B0604020202020204" pitchFamily="34" charset="0"/>
              </a:rPr>
              <a:pPr algn="r" defTabSz="1038825"/>
              <a:t>‹#›</a:t>
            </a:fld>
            <a:endParaRPr lang="en-US" sz="900" dirty="0">
              <a:solidFill>
                <a:prstClr val="black">
                  <a:lumMod val="50000"/>
                  <a:lumOff val="50000"/>
                </a:prstClr>
              </a:solidFill>
              <a:cs typeface="Arial" panose="020B0604020202020204" pitchFamily="34" charset="0"/>
            </a:endParaRPr>
          </a:p>
        </p:txBody>
      </p:sp>
      <p:cxnSp>
        <p:nvCxnSpPr>
          <p:cNvPr id="7"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2978230" y="659965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6" name="Rectangle 27">
            <a:hlinkClick r:id="rId2"/>
            <a:extLst>
              <a:ext uri="{FF2B5EF4-FFF2-40B4-BE49-F238E27FC236}">
                <a16:creationId xmlns:a16="http://schemas.microsoft.com/office/drawing/2014/main" id="{F376ABD1-4930-42EB-9A73-9A9C7C6BF2D3}"/>
              </a:ext>
            </a:extLst>
          </p:cNvPr>
          <p:cNvSpPr/>
          <p:nvPr userDrawn="1"/>
        </p:nvSpPr>
        <p:spPr>
          <a:xfrm>
            <a:off x="406471" y="6567711"/>
            <a:ext cx="2138610" cy="219456"/>
          </a:xfrm>
          <a:prstGeom prst="rect">
            <a:avLst/>
          </a:prstGeom>
        </p:spPr>
        <p:txBody>
          <a:bodyPr wrap="square" lIns="0" tIns="0" rIns="0" bIns="0" anchor="ctr" anchorCtr="0">
            <a:noAutofit/>
          </a:bodyPr>
          <a:lstStyle/>
          <a:p>
            <a:pPr defTabSz="1038825">
              <a:lnSpc>
                <a:spcPct val="85000"/>
              </a:lnSpc>
              <a:defRPr/>
            </a:pPr>
            <a:r>
              <a:rPr lang="en-IN" sz="900" kern="0" dirty="0">
                <a:solidFill>
                  <a:srgbClr val="00458D"/>
                </a:solidFill>
                <a:cs typeface="Arial" panose="020B0604020202020204" pitchFamily="34" charset="0"/>
              </a:rPr>
              <a:t>Capgemini I&amp;A Tech Monthly Review </a:t>
            </a:r>
            <a:endParaRPr lang="en-US" sz="900" kern="0" dirty="0">
              <a:solidFill>
                <a:srgbClr val="00458D"/>
              </a:solidFill>
              <a:cs typeface="Arial" panose="020B0604020202020204" pitchFamily="34" charset="0"/>
            </a:endParaRPr>
          </a:p>
        </p:txBody>
      </p:sp>
      <p:sp>
        <p:nvSpPr>
          <p:cNvPr id="10" name="Retângulo 43">
            <a:extLst>
              <a:ext uri="{FF2B5EF4-FFF2-40B4-BE49-F238E27FC236}">
                <a16:creationId xmlns:a16="http://schemas.microsoft.com/office/drawing/2014/main" id="{834ADCB4-BFB1-450D-8F6D-64217F4CD92C}"/>
              </a:ext>
            </a:extLst>
          </p:cNvPr>
          <p:cNvSpPr/>
          <p:nvPr userDrawn="1"/>
        </p:nvSpPr>
        <p:spPr>
          <a:xfrm>
            <a:off x="3411380" y="6567711"/>
            <a:ext cx="2223686" cy="219456"/>
          </a:xfrm>
          <a:prstGeom prst="rect">
            <a:avLst/>
          </a:prstGeom>
        </p:spPr>
        <p:txBody>
          <a:bodyPr wrap="none" lIns="0" tIns="0" rIns="0" bIns="0" anchor="ctr">
            <a:noAutofit/>
          </a:bodyPr>
          <a:lstStyle/>
          <a:p>
            <a:pPr defTabSz="1038825"/>
            <a:r>
              <a:rPr lang="en-US" sz="900" dirty="0">
                <a:solidFill>
                  <a:srgbClr val="EDEDED">
                    <a:lumMod val="50000"/>
                  </a:srgbClr>
                </a:solidFill>
                <a:cs typeface="Arial" panose="020B0604020202020204" pitchFamily="34" charset="0"/>
              </a:rPr>
              <a:t>© 2019 Capgemini. All rights reserved.</a:t>
            </a:r>
          </a:p>
        </p:txBody>
      </p:sp>
      <p:sp>
        <p:nvSpPr>
          <p:cNvPr id="11" name="Freeform: Shape 10">
            <a:extLst>
              <a:ext uri="{FF2B5EF4-FFF2-40B4-BE49-F238E27FC236}">
                <a16:creationId xmlns:a16="http://schemas.microsoft.com/office/drawing/2014/main" id="{4936A10C-902E-4385-96A3-32ED539BEE6F}"/>
              </a:ext>
            </a:extLst>
          </p:cNvPr>
          <p:cNvSpPr>
            <a:spLocks/>
          </p:cNvSpPr>
          <p:nvPr userDrawn="1"/>
        </p:nvSpPr>
        <p:spPr bwMode="auto">
          <a:xfrm>
            <a:off x="-1" y="0"/>
            <a:ext cx="4599675" cy="3568700"/>
          </a:xfrm>
          <a:custGeom>
            <a:avLst/>
            <a:gdLst>
              <a:gd name="connsiteX0" fmla="*/ 0 w 4599675"/>
              <a:gd name="connsiteY0" fmla="*/ 0 h 3568700"/>
              <a:gd name="connsiteX1" fmla="*/ 4240805 w 4599675"/>
              <a:gd name="connsiteY1" fmla="*/ 0 h 3568700"/>
              <a:gd name="connsiteX2" fmla="*/ 4387934 w 4599675"/>
              <a:gd name="connsiteY2" fmla="*/ 227538 h 3568700"/>
              <a:gd name="connsiteX3" fmla="*/ 4570357 w 4599675"/>
              <a:gd name="connsiteY3" fmla="*/ 683670 h 3568700"/>
              <a:gd name="connsiteX4" fmla="*/ 4599675 w 4599675"/>
              <a:gd name="connsiteY4" fmla="*/ 885671 h 3568700"/>
              <a:gd name="connsiteX5" fmla="*/ 4599675 w 4599675"/>
              <a:gd name="connsiteY5" fmla="*/ 991558 h 3568700"/>
              <a:gd name="connsiteX6" fmla="*/ 4596418 w 4599675"/>
              <a:gd name="connsiteY6" fmla="*/ 1032284 h 3568700"/>
              <a:gd name="connsiteX7" fmla="*/ 4586645 w 4599675"/>
              <a:gd name="connsiteY7" fmla="*/ 1112107 h 3568700"/>
              <a:gd name="connsiteX8" fmla="*/ 4451456 w 4599675"/>
              <a:gd name="connsiteY8" fmla="*/ 1473754 h 3568700"/>
              <a:gd name="connsiteX9" fmla="*/ 4319525 w 4599675"/>
              <a:gd name="connsiteY9" fmla="*/ 1659465 h 3568700"/>
              <a:gd name="connsiteX10" fmla="*/ 3975852 w 4599675"/>
              <a:gd name="connsiteY10" fmla="*/ 1982015 h 3568700"/>
              <a:gd name="connsiteX11" fmla="*/ 3417181 w 4599675"/>
              <a:gd name="connsiteY11" fmla="*/ 2342033 h 3568700"/>
              <a:gd name="connsiteX12" fmla="*/ 2786843 w 4599675"/>
              <a:gd name="connsiteY12" fmla="*/ 2667841 h 3568700"/>
              <a:gd name="connsiteX13" fmla="*/ 2250974 w 4599675"/>
              <a:gd name="connsiteY13" fmla="*/ 2944778 h 3568700"/>
              <a:gd name="connsiteX14" fmla="*/ 1887756 w 4599675"/>
              <a:gd name="connsiteY14" fmla="*/ 3187505 h 3568700"/>
              <a:gd name="connsiteX15" fmla="*/ 1793287 w 4599675"/>
              <a:gd name="connsiteY15" fmla="*/ 3273844 h 3568700"/>
              <a:gd name="connsiteX16" fmla="*/ 1658098 w 4599675"/>
              <a:gd name="connsiteY16" fmla="*/ 3506797 h 3568700"/>
              <a:gd name="connsiteX17" fmla="*/ 1646697 w 4599675"/>
              <a:gd name="connsiteY17" fmla="*/ 3518200 h 3568700"/>
              <a:gd name="connsiteX18" fmla="*/ 1601091 w 4599675"/>
              <a:gd name="connsiteY18" fmla="*/ 3531232 h 3568700"/>
              <a:gd name="connsiteX19" fmla="*/ 1430069 w 4599675"/>
              <a:gd name="connsiteY19" fmla="*/ 3562184 h 3568700"/>
              <a:gd name="connsiteX20" fmla="*/ 1405637 w 4599675"/>
              <a:gd name="connsiteY20" fmla="*/ 3568700 h 3568700"/>
              <a:gd name="connsiteX21" fmla="*/ 1275335 w 4599675"/>
              <a:gd name="connsiteY21" fmla="*/ 3568700 h 3568700"/>
              <a:gd name="connsiteX22" fmla="*/ 1252532 w 4599675"/>
              <a:gd name="connsiteY22" fmla="*/ 3565442 h 3568700"/>
              <a:gd name="connsiteX23" fmla="*/ 1158063 w 4599675"/>
              <a:gd name="connsiteY23" fmla="*/ 3552410 h 3568700"/>
              <a:gd name="connsiteX24" fmla="*/ 724807 w 4599675"/>
              <a:gd name="connsiteY24" fmla="*/ 3330860 h 3568700"/>
              <a:gd name="connsiteX25" fmla="*/ 487005 w 4599675"/>
              <a:gd name="connsiteY25" fmla="*/ 3057181 h 3568700"/>
              <a:gd name="connsiteX26" fmla="*/ 242688 w 4599675"/>
              <a:gd name="connsiteY26" fmla="*/ 2581502 h 3568700"/>
              <a:gd name="connsiteX27" fmla="*/ 78182 w 4599675"/>
              <a:gd name="connsiteY27" fmla="*/ 2043918 h 3568700"/>
              <a:gd name="connsiteX28" fmla="*/ 6515 w 4599675"/>
              <a:gd name="connsiteY28" fmla="*/ 1665981 h 3568700"/>
              <a:gd name="connsiteX29" fmla="*/ 0 w 4599675"/>
              <a:gd name="connsiteY29" fmla="*/ 1651320 h 356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599675" h="3568700">
                <a:moveTo>
                  <a:pt x="0" y="0"/>
                </a:moveTo>
                <a:lnTo>
                  <a:pt x="4240805" y="0"/>
                </a:lnTo>
                <a:lnTo>
                  <a:pt x="4387934" y="227538"/>
                </a:lnTo>
                <a:cubicBezTo>
                  <a:pt x="4469373" y="370894"/>
                  <a:pt x="4534524" y="522395"/>
                  <a:pt x="4570357" y="683670"/>
                </a:cubicBezTo>
                <a:cubicBezTo>
                  <a:pt x="4586645" y="750460"/>
                  <a:pt x="4594789" y="817251"/>
                  <a:pt x="4599675" y="885671"/>
                </a:cubicBezTo>
                <a:cubicBezTo>
                  <a:pt x="4599675" y="921509"/>
                  <a:pt x="4599675" y="955719"/>
                  <a:pt x="4599675" y="991558"/>
                </a:cubicBezTo>
                <a:cubicBezTo>
                  <a:pt x="4599675" y="1004591"/>
                  <a:pt x="4593160" y="1017623"/>
                  <a:pt x="4596418" y="1032284"/>
                </a:cubicBezTo>
                <a:cubicBezTo>
                  <a:pt x="4594789" y="1058349"/>
                  <a:pt x="4591531" y="1086043"/>
                  <a:pt x="4586645" y="1112107"/>
                </a:cubicBezTo>
                <a:cubicBezTo>
                  <a:pt x="4563842" y="1240801"/>
                  <a:pt x="4516607" y="1361350"/>
                  <a:pt x="4451456" y="1473754"/>
                </a:cubicBezTo>
                <a:cubicBezTo>
                  <a:pt x="4412366" y="1540545"/>
                  <a:pt x="4368388" y="1600819"/>
                  <a:pt x="4319525" y="1659465"/>
                </a:cubicBezTo>
                <a:cubicBezTo>
                  <a:pt x="4218541" y="1781643"/>
                  <a:pt x="4101268" y="1885901"/>
                  <a:pt x="3975852" y="1982015"/>
                </a:cubicBezTo>
                <a:cubicBezTo>
                  <a:pt x="3799944" y="2117225"/>
                  <a:pt x="3611006" y="2232887"/>
                  <a:pt x="3417181" y="2342033"/>
                </a:cubicBezTo>
                <a:cubicBezTo>
                  <a:pt x="3211954" y="2457695"/>
                  <a:pt x="2998584" y="2561953"/>
                  <a:pt x="2786843" y="2667841"/>
                </a:cubicBezTo>
                <a:cubicBezTo>
                  <a:pt x="2606048" y="2757438"/>
                  <a:pt x="2426882" y="2845406"/>
                  <a:pt x="2250974" y="2944778"/>
                </a:cubicBezTo>
                <a:cubicBezTo>
                  <a:pt x="2123929" y="3016455"/>
                  <a:pt x="1998513" y="3091391"/>
                  <a:pt x="1887756" y="3187505"/>
                </a:cubicBezTo>
                <a:cubicBezTo>
                  <a:pt x="1855181" y="3215198"/>
                  <a:pt x="1822605" y="3242892"/>
                  <a:pt x="1793287" y="3273844"/>
                </a:cubicBezTo>
                <a:cubicBezTo>
                  <a:pt x="1729765" y="3342264"/>
                  <a:pt x="1677644" y="3415570"/>
                  <a:pt x="1658098" y="3506797"/>
                </a:cubicBezTo>
                <a:cubicBezTo>
                  <a:pt x="1656470" y="3514942"/>
                  <a:pt x="1651583" y="3516571"/>
                  <a:pt x="1646697" y="3518200"/>
                </a:cubicBezTo>
                <a:cubicBezTo>
                  <a:pt x="1630409" y="3523087"/>
                  <a:pt x="1615750" y="3527974"/>
                  <a:pt x="1601091" y="3531232"/>
                </a:cubicBezTo>
                <a:cubicBezTo>
                  <a:pt x="1544084" y="3545894"/>
                  <a:pt x="1487076" y="3555668"/>
                  <a:pt x="1430069" y="3562184"/>
                </a:cubicBezTo>
                <a:cubicBezTo>
                  <a:pt x="1421925" y="3563813"/>
                  <a:pt x="1412153" y="3560555"/>
                  <a:pt x="1405637" y="3568700"/>
                </a:cubicBezTo>
                <a:cubicBezTo>
                  <a:pt x="1361660" y="3568700"/>
                  <a:pt x="1319312" y="3568700"/>
                  <a:pt x="1275335" y="3568700"/>
                </a:cubicBezTo>
                <a:cubicBezTo>
                  <a:pt x="1267191" y="3565442"/>
                  <a:pt x="1260676" y="3565442"/>
                  <a:pt x="1252532" y="3565442"/>
                </a:cubicBezTo>
                <a:cubicBezTo>
                  <a:pt x="1221585" y="3562184"/>
                  <a:pt x="1189010" y="3557297"/>
                  <a:pt x="1158063" y="3552410"/>
                </a:cubicBezTo>
                <a:cubicBezTo>
                  <a:pt x="991927" y="3519829"/>
                  <a:pt x="850223" y="3441635"/>
                  <a:pt x="724807" y="3330860"/>
                </a:cubicBezTo>
                <a:cubicBezTo>
                  <a:pt x="631967" y="3251037"/>
                  <a:pt x="555414" y="3156553"/>
                  <a:pt x="487005" y="3057181"/>
                </a:cubicBezTo>
                <a:cubicBezTo>
                  <a:pt x="386021" y="2907310"/>
                  <a:pt x="309468" y="2747664"/>
                  <a:pt x="242688" y="2581502"/>
                </a:cubicBezTo>
                <a:cubicBezTo>
                  <a:pt x="174280" y="2407194"/>
                  <a:pt x="120530" y="2226371"/>
                  <a:pt x="78182" y="2043918"/>
                </a:cubicBezTo>
                <a:cubicBezTo>
                  <a:pt x="48864" y="1920111"/>
                  <a:pt x="22803" y="1793046"/>
                  <a:pt x="6515" y="1665981"/>
                </a:cubicBezTo>
                <a:cubicBezTo>
                  <a:pt x="4886" y="1661094"/>
                  <a:pt x="4886" y="1654578"/>
                  <a:pt x="0" y="1651320"/>
                </a:cubicBezTo>
                <a:close/>
              </a:path>
            </a:pathLst>
          </a:custGeom>
          <a:solidFill>
            <a:schemeClr val="accent6"/>
          </a:solidFill>
          <a:ln w="9525">
            <a:noFill/>
            <a:round/>
            <a:headEnd/>
            <a:tailEnd/>
          </a:ln>
        </p:spPr>
        <p:txBody>
          <a:bodyPr vert="horz" wrap="square" lIns="91440" tIns="45720" rIns="91440" bIns="45720" numCol="1" anchor="t" anchorCtr="0" compatLnSpc="1">
            <a:prstTxWarp prst="textNoShape">
              <a:avLst/>
            </a:prstTxWarp>
            <a:noAutofit/>
          </a:bodyPr>
          <a:lstStyle/>
          <a:p>
            <a:endParaRPr lang="en-GB"/>
          </a:p>
        </p:txBody>
      </p:sp>
      <p:sp>
        <p:nvSpPr>
          <p:cNvPr id="8" name="Title Placeholder 1">
            <a:extLst>
              <a:ext uri="{FF2B5EF4-FFF2-40B4-BE49-F238E27FC236}">
                <a16:creationId xmlns:a16="http://schemas.microsoft.com/office/drawing/2014/main" id="{2C1826B2-5D29-41CF-8193-E6254A651F34}"/>
              </a:ext>
            </a:extLst>
          </p:cNvPr>
          <p:cNvSpPr>
            <a:spLocks noGrp="1"/>
          </p:cNvSpPr>
          <p:nvPr>
            <p:ph type="title"/>
          </p:nvPr>
        </p:nvSpPr>
        <p:spPr>
          <a:xfrm>
            <a:off x="407988" y="404815"/>
            <a:ext cx="11016604" cy="863601"/>
          </a:xfrm>
          <a:prstGeom prst="rect">
            <a:avLst/>
          </a:prstGeom>
        </p:spPr>
        <p:txBody>
          <a:bodyPr vert="horz" lIns="0" tIns="0" rIns="0" bIns="0" rtlCol="0" anchor="t">
            <a:normAutofit/>
          </a:bodyPr>
          <a:lstStyle>
            <a:lvl1pPr>
              <a:defRPr sz="2600">
                <a:solidFill>
                  <a:schemeClr val="bg1"/>
                </a:solidFill>
              </a:defRPr>
            </a:lvl1pPr>
          </a:lstStyle>
          <a:p>
            <a:pPr lvl="0">
              <a:lnSpc>
                <a:spcPts val="3408"/>
              </a:lnSpc>
            </a:pPr>
            <a:r>
              <a:rPr lang="en-US" dirty="0"/>
              <a:t>Click to edit Master title style</a:t>
            </a:r>
            <a:endParaRPr lang="pt-PT" dirty="0"/>
          </a:p>
        </p:txBody>
      </p:sp>
    </p:spTree>
    <p:extLst>
      <p:ext uri="{BB962C8B-B14F-4D97-AF65-F5344CB8AC3E}">
        <p14:creationId xmlns:p14="http://schemas.microsoft.com/office/powerpoint/2010/main" val="37083985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Blank-White">
    <p:spTree>
      <p:nvGrpSpPr>
        <p:cNvPr id="1" name=""/>
        <p:cNvGrpSpPr/>
        <p:nvPr/>
      </p:nvGrpSpPr>
      <p:grpSpPr>
        <a:xfrm>
          <a:off x="0" y="0"/>
          <a:ext cx="0" cy="0"/>
          <a:chOff x="0" y="0"/>
          <a:chExt cx="0" cy="0"/>
        </a:xfrm>
      </p:grpSpPr>
      <p:sp>
        <p:nvSpPr>
          <p:cNvPr id="3" name="Retângulo 43">
            <a:extLst>
              <a:ext uri="{FF2B5EF4-FFF2-40B4-BE49-F238E27FC236}">
                <a16:creationId xmlns:a16="http://schemas.microsoft.com/office/drawing/2014/main" id="{25FC8637-25BD-4C09-AF25-56B4243DAB3D}"/>
              </a:ext>
            </a:extLst>
          </p:cNvPr>
          <p:cNvSpPr/>
          <p:nvPr userDrawn="1"/>
        </p:nvSpPr>
        <p:spPr>
          <a:xfrm>
            <a:off x="11374826" y="6555758"/>
            <a:ext cx="410263" cy="243362"/>
          </a:xfrm>
          <a:prstGeom prst="rect">
            <a:avLst/>
          </a:prstGeom>
        </p:spPr>
        <p:txBody>
          <a:bodyPr wrap="none" lIns="103879" tIns="51940" rIns="103879" bIns="51940">
            <a:spAutoFit/>
          </a:bodyPr>
          <a:lstStyle/>
          <a:p>
            <a:pPr algn="r" defTabSz="1038825"/>
            <a:fld id="{0502E5A9-B53C-401E-A0E0-4A359BB0A9E5}" type="slidenum">
              <a:rPr lang="en-US" sz="900" smtClean="0">
                <a:solidFill>
                  <a:prstClr val="black">
                    <a:lumMod val="50000"/>
                    <a:lumOff val="50000"/>
                  </a:prstClr>
                </a:solidFill>
                <a:cs typeface="Arial" panose="020B0604020202020204" pitchFamily="34" charset="0"/>
              </a:rPr>
              <a:pPr algn="r" defTabSz="1038825"/>
              <a:t>‹#›</a:t>
            </a:fld>
            <a:endParaRPr lang="en-US" sz="900" dirty="0">
              <a:solidFill>
                <a:prstClr val="black">
                  <a:lumMod val="50000"/>
                  <a:lumOff val="50000"/>
                </a:prstClr>
              </a:solidFill>
              <a:cs typeface="Arial" panose="020B0604020202020204" pitchFamily="34" charset="0"/>
            </a:endParaRPr>
          </a:p>
        </p:txBody>
      </p:sp>
      <p:cxnSp>
        <p:nvCxnSpPr>
          <p:cNvPr id="7"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2978230" y="659965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6" name="Rectangle 27">
            <a:hlinkClick r:id="rId2"/>
            <a:extLst>
              <a:ext uri="{FF2B5EF4-FFF2-40B4-BE49-F238E27FC236}">
                <a16:creationId xmlns:a16="http://schemas.microsoft.com/office/drawing/2014/main" id="{F376ABD1-4930-42EB-9A73-9A9C7C6BF2D3}"/>
              </a:ext>
            </a:extLst>
          </p:cNvPr>
          <p:cNvSpPr/>
          <p:nvPr userDrawn="1"/>
        </p:nvSpPr>
        <p:spPr>
          <a:xfrm>
            <a:off x="406471" y="6567711"/>
            <a:ext cx="2138610" cy="219456"/>
          </a:xfrm>
          <a:prstGeom prst="rect">
            <a:avLst/>
          </a:prstGeom>
        </p:spPr>
        <p:txBody>
          <a:bodyPr wrap="square" lIns="0" tIns="0" rIns="0" bIns="0" anchor="ctr" anchorCtr="0">
            <a:noAutofit/>
          </a:bodyPr>
          <a:lstStyle/>
          <a:p>
            <a:pPr defTabSz="1038825">
              <a:lnSpc>
                <a:spcPct val="85000"/>
              </a:lnSpc>
              <a:defRPr/>
            </a:pPr>
            <a:r>
              <a:rPr lang="en-IN" sz="900" kern="0" dirty="0">
                <a:solidFill>
                  <a:srgbClr val="00458D"/>
                </a:solidFill>
                <a:cs typeface="Arial" panose="020B0604020202020204" pitchFamily="34" charset="0"/>
              </a:rPr>
              <a:t>Capgemini I&amp;A – Meeting with Andy </a:t>
            </a:r>
            <a:endParaRPr lang="en-US" sz="900" kern="0" dirty="0">
              <a:solidFill>
                <a:srgbClr val="00458D"/>
              </a:solidFill>
              <a:cs typeface="Arial" panose="020B0604020202020204" pitchFamily="34" charset="0"/>
            </a:endParaRPr>
          </a:p>
        </p:txBody>
      </p:sp>
      <p:sp>
        <p:nvSpPr>
          <p:cNvPr id="10" name="Retângulo 43">
            <a:extLst>
              <a:ext uri="{FF2B5EF4-FFF2-40B4-BE49-F238E27FC236}">
                <a16:creationId xmlns:a16="http://schemas.microsoft.com/office/drawing/2014/main" id="{834ADCB4-BFB1-450D-8F6D-64217F4CD92C}"/>
              </a:ext>
            </a:extLst>
          </p:cNvPr>
          <p:cNvSpPr/>
          <p:nvPr userDrawn="1"/>
        </p:nvSpPr>
        <p:spPr>
          <a:xfrm>
            <a:off x="3411380" y="6567711"/>
            <a:ext cx="2223686" cy="219456"/>
          </a:xfrm>
          <a:prstGeom prst="rect">
            <a:avLst/>
          </a:prstGeom>
        </p:spPr>
        <p:txBody>
          <a:bodyPr wrap="none" lIns="0" tIns="0" rIns="0" bIns="0" anchor="ctr">
            <a:noAutofit/>
          </a:bodyPr>
          <a:lstStyle/>
          <a:p>
            <a:pPr defTabSz="1038825"/>
            <a:r>
              <a:rPr lang="en-US" sz="900" dirty="0">
                <a:solidFill>
                  <a:srgbClr val="EDEDED">
                    <a:lumMod val="50000"/>
                  </a:srgbClr>
                </a:solidFill>
                <a:cs typeface="Arial" panose="020B0604020202020204" pitchFamily="34" charset="0"/>
              </a:rPr>
              <a:t>© 2019 Capgemini. All rights reserved.</a:t>
            </a:r>
          </a:p>
        </p:txBody>
      </p:sp>
      <p:sp>
        <p:nvSpPr>
          <p:cNvPr id="9" name="Freeform: Shape 8">
            <a:extLst>
              <a:ext uri="{FF2B5EF4-FFF2-40B4-BE49-F238E27FC236}">
                <a16:creationId xmlns:a16="http://schemas.microsoft.com/office/drawing/2014/main" id="{2C156621-C97F-4384-B05B-2087358650EE}"/>
              </a:ext>
            </a:extLst>
          </p:cNvPr>
          <p:cNvSpPr>
            <a:spLocks/>
          </p:cNvSpPr>
          <p:nvPr userDrawn="1"/>
        </p:nvSpPr>
        <p:spPr bwMode="auto">
          <a:xfrm>
            <a:off x="1" y="1"/>
            <a:ext cx="4151419" cy="5373380"/>
          </a:xfrm>
          <a:custGeom>
            <a:avLst/>
            <a:gdLst>
              <a:gd name="connsiteX0" fmla="*/ 0 w 4151419"/>
              <a:gd name="connsiteY0" fmla="*/ 0 h 5373380"/>
              <a:gd name="connsiteX1" fmla="*/ 4145860 w 4151419"/>
              <a:gd name="connsiteY1" fmla="*/ 0 h 5373380"/>
              <a:gd name="connsiteX2" fmla="*/ 4151390 w 4151419"/>
              <a:gd name="connsiteY2" fmla="*/ 47386 h 5373380"/>
              <a:gd name="connsiteX3" fmla="*/ 4145860 w 4151419"/>
              <a:gd name="connsiteY3" fmla="*/ 192237 h 5373380"/>
              <a:gd name="connsiteX4" fmla="*/ 4143095 w 4151419"/>
              <a:gd name="connsiteY4" fmla="*/ 221315 h 5373380"/>
              <a:gd name="connsiteX5" fmla="*/ 4138025 w 4151419"/>
              <a:gd name="connsiteY5" fmla="*/ 303164 h 5373380"/>
              <a:gd name="connsiteX6" fmla="*/ 4130190 w 4151419"/>
              <a:gd name="connsiteY6" fmla="*/ 384475 h 5373380"/>
              <a:gd name="connsiteX7" fmla="*/ 4087789 w 4151419"/>
              <a:gd name="connsiteY7" fmla="*/ 619252 h 5373380"/>
              <a:gd name="connsiteX8" fmla="*/ 3811263 w 4151419"/>
              <a:gd name="connsiteY8" fmla="*/ 1388201 h 5373380"/>
              <a:gd name="connsiteX9" fmla="*/ 3265583 w 4151419"/>
              <a:gd name="connsiteY9" fmla="*/ 2349927 h 5373380"/>
              <a:gd name="connsiteX10" fmla="*/ 2528179 w 4151419"/>
              <a:gd name="connsiteY10" fmla="*/ 3480196 h 5373380"/>
              <a:gd name="connsiteX11" fmla="*/ 2161781 w 4151419"/>
              <a:gd name="connsiteY11" fmla="*/ 4136064 h 5373380"/>
              <a:gd name="connsiteX12" fmla="*/ 2019370 w 4151419"/>
              <a:gd name="connsiteY12" fmla="*/ 4605080 h 5373380"/>
              <a:gd name="connsiteX13" fmla="*/ 2040570 w 4151419"/>
              <a:gd name="connsiteY13" fmla="*/ 4865705 h 5373380"/>
              <a:gd name="connsiteX14" fmla="*/ 2035040 w 4151419"/>
              <a:gd name="connsiteY14" fmla="*/ 4894783 h 5373380"/>
              <a:gd name="connsiteX15" fmla="*/ 1384281 w 4151419"/>
              <a:gd name="connsiteY15" fmla="*/ 5319105 h 5373380"/>
              <a:gd name="connsiteX16" fmla="*/ 839062 w 4151419"/>
              <a:gd name="connsiteY16" fmla="*/ 5363799 h 5373380"/>
              <a:gd name="connsiteX17" fmla="*/ 27457 w 4151419"/>
              <a:gd name="connsiteY17" fmla="*/ 5081635 h 5373380"/>
              <a:gd name="connsiteX18" fmla="*/ 0 w 4151419"/>
              <a:gd name="connsiteY18" fmla="*/ 5064563 h 5373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151419" h="5373380">
                <a:moveTo>
                  <a:pt x="0" y="0"/>
                </a:moveTo>
                <a:lnTo>
                  <a:pt x="4145860" y="0"/>
                </a:lnTo>
                <a:cubicBezTo>
                  <a:pt x="4145860" y="8077"/>
                  <a:pt x="4150929" y="17231"/>
                  <a:pt x="4151390" y="47386"/>
                </a:cubicBezTo>
                <a:cubicBezTo>
                  <a:pt x="4151851" y="73772"/>
                  <a:pt x="4146782" y="166390"/>
                  <a:pt x="4145860" y="192237"/>
                </a:cubicBezTo>
                <a:cubicBezTo>
                  <a:pt x="4144477" y="221315"/>
                  <a:pt x="4144477" y="203007"/>
                  <a:pt x="4143095" y="221315"/>
                </a:cubicBezTo>
                <a:cubicBezTo>
                  <a:pt x="4143095" y="250393"/>
                  <a:pt x="4140790" y="276779"/>
                  <a:pt x="4138025" y="303164"/>
                </a:cubicBezTo>
                <a:cubicBezTo>
                  <a:pt x="4135721" y="330088"/>
                  <a:pt x="4138486" y="331704"/>
                  <a:pt x="4130190" y="384475"/>
                </a:cubicBezTo>
                <a:cubicBezTo>
                  <a:pt x="4116825" y="463631"/>
                  <a:pt x="4106224" y="542788"/>
                  <a:pt x="4087789" y="619252"/>
                </a:cubicBezTo>
                <a:cubicBezTo>
                  <a:pt x="4024649" y="887953"/>
                  <a:pt x="3927404" y="1140501"/>
                  <a:pt x="3811263" y="1388201"/>
                </a:cubicBezTo>
                <a:cubicBezTo>
                  <a:pt x="3653181" y="1723136"/>
                  <a:pt x="3463300" y="2039224"/>
                  <a:pt x="3265583" y="2349927"/>
                </a:cubicBezTo>
                <a:cubicBezTo>
                  <a:pt x="3025927" y="2729016"/>
                  <a:pt x="2767835" y="3100567"/>
                  <a:pt x="2528179" y="3480196"/>
                </a:cubicBezTo>
                <a:cubicBezTo>
                  <a:pt x="2396368" y="3693434"/>
                  <a:pt x="2267322" y="3906672"/>
                  <a:pt x="2161781" y="4136064"/>
                </a:cubicBezTo>
                <a:cubicBezTo>
                  <a:pt x="2095876" y="4286300"/>
                  <a:pt x="2037805" y="4439229"/>
                  <a:pt x="2019370" y="4605080"/>
                </a:cubicBezTo>
                <a:cubicBezTo>
                  <a:pt x="2011535" y="4691776"/>
                  <a:pt x="2014300" y="4781702"/>
                  <a:pt x="2040570" y="4865705"/>
                </a:cubicBezTo>
                <a:cubicBezTo>
                  <a:pt x="2045640" y="4879167"/>
                  <a:pt x="2045640" y="4886705"/>
                  <a:pt x="2035040" y="4894783"/>
                </a:cubicBezTo>
                <a:cubicBezTo>
                  <a:pt x="1850689" y="5087020"/>
                  <a:pt x="1642372" y="5239948"/>
                  <a:pt x="1384281" y="5319105"/>
                </a:cubicBezTo>
                <a:cubicBezTo>
                  <a:pt x="1204999" y="5371876"/>
                  <a:pt x="1023414" y="5384799"/>
                  <a:pt x="839062" y="5363799"/>
                </a:cubicBezTo>
                <a:cubicBezTo>
                  <a:pt x="546405" y="5332028"/>
                  <a:pt x="280018" y="5224332"/>
                  <a:pt x="27457" y="5081635"/>
                </a:cubicBezTo>
                <a:lnTo>
                  <a:pt x="0" y="5064563"/>
                </a:lnTo>
                <a:close/>
              </a:path>
            </a:pathLst>
          </a:custGeom>
          <a:solidFill>
            <a:schemeClr val="tx2"/>
          </a:solidFill>
          <a:ln w="9525">
            <a:noFill/>
            <a:round/>
            <a:headEnd/>
            <a:tailEnd/>
          </a:ln>
        </p:spPr>
        <p:txBody>
          <a:bodyPr vert="horz" wrap="square" lIns="91440" tIns="45720" rIns="91440" bIns="45720" numCol="1" anchor="t" anchorCtr="0" compatLnSpc="1">
            <a:prstTxWarp prst="textNoShape">
              <a:avLst/>
            </a:prstTxWarp>
            <a:noAutofit/>
          </a:bodyPr>
          <a:lstStyle/>
          <a:p>
            <a:endParaRPr lang="en-GB"/>
          </a:p>
        </p:txBody>
      </p:sp>
      <p:sp>
        <p:nvSpPr>
          <p:cNvPr id="8" name="Title Placeholder 1">
            <a:extLst>
              <a:ext uri="{FF2B5EF4-FFF2-40B4-BE49-F238E27FC236}">
                <a16:creationId xmlns:a16="http://schemas.microsoft.com/office/drawing/2014/main" id="{2C1826B2-5D29-41CF-8193-E6254A651F34}"/>
              </a:ext>
            </a:extLst>
          </p:cNvPr>
          <p:cNvSpPr>
            <a:spLocks noGrp="1"/>
          </p:cNvSpPr>
          <p:nvPr>
            <p:ph type="title"/>
          </p:nvPr>
        </p:nvSpPr>
        <p:spPr>
          <a:xfrm>
            <a:off x="407988" y="404815"/>
            <a:ext cx="11016604" cy="863601"/>
          </a:xfrm>
          <a:prstGeom prst="rect">
            <a:avLst/>
          </a:prstGeom>
        </p:spPr>
        <p:txBody>
          <a:bodyPr vert="horz" lIns="0" tIns="0" rIns="0" bIns="0" rtlCol="0" anchor="t">
            <a:normAutofit/>
          </a:bodyPr>
          <a:lstStyle>
            <a:lvl1pPr>
              <a:defRPr sz="2600">
                <a:solidFill>
                  <a:schemeClr val="bg1"/>
                </a:solidFill>
              </a:defRPr>
            </a:lvl1pPr>
          </a:lstStyle>
          <a:p>
            <a:pPr lvl="0">
              <a:lnSpc>
                <a:spcPts val="3408"/>
              </a:lnSpc>
            </a:pPr>
            <a:r>
              <a:rPr lang="en-US" dirty="0"/>
              <a:t>Click to edit Master title style</a:t>
            </a:r>
            <a:endParaRPr lang="pt-PT" dirty="0"/>
          </a:p>
        </p:txBody>
      </p:sp>
    </p:spTree>
    <p:extLst>
      <p:ext uri="{BB962C8B-B14F-4D97-AF65-F5344CB8AC3E}">
        <p14:creationId xmlns:p14="http://schemas.microsoft.com/office/powerpoint/2010/main" val="26183922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k-Grey">
    <p:spTree>
      <p:nvGrpSpPr>
        <p:cNvPr id="1" name=""/>
        <p:cNvGrpSpPr/>
        <p:nvPr/>
      </p:nvGrpSpPr>
      <p:grpSpPr>
        <a:xfrm>
          <a:off x="0" y="0"/>
          <a:ext cx="0" cy="0"/>
          <a:chOff x="0" y="0"/>
          <a:chExt cx="0" cy="0"/>
        </a:xfrm>
      </p:grpSpPr>
      <p:sp>
        <p:nvSpPr>
          <p:cNvPr id="6" name="Rectangle 5"/>
          <p:cNvSpPr/>
          <p:nvPr userDrawn="1"/>
        </p:nvSpPr>
        <p:spPr>
          <a:xfrm>
            <a:off x="1"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03879" tIns="51940" rIns="103879" bIns="51940" rtlCol="0" anchor="ctr"/>
          <a:lstStyle/>
          <a:p>
            <a:pPr algn="ctr" defTabSz="1038825"/>
            <a:endParaRPr lang="en-US" sz="2000" dirty="0">
              <a:solidFill>
                <a:prstClr val="white"/>
              </a:solidFill>
            </a:endParaRPr>
          </a:p>
        </p:txBody>
      </p:sp>
      <p:sp>
        <p:nvSpPr>
          <p:cNvPr id="9" name="Title Placeholder 1">
            <a:extLst>
              <a:ext uri="{FF2B5EF4-FFF2-40B4-BE49-F238E27FC236}">
                <a16:creationId xmlns:a16="http://schemas.microsoft.com/office/drawing/2014/main" id="{6089C567-2BF9-4081-8C3F-F25A1AC79380}"/>
              </a:ext>
            </a:extLst>
          </p:cNvPr>
          <p:cNvSpPr>
            <a:spLocks noGrp="1"/>
          </p:cNvSpPr>
          <p:nvPr>
            <p:ph type="title"/>
          </p:nvPr>
        </p:nvSpPr>
        <p:spPr>
          <a:xfrm>
            <a:off x="407988" y="404815"/>
            <a:ext cx="11016604" cy="863601"/>
          </a:xfrm>
          <a:prstGeom prst="rect">
            <a:avLst/>
          </a:prstGeom>
        </p:spPr>
        <p:txBody>
          <a:bodyPr vert="horz" lIns="0" tIns="0" rIns="0" bIns="0" rtlCol="0" anchor="t">
            <a:normAutofit/>
          </a:bodyPr>
          <a:lstStyle>
            <a:lvl1pPr>
              <a:defRPr sz="2600">
                <a:solidFill>
                  <a:schemeClr val="accent1"/>
                </a:solidFill>
              </a:defRPr>
            </a:lvl1pPr>
          </a:lstStyle>
          <a:p>
            <a:pPr lvl="0">
              <a:lnSpc>
                <a:spcPts val="3408"/>
              </a:lnSpc>
            </a:pPr>
            <a:r>
              <a:rPr lang="en-US" dirty="0"/>
              <a:t>Click to edit Master title style</a:t>
            </a:r>
            <a:endParaRPr lang="pt-PT" dirty="0"/>
          </a:p>
        </p:txBody>
      </p:sp>
      <p:sp>
        <p:nvSpPr>
          <p:cNvPr id="10" name="Retângulo 43">
            <a:extLst>
              <a:ext uri="{FF2B5EF4-FFF2-40B4-BE49-F238E27FC236}">
                <a16:creationId xmlns:a16="http://schemas.microsoft.com/office/drawing/2014/main" id="{FCF3AC33-75A1-431E-8C08-BA13D2854FA4}"/>
              </a:ext>
            </a:extLst>
          </p:cNvPr>
          <p:cNvSpPr/>
          <p:nvPr userDrawn="1"/>
        </p:nvSpPr>
        <p:spPr>
          <a:xfrm>
            <a:off x="11374826" y="6555758"/>
            <a:ext cx="410263" cy="243362"/>
          </a:xfrm>
          <a:prstGeom prst="rect">
            <a:avLst/>
          </a:prstGeom>
        </p:spPr>
        <p:txBody>
          <a:bodyPr wrap="none" lIns="103879" tIns="51940" rIns="103879" bIns="51940">
            <a:spAutoFit/>
          </a:bodyPr>
          <a:lstStyle/>
          <a:p>
            <a:pPr algn="r" defTabSz="1038825"/>
            <a:fld id="{0502E5A9-B53C-401E-A0E0-4A359BB0A9E5}" type="slidenum">
              <a:rPr lang="en-US" sz="900" smtClean="0">
                <a:solidFill>
                  <a:prstClr val="black">
                    <a:lumMod val="50000"/>
                    <a:lumOff val="50000"/>
                  </a:prstClr>
                </a:solidFill>
                <a:cs typeface="Arial" panose="020B0604020202020204" pitchFamily="34" charset="0"/>
              </a:rPr>
              <a:pPr algn="r" defTabSz="1038825"/>
              <a:t>‹#›</a:t>
            </a:fld>
            <a:endParaRPr lang="en-US" sz="900" dirty="0">
              <a:solidFill>
                <a:prstClr val="black">
                  <a:lumMod val="50000"/>
                  <a:lumOff val="50000"/>
                </a:prstClr>
              </a:solidFill>
              <a:cs typeface="Arial" panose="020B0604020202020204" pitchFamily="34" charset="0"/>
            </a:endParaRPr>
          </a:p>
        </p:txBody>
      </p:sp>
      <p:cxnSp>
        <p:nvCxnSpPr>
          <p:cNvPr id="12" name="Conector reto 49">
            <a:extLst>
              <a:ext uri="{FF2B5EF4-FFF2-40B4-BE49-F238E27FC236}">
                <a16:creationId xmlns:a16="http://schemas.microsoft.com/office/drawing/2014/main" id="{B3D93F5B-99F0-4063-BBBD-9144A67CAC85}"/>
              </a:ext>
            </a:extLst>
          </p:cNvPr>
          <p:cNvCxnSpPr>
            <a:cxnSpLocks/>
          </p:cNvCxnSpPr>
          <p:nvPr userDrawn="1"/>
        </p:nvCxnSpPr>
        <p:spPr>
          <a:xfrm flipV="1">
            <a:off x="2978230" y="659965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13" name="Rectangle 27">
            <a:hlinkClick r:id="rId2"/>
            <a:extLst>
              <a:ext uri="{FF2B5EF4-FFF2-40B4-BE49-F238E27FC236}">
                <a16:creationId xmlns:a16="http://schemas.microsoft.com/office/drawing/2014/main" id="{ECF23A61-2148-4531-B8CF-335080B30B5D}"/>
              </a:ext>
            </a:extLst>
          </p:cNvPr>
          <p:cNvSpPr/>
          <p:nvPr userDrawn="1"/>
        </p:nvSpPr>
        <p:spPr>
          <a:xfrm>
            <a:off x="406471" y="6567711"/>
            <a:ext cx="2138610" cy="219456"/>
          </a:xfrm>
          <a:prstGeom prst="rect">
            <a:avLst/>
          </a:prstGeom>
        </p:spPr>
        <p:txBody>
          <a:bodyPr wrap="square" lIns="0" tIns="0" rIns="0" bIns="0" anchor="ctr" anchorCtr="0">
            <a:noAutofit/>
          </a:bodyPr>
          <a:lstStyle/>
          <a:p>
            <a:pPr defTabSz="1038825">
              <a:lnSpc>
                <a:spcPct val="85000"/>
              </a:lnSpc>
              <a:defRPr/>
            </a:pPr>
            <a:r>
              <a:rPr lang="en-IN" sz="900" kern="0" dirty="0">
                <a:solidFill>
                  <a:srgbClr val="00458D"/>
                </a:solidFill>
                <a:cs typeface="Arial" panose="020B0604020202020204" pitchFamily="34" charset="0"/>
              </a:rPr>
              <a:t>Capgemini I&amp;A Tech Monthly Review </a:t>
            </a:r>
            <a:endParaRPr lang="en-US" sz="900" kern="0" dirty="0">
              <a:solidFill>
                <a:srgbClr val="00458D"/>
              </a:solidFill>
              <a:cs typeface="Arial" panose="020B0604020202020204" pitchFamily="34" charset="0"/>
            </a:endParaRPr>
          </a:p>
        </p:txBody>
      </p:sp>
      <p:sp>
        <p:nvSpPr>
          <p:cNvPr id="14" name="Retângulo 43">
            <a:extLst>
              <a:ext uri="{FF2B5EF4-FFF2-40B4-BE49-F238E27FC236}">
                <a16:creationId xmlns:a16="http://schemas.microsoft.com/office/drawing/2014/main" id="{99FDDF64-1FF1-4080-8B67-56D11E0A1D85}"/>
              </a:ext>
            </a:extLst>
          </p:cNvPr>
          <p:cNvSpPr/>
          <p:nvPr userDrawn="1"/>
        </p:nvSpPr>
        <p:spPr>
          <a:xfrm>
            <a:off x="3411380" y="6567711"/>
            <a:ext cx="2223686" cy="219456"/>
          </a:xfrm>
          <a:prstGeom prst="rect">
            <a:avLst/>
          </a:prstGeom>
        </p:spPr>
        <p:txBody>
          <a:bodyPr wrap="none" lIns="0" tIns="0" rIns="0" bIns="0" anchor="ctr">
            <a:noAutofit/>
          </a:bodyPr>
          <a:lstStyle/>
          <a:p>
            <a:pPr defTabSz="1038825"/>
            <a:r>
              <a:rPr lang="en-US" sz="900" dirty="0">
                <a:solidFill>
                  <a:srgbClr val="EDEDED">
                    <a:lumMod val="50000"/>
                  </a:srgbClr>
                </a:solidFill>
                <a:cs typeface="Arial" panose="020B0604020202020204" pitchFamily="34" charset="0"/>
              </a:rPr>
              <a:t>© 2019 Capgemini. All rights reserved.</a:t>
            </a:r>
          </a:p>
        </p:txBody>
      </p:sp>
    </p:spTree>
    <p:extLst>
      <p:ext uri="{BB962C8B-B14F-4D97-AF65-F5344CB8AC3E}">
        <p14:creationId xmlns:p14="http://schemas.microsoft.com/office/powerpoint/2010/main" val="41260114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 Charts">
    <p:bg>
      <p:bgRef idx="1001">
        <a:schemeClr val="bg1"/>
      </p:bgRef>
    </p:bg>
    <p:spTree>
      <p:nvGrpSpPr>
        <p:cNvPr id="1" name=""/>
        <p:cNvGrpSpPr/>
        <p:nvPr/>
      </p:nvGrpSpPr>
      <p:grpSpPr>
        <a:xfrm>
          <a:off x="0" y="0"/>
          <a:ext cx="0" cy="0"/>
          <a:chOff x="0" y="0"/>
          <a:chExt cx="0" cy="0"/>
        </a:xfrm>
      </p:grpSpPr>
      <p:sp>
        <p:nvSpPr>
          <p:cNvPr id="21" name="Text Placeholder 4">
            <a:extLst>
              <a:ext uri="{FF2B5EF4-FFF2-40B4-BE49-F238E27FC236}">
                <a16:creationId xmlns:a16="http://schemas.microsoft.com/office/drawing/2014/main" id="{7B710EB7-4E56-449A-B5D4-12A5A50A258D}"/>
              </a:ext>
            </a:extLst>
          </p:cNvPr>
          <p:cNvSpPr>
            <a:spLocks noGrp="1"/>
          </p:cNvSpPr>
          <p:nvPr>
            <p:ph type="body" sz="quarter" idx="14" hasCustomPrompt="1"/>
          </p:nvPr>
        </p:nvSpPr>
        <p:spPr>
          <a:xfrm>
            <a:off x="407988" y="1428078"/>
            <a:ext cx="5543550" cy="412363"/>
          </a:xfrm>
          <a:prstGeom prst="rect">
            <a:avLst/>
          </a:prstGeom>
          <a:noFill/>
        </p:spPr>
        <p:txBody>
          <a:bodyPr anchor="b">
            <a:noAutofit/>
          </a:bodyPr>
          <a:lstStyle>
            <a:lvl1pPr algn="l">
              <a:lnSpc>
                <a:spcPts val="2045"/>
              </a:lnSpc>
              <a:defRPr sz="1800" b="0">
                <a:solidFill>
                  <a:schemeClr val="accent2"/>
                </a:solidFill>
              </a:defRPr>
            </a:lvl1pPr>
            <a:lvl2pPr>
              <a:defRPr sz="1600"/>
            </a:lvl2pPr>
            <a:lvl3pPr>
              <a:defRPr sz="1400"/>
            </a:lvl3pPr>
            <a:lvl4pPr>
              <a:defRPr sz="1200"/>
            </a:lvl4pPr>
            <a:lvl5pPr>
              <a:defRPr sz="1200"/>
            </a:lvl5pPr>
          </a:lstStyle>
          <a:p>
            <a:pPr lvl="0"/>
            <a:r>
              <a:rPr lang="en-US" dirty="0"/>
              <a:t>Click to insert chart title</a:t>
            </a:r>
          </a:p>
        </p:txBody>
      </p:sp>
      <p:sp>
        <p:nvSpPr>
          <p:cNvPr id="17" name="Chart Placeholder 16">
            <a:extLst>
              <a:ext uri="{FF2B5EF4-FFF2-40B4-BE49-F238E27FC236}">
                <a16:creationId xmlns:a16="http://schemas.microsoft.com/office/drawing/2014/main" id="{6093AB2F-A9E2-4259-8D2A-0E33C88FF1BC}"/>
              </a:ext>
            </a:extLst>
          </p:cNvPr>
          <p:cNvSpPr>
            <a:spLocks noGrp="1"/>
          </p:cNvSpPr>
          <p:nvPr>
            <p:ph type="chart" sz="quarter" idx="10"/>
          </p:nvPr>
        </p:nvSpPr>
        <p:spPr>
          <a:xfrm>
            <a:off x="407988" y="1824707"/>
            <a:ext cx="5543550" cy="1963738"/>
          </a:xfrm>
          <a:prstGeom prst="rect">
            <a:avLst/>
          </a:prstGeom>
        </p:spPr>
        <p:txBody>
          <a:bodyPr anchor="ctr"/>
          <a:lstStyle>
            <a:lvl1pPr algn="ctr">
              <a:defRPr/>
            </a:lvl1pPr>
          </a:lstStyle>
          <a:p>
            <a:endParaRPr lang="pt-PT"/>
          </a:p>
        </p:txBody>
      </p:sp>
      <p:sp>
        <p:nvSpPr>
          <p:cNvPr id="18" name="Chart Placeholder 16">
            <a:extLst>
              <a:ext uri="{FF2B5EF4-FFF2-40B4-BE49-F238E27FC236}">
                <a16:creationId xmlns:a16="http://schemas.microsoft.com/office/drawing/2014/main" id="{FFC514B9-95FB-485B-B1AD-4193B2310907}"/>
              </a:ext>
            </a:extLst>
          </p:cNvPr>
          <p:cNvSpPr>
            <a:spLocks noGrp="1"/>
          </p:cNvSpPr>
          <p:nvPr>
            <p:ph type="chart" sz="quarter" idx="11"/>
          </p:nvPr>
        </p:nvSpPr>
        <p:spPr>
          <a:xfrm>
            <a:off x="6240462" y="1824707"/>
            <a:ext cx="5543550" cy="1963738"/>
          </a:xfrm>
          <a:prstGeom prst="rect">
            <a:avLst/>
          </a:prstGeom>
        </p:spPr>
        <p:txBody>
          <a:bodyPr anchor="ctr"/>
          <a:lstStyle>
            <a:lvl1pPr algn="ctr">
              <a:defRPr/>
            </a:lvl1pPr>
          </a:lstStyle>
          <a:p>
            <a:endParaRPr lang="pt-PT"/>
          </a:p>
        </p:txBody>
      </p:sp>
      <p:sp>
        <p:nvSpPr>
          <p:cNvPr id="22" name="Text Placeholder 4">
            <a:extLst>
              <a:ext uri="{FF2B5EF4-FFF2-40B4-BE49-F238E27FC236}">
                <a16:creationId xmlns:a16="http://schemas.microsoft.com/office/drawing/2014/main" id="{212267A8-F086-40EB-BC5F-D9FE81725052}"/>
              </a:ext>
            </a:extLst>
          </p:cNvPr>
          <p:cNvSpPr>
            <a:spLocks noGrp="1"/>
          </p:cNvSpPr>
          <p:nvPr>
            <p:ph type="body" sz="quarter" idx="15" hasCustomPrompt="1"/>
          </p:nvPr>
        </p:nvSpPr>
        <p:spPr>
          <a:xfrm>
            <a:off x="6240462" y="1412879"/>
            <a:ext cx="5543550" cy="412363"/>
          </a:xfrm>
          <a:prstGeom prst="rect">
            <a:avLst/>
          </a:prstGeom>
          <a:noFill/>
        </p:spPr>
        <p:txBody>
          <a:bodyPr anchor="b">
            <a:noAutofit/>
          </a:bodyPr>
          <a:lstStyle>
            <a:lvl1pPr algn="l">
              <a:lnSpc>
                <a:spcPts val="2045"/>
              </a:lnSpc>
              <a:defRPr sz="1800" b="0">
                <a:solidFill>
                  <a:schemeClr val="accent2"/>
                </a:solidFill>
              </a:defRPr>
            </a:lvl1pPr>
            <a:lvl2pPr>
              <a:defRPr sz="1600"/>
            </a:lvl2pPr>
            <a:lvl3pPr>
              <a:defRPr sz="1400"/>
            </a:lvl3pPr>
            <a:lvl4pPr>
              <a:defRPr sz="1200"/>
            </a:lvl4pPr>
            <a:lvl5pPr>
              <a:defRPr sz="1200"/>
            </a:lvl5pPr>
          </a:lstStyle>
          <a:p>
            <a:pPr lvl="0"/>
            <a:r>
              <a:rPr lang="en-US" dirty="0"/>
              <a:t>Click to insert chart title</a:t>
            </a:r>
          </a:p>
        </p:txBody>
      </p:sp>
      <p:sp>
        <p:nvSpPr>
          <p:cNvPr id="12" name="Retângulo 43">
            <a:extLst>
              <a:ext uri="{FF2B5EF4-FFF2-40B4-BE49-F238E27FC236}">
                <a16:creationId xmlns:a16="http://schemas.microsoft.com/office/drawing/2014/main" id="{25FC8637-25BD-4C09-AF25-56B4243DAB3D}"/>
              </a:ext>
            </a:extLst>
          </p:cNvPr>
          <p:cNvSpPr/>
          <p:nvPr userDrawn="1"/>
        </p:nvSpPr>
        <p:spPr>
          <a:xfrm>
            <a:off x="11616126" y="6555758"/>
            <a:ext cx="410263" cy="243362"/>
          </a:xfrm>
          <a:prstGeom prst="rect">
            <a:avLst/>
          </a:prstGeom>
        </p:spPr>
        <p:txBody>
          <a:bodyPr wrap="none" lIns="103879" tIns="51940" rIns="103879" bIns="51940">
            <a:spAutoFit/>
          </a:bodyPr>
          <a:lstStyle/>
          <a:p>
            <a:pPr algn="r" defTabSz="1038825"/>
            <a:fld id="{0502E5A9-B53C-401E-A0E0-4A359BB0A9E5}" type="slidenum">
              <a:rPr lang="en-US" sz="900" smtClean="0">
                <a:solidFill>
                  <a:prstClr val="black">
                    <a:lumMod val="50000"/>
                    <a:lumOff val="50000"/>
                  </a:prstClr>
                </a:solidFill>
                <a:cs typeface="Arial" panose="020B0604020202020204" pitchFamily="34" charset="0"/>
              </a:rPr>
              <a:pPr algn="r" defTabSz="1038825"/>
              <a:t>‹#›</a:t>
            </a:fld>
            <a:endParaRPr lang="en-US" sz="900" dirty="0">
              <a:solidFill>
                <a:prstClr val="black">
                  <a:lumMod val="50000"/>
                  <a:lumOff val="50000"/>
                </a:prstClr>
              </a:solidFill>
              <a:cs typeface="Arial" panose="020B0604020202020204" pitchFamily="34" charset="0"/>
            </a:endParaRPr>
          </a:p>
        </p:txBody>
      </p:sp>
      <p:cxnSp>
        <p:nvCxnSpPr>
          <p:cNvPr id="13"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3283673"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14" name="Rectangle 27">
            <a:hlinkClick r:id="rId2"/>
            <a:extLst>
              <a:ext uri="{FF2B5EF4-FFF2-40B4-BE49-F238E27FC236}">
                <a16:creationId xmlns:a16="http://schemas.microsoft.com/office/drawing/2014/main" id="{F376ABD1-4930-42EB-9A73-9A9C7C6BF2D3}"/>
              </a:ext>
            </a:extLst>
          </p:cNvPr>
          <p:cNvSpPr/>
          <p:nvPr userDrawn="1"/>
        </p:nvSpPr>
        <p:spPr>
          <a:xfrm>
            <a:off x="407991" y="6555972"/>
            <a:ext cx="2829007" cy="219456"/>
          </a:xfrm>
          <a:prstGeom prst="rect">
            <a:avLst/>
          </a:prstGeom>
        </p:spPr>
        <p:txBody>
          <a:bodyPr wrap="square" lIns="0" tIns="0" rIns="0" bIns="0" anchor="ctr" anchorCtr="0">
            <a:noAutofit/>
          </a:bodyPr>
          <a:lstStyle/>
          <a:p>
            <a:pPr defTabSz="1038825">
              <a:lnSpc>
                <a:spcPct val="85000"/>
              </a:lnSpc>
              <a:defRPr/>
            </a:pPr>
            <a:r>
              <a:rPr lang="pl-PL" sz="900" kern="0" dirty="0">
                <a:solidFill>
                  <a:srgbClr val="00458D"/>
                </a:solidFill>
                <a:cs typeface="Arial" panose="020B0604020202020204" pitchFamily="34" charset="0"/>
              </a:rPr>
              <a:t>BRM Review Deck</a:t>
            </a:r>
            <a:endParaRPr lang="en-US" sz="900" kern="0" dirty="0">
              <a:solidFill>
                <a:srgbClr val="00458D"/>
              </a:solidFill>
              <a:cs typeface="Arial" panose="020B0604020202020204" pitchFamily="34" charset="0"/>
            </a:endParaRPr>
          </a:p>
        </p:txBody>
      </p:sp>
      <p:sp>
        <p:nvSpPr>
          <p:cNvPr id="16"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407988" y="404813"/>
            <a:ext cx="11016604" cy="863600"/>
          </a:xfrm>
          <a:prstGeom prst="rect">
            <a:avLst/>
          </a:prstGeom>
        </p:spPr>
        <p:txBody>
          <a:bodyPr vert="horz" lIns="0" tIns="0" rIns="0" bIns="0" rtlCol="0" anchor="t">
            <a:normAutofit/>
          </a:bodyPr>
          <a:lstStyle>
            <a:lvl1pPr>
              <a:defRPr lang="pt-PT" dirty="0"/>
            </a:lvl1pPr>
          </a:lstStyle>
          <a:p>
            <a:pPr lvl="0">
              <a:lnSpc>
                <a:spcPts val="3408"/>
              </a:lnSpc>
            </a:pPr>
            <a:r>
              <a:rPr lang="en-US" dirty="0"/>
              <a:t>Click to add title</a:t>
            </a:r>
            <a:endParaRPr lang="pt-PT" dirty="0"/>
          </a:p>
        </p:txBody>
      </p:sp>
      <p:sp>
        <p:nvSpPr>
          <p:cNvPr id="25" name="Text Placeholder 4">
            <a:extLst>
              <a:ext uri="{FF2B5EF4-FFF2-40B4-BE49-F238E27FC236}">
                <a16:creationId xmlns:a16="http://schemas.microsoft.com/office/drawing/2014/main" id="{7B710EB7-4E56-449A-B5D4-12A5A50A258D}"/>
              </a:ext>
            </a:extLst>
          </p:cNvPr>
          <p:cNvSpPr>
            <a:spLocks noGrp="1"/>
          </p:cNvSpPr>
          <p:nvPr>
            <p:ph type="body" sz="quarter" idx="16" hasCustomPrompt="1"/>
          </p:nvPr>
        </p:nvSpPr>
        <p:spPr>
          <a:xfrm>
            <a:off x="407988" y="4081450"/>
            <a:ext cx="5543550" cy="412363"/>
          </a:xfrm>
          <a:prstGeom prst="rect">
            <a:avLst/>
          </a:prstGeom>
          <a:noFill/>
        </p:spPr>
        <p:txBody>
          <a:bodyPr anchor="b">
            <a:noAutofit/>
          </a:bodyPr>
          <a:lstStyle>
            <a:lvl1pPr algn="l">
              <a:lnSpc>
                <a:spcPts val="2045"/>
              </a:lnSpc>
              <a:defRPr sz="1800" b="0">
                <a:solidFill>
                  <a:schemeClr val="accent2"/>
                </a:solidFill>
              </a:defRPr>
            </a:lvl1pPr>
            <a:lvl2pPr>
              <a:defRPr sz="1600"/>
            </a:lvl2pPr>
            <a:lvl3pPr>
              <a:defRPr sz="1400"/>
            </a:lvl3pPr>
            <a:lvl4pPr>
              <a:defRPr sz="1200"/>
            </a:lvl4pPr>
            <a:lvl5pPr>
              <a:defRPr sz="1200"/>
            </a:lvl5pPr>
          </a:lstStyle>
          <a:p>
            <a:pPr lvl="0"/>
            <a:r>
              <a:rPr lang="en-US" dirty="0"/>
              <a:t>Click to insert chart title</a:t>
            </a:r>
          </a:p>
        </p:txBody>
      </p:sp>
      <p:sp>
        <p:nvSpPr>
          <p:cNvPr id="26" name="Chart Placeholder 16">
            <a:extLst>
              <a:ext uri="{FF2B5EF4-FFF2-40B4-BE49-F238E27FC236}">
                <a16:creationId xmlns:a16="http://schemas.microsoft.com/office/drawing/2014/main" id="{6093AB2F-A9E2-4259-8D2A-0E33C88FF1BC}"/>
              </a:ext>
            </a:extLst>
          </p:cNvPr>
          <p:cNvSpPr>
            <a:spLocks noGrp="1"/>
          </p:cNvSpPr>
          <p:nvPr>
            <p:ph type="chart" sz="quarter" idx="17"/>
          </p:nvPr>
        </p:nvSpPr>
        <p:spPr>
          <a:xfrm>
            <a:off x="407988" y="4478080"/>
            <a:ext cx="5543550" cy="1963738"/>
          </a:xfrm>
          <a:prstGeom prst="rect">
            <a:avLst/>
          </a:prstGeom>
        </p:spPr>
        <p:txBody>
          <a:bodyPr anchor="ctr"/>
          <a:lstStyle>
            <a:lvl1pPr algn="ctr">
              <a:defRPr/>
            </a:lvl1pPr>
          </a:lstStyle>
          <a:p>
            <a:endParaRPr lang="pt-PT"/>
          </a:p>
        </p:txBody>
      </p:sp>
      <p:sp>
        <p:nvSpPr>
          <p:cNvPr id="27" name="Chart Placeholder 16">
            <a:extLst>
              <a:ext uri="{FF2B5EF4-FFF2-40B4-BE49-F238E27FC236}">
                <a16:creationId xmlns:a16="http://schemas.microsoft.com/office/drawing/2014/main" id="{FFC514B9-95FB-485B-B1AD-4193B2310907}"/>
              </a:ext>
            </a:extLst>
          </p:cNvPr>
          <p:cNvSpPr>
            <a:spLocks noGrp="1"/>
          </p:cNvSpPr>
          <p:nvPr>
            <p:ph type="chart" sz="quarter" idx="18"/>
          </p:nvPr>
        </p:nvSpPr>
        <p:spPr>
          <a:xfrm>
            <a:off x="6240462" y="4478080"/>
            <a:ext cx="5543550" cy="1963738"/>
          </a:xfrm>
          <a:prstGeom prst="rect">
            <a:avLst/>
          </a:prstGeom>
        </p:spPr>
        <p:txBody>
          <a:bodyPr anchor="ctr"/>
          <a:lstStyle>
            <a:lvl1pPr algn="ctr">
              <a:defRPr/>
            </a:lvl1pPr>
          </a:lstStyle>
          <a:p>
            <a:endParaRPr lang="pt-PT"/>
          </a:p>
        </p:txBody>
      </p:sp>
      <p:sp>
        <p:nvSpPr>
          <p:cNvPr id="28" name="Text Placeholder 4">
            <a:extLst>
              <a:ext uri="{FF2B5EF4-FFF2-40B4-BE49-F238E27FC236}">
                <a16:creationId xmlns:a16="http://schemas.microsoft.com/office/drawing/2014/main" id="{212267A8-F086-40EB-BC5F-D9FE81725052}"/>
              </a:ext>
            </a:extLst>
          </p:cNvPr>
          <p:cNvSpPr>
            <a:spLocks noGrp="1"/>
          </p:cNvSpPr>
          <p:nvPr>
            <p:ph type="body" sz="quarter" idx="19" hasCustomPrompt="1"/>
          </p:nvPr>
        </p:nvSpPr>
        <p:spPr>
          <a:xfrm>
            <a:off x="6240462" y="4066247"/>
            <a:ext cx="5543550" cy="412363"/>
          </a:xfrm>
          <a:prstGeom prst="rect">
            <a:avLst/>
          </a:prstGeom>
          <a:noFill/>
        </p:spPr>
        <p:txBody>
          <a:bodyPr anchor="b">
            <a:noAutofit/>
          </a:bodyPr>
          <a:lstStyle>
            <a:lvl1pPr algn="l">
              <a:lnSpc>
                <a:spcPts val="2045"/>
              </a:lnSpc>
              <a:defRPr sz="1800" b="0">
                <a:solidFill>
                  <a:schemeClr val="accent2"/>
                </a:solidFill>
              </a:defRPr>
            </a:lvl1pPr>
            <a:lvl2pPr>
              <a:defRPr sz="1600"/>
            </a:lvl2pPr>
            <a:lvl3pPr>
              <a:defRPr sz="1400"/>
            </a:lvl3pPr>
            <a:lvl4pPr>
              <a:defRPr sz="1200"/>
            </a:lvl4pPr>
            <a:lvl5pPr>
              <a:defRPr sz="1200"/>
            </a:lvl5pPr>
          </a:lstStyle>
          <a:p>
            <a:pPr lvl="0"/>
            <a:r>
              <a:rPr lang="en-US" dirty="0"/>
              <a:t>Click to insert chart title</a:t>
            </a:r>
          </a:p>
        </p:txBody>
      </p:sp>
      <p:sp>
        <p:nvSpPr>
          <p:cNvPr id="29" name="Retângulo 43">
            <a:extLst>
              <a:ext uri="{FF2B5EF4-FFF2-40B4-BE49-F238E27FC236}">
                <a16:creationId xmlns:a16="http://schemas.microsoft.com/office/drawing/2014/main" id="{834ADCB4-BFB1-450D-8F6D-64217F4CD92C}"/>
              </a:ext>
            </a:extLst>
          </p:cNvPr>
          <p:cNvSpPr/>
          <p:nvPr userDrawn="1"/>
        </p:nvSpPr>
        <p:spPr>
          <a:xfrm>
            <a:off x="3411380" y="6555759"/>
            <a:ext cx="2223686" cy="219456"/>
          </a:xfrm>
          <a:prstGeom prst="rect">
            <a:avLst/>
          </a:prstGeom>
        </p:spPr>
        <p:txBody>
          <a:bodyPr wrap="none" lIns="0" tIns="0" rIns="0" bIns="0" anchor="ctr">
            <a:noAutofit/>
          </a:bodyPr>
          <a:lstStyle/>
          <a:p>
            <a:pPr defTabSz="1038825"/>
            <a:r>
              <a:rPr lang="en-US" sz="900" dirty="0">
                <a:solidFill>
                  <a:srgbClr val="EDEDED">
                    <a:lumMod val="50000"/>
                  </a:srgbClr>
                </a:solidFill>
                <a:cs typeface="Arial" panose="020B0604020202020204" pitchFamily="34" charset="0"/>
              </a:rPr>
              <a:t>© 2017 Capgemini. All rights reserved.</a:t>
            </a:r>
          </a:p>
        </p:txBody>
      </p:sp>
    </p:spTree>
    <p:extLst>
      <p:ext uri="{BB962C8B-B14F-4D97-AF65-F5344CB8AC3E}">
        <p14:creationId xmlns:p14="http://schemas.microsoft.com/office/powerpoint/2010/main" val="3313077502"/>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with Bullets">
    <p:spTree>
      <p:nvGrpSpPr>
        <p:cNvPr id="1" name=""/>
        <p:cNvGrpSpPr/>
        <p:nvPr/>
      </p:nvGrpSpPr>
      <p:grpSpPr>
        <a:xfrm>
          <a:off x="0" y="0"/>
          <a:ext cx="0" cy="0"/>
          <a:chOff x="0" y="0"/>
          <a:chExt cx="0" cy="0"/>
        </a:xfrm>
      </p:grpSpPr>
      <p:pic>
        <p:nvPicPr>
          <p:cNvPr id="12" name="Graphic 11">
            <a:extLst>
              <a:ext uri="{FF2B5EF4-FFF2-40B4-BE49-F238E27FC236}">
                <a16:creationId xmlns:a16="http://schemas.microsoft.com/office/drawing/2014/main" id="{10113F8D-52D8-4246-B9BC-1A6D3EF8C72C}"/>
              </a:ext>
            </a:extLst>
          </p:cNvPr>
          <p:cNvPicPr>
            <a:picLocks noChangeAspect="1"/>
          </p:cNvPicPr>
          <p:nvPr userDrawn="1"/>
        </p:nvPicPr>
        <p:blipFill>
          <a:blip r:embed="rId2" cstate="print">
            <a:extLst>
              <a:ext uri="{96DAC541-7B7A-43D3-8B79-37D633B846F1}">
                <asvg:svgBlip xmlns:asvg="http://schemas.microsoft.com/office/drawing/2016/SVG/main" r:embed="rId3"/>
              </a:ext>
            </a:extLst>
          </a:blip>
          <a:srcRect b="25000"/>
          <a:stretch>
            <a:fillRect/>
          </a:stretch>
        </p:blipFill>
        <p:spPr>
          <a:xfrm>
            <a:off x="2" y="1485900"/>
            <a:ext cx="6423098" cy="5372100"/>
          </a:xfrm>
          <a:custGeom>
            <a:avLst/>
            <a:gdLst>
              <a:gd name="connsiteX0" fmla="*/ 0 w 6149773"/>
              <a:gd name="connsiteY0" fmla="*/ 0 h 5143500"/>
              <a:gd name="connsiteX1" fmla="*/ 6149773 w 6149773"/>
              <a:gd name="connsiteY1" fmla="*/ 0 h 5143500"/>
              <a:gd name="connsiteX2" fmla="*/ 6149773 w 6149773"/>
              <a:gd name="connsiteY2" fmla="*/ 5143500 h 5143500"/>
              <a:gd name="connsiteX3" fmla="*/ 0 w 6149773"/>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6149773" h="5143500">
                <a:moveTo>
                  <a:pt x="0" y="0"/>
                </a:moveTo>
                <a:lnTo>
                  <a:pt x="6149773" y="0"/>
                </a:lnTo>
                <a:lnTo>
                  <a:pt x="6149773" y="5143500"/>
                </a:lnTo>
                <a:lnTo>
                  <a:pt x="0" y="5143500"/>
                </a:lnTo>
                <a:close/>
              </a:path>
            </a:pathLst>
          </a:custGeom>
        </p:spPr>
      </p:pic>
      <p:sp>
        <p:nvSpPr>
          <p:cNvPr id="39" name="Text Placeholder 7">
            <a:extLst>
              <a:ext uri="{FF2B5EF4-FFF2-40B4-BE49-F238E27FC236}">
                <a16:creationId xmlns:a16="http://schemas.microsoft.com/office/drawing/2014/main" id="{3E908611-FBB7-4987-BE0F-F09EAF1FFC80}"/>
              </a:ext>
            </a:extLst>
          </p:cNvPr>
          <p:cNvSpPr>
            <a:spLocks noGrp="1"/>
          </p:cNvSpPr>
          <p:nvPr>
            <p:ph type="body" sz="quarter" idx="11" hasCustomPrompt="1"/>
          </p:nvPr>
        </p:nvSpPr>
        <p:spPr>
          <a:xfrm>
            <a:off x="8075613" y="1268414"/>
            <a:ext cx="3708402" cy="555448"/>
          </a:xfrm>
          <a:prstGeom prst="rect">
            <a:avLst/>
          </a:prstGeom>
        </p:spPr>
        <p:txBody>
          <a:bodyPr anchor="ctr">
            <a:noAutofit/>
          </a:bodyPr>
          <a:lstStyle>
            <a:lvl1pPr>
              <a:lnSpc>
                <a:spcPts val="1818"/>
              </a:lnSpc>
              <a:spcBef>
                <a:spcPts val="0"/>
              </a:spcBef>
              <a:spcAft>
                <a:spcPts val="682"/>
              </a:spcAft>
              <a:defRPr sz="1600">
                <a:solidFill>
                  <a:schemeClr val="tx1"/>
                </a:solidFill>
              </a:defRPr>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dirty="0"/>
              <a:t>Click to insert text</a:t>
            </a:r>
          </a:p>
        </p:txBody>
      </p:sp>
      <p:sp>
        <p:nvSpPr>
          <p:cNvPr id="40" name="Text Placeholder 7">
            <a:extLst>
              <a:ext uri="{FF2B5EF4-FFF2-40B4-BE49-F238E27FC236}">
                <a16:creationId xmlns:a16="http://schemas.microsoft.com/office/drawing/2014/main" id="{306025B9-0362-4974-8920-7C764289CBA0}"/>
              </a:ext>
            </a:extLst>
          </p:cNvPr>
          <p:cNvSpPr>
            <a:spLocks noGrp="1"/>
          </p:cNvSpPr>
          <p:nvPr>
            <p:ph type="body" sz="quarter" idx="12" hasCustomPrompt="1"/>
          </p:nvPr>
        </p:nvSpPr>
        <p:spPr>
          <a:xfrm>
            <a:off x="8075613" y="1927538"/>
            <a:ext cx="3708402" cy="555448"/>
          </a:xfrm>
          <a:prstGeom prst="rect">
            <a:avLst/>
          </a:prstGeom>
        </p:spPr>
        <p:txBody>
          <a:bodyPr anchor="ctr">
            <a:noAutofit/>
          </a:bodyPr>
          <a:lstStyle>
            <a:lvl1pPr marL="0" marR="0" indent="0" algn="l" defTabSz="1038825" rtl="0" eaLnBrk="1" fontAlgn="auto" latinLnBrk="0" hangingPunct="1">
              <a:lnSpc>
                <a:spcPts val="1818"/>
              </a:lnSpc>
              <a:spcBef>
                <a:spcPts val="0"/>
              </a:spcBef>
              <a:spcAft>
                <a:spcPts val="682"/>
              </a:spcAft>
              <a:buClrTx/>
              <a:buSzTx/>
              <a:buFont typeface="Arial" panose="020B0604020202020204" pitchFamily="34" charset="0"/>
              <a:buNone/>
              <a:tabLst/>
              <a:defRPr sz="1600">
                <a:solidFill>
                  <a:schemeClr val="tx1"/>
                </a:solidFill>
              </a:defRPr>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marL="0" marR="0" lvl="0" indent="0" algn="l" defTabSz="1038825" rtl="0" eaLnBrk="1" fontAlgn="auto" latinLnBrk="0" hangingPunct="1">
              <a:lnSpc>
                <a:spcPct val="100000"/>
              </a:lnSpc>
              <a:spcBef>
                <a:spcPts val="1136"/>
              </a:spcBef>
              <a:spcAft>
                <a:spcPts val="0"/>
              </a:spcAft>
              <a:buClrTx/>
              <a:buSzTx/>
              <a:buFont typeface="Arial" panose="020B0604020202020204" pitchFamily="34" charset="0"/>
              <a:buNone/>
              <a:tabLst/>
              <a:defRPr/>
            </a:pPr>
            <a:r>
              <a:rPr lang="en-US" dirty="0"/>
              <a:t>Click to insert text</a:t>
            </a:r>
          </a:p>
        </p:txBody>
      </p:sp>
      <p:sp>
        <p:nvSpPr>
          <p:cNvPr id="41" name="Text Placeholder 7">
            <a:extLst>
              <a:ext uri="{FF2B5EF4-FFF2-40B4-BE49-F238E27FC236}">
                <a16:creationId xmlns:a16="http://schemas.microsoft.com/office/drawing/2014/main" id="{257644F2-F28D-4087-B791-1E7F26C4AD1C}"/>
              </a:ext>
            </a:extLst>
          </p:cNvPr>
          <p:cNvSpPr>
            <a:spLocks noGrp="1"/>
          </p:cNvSpPr>
          <p:nvPr>
            <p:ph type="body" sz="quarter" idx="13" hasCustomPrompt="1"/>
          </p:nvPr>
        </p:nvSpPr>
        <p:spPr>
          <a:xfrm>
            <a:off x="8075613" y="2586664"/>
            <a:ext cx="3708402" cy="555448"/>
          </a:xfrm>
          <a:prstGeom prst="rect">
            <a:avLst/>
          </a:prstGeom>
        </p:spPr>
        <p:txBody>
          <a:bodyPr anchor="ctr">
            <a:noAutofit/>
          </a:bodyPr>
          <a:lstStyle>
            <a:lvl1pPr>
              <a:lnSpc>
                <a:spcPts val="1818"/>
              </a:lnSpc>
              <a:spcBef>
                <a:spcPts val="0"/>
              </a:spcBef>
              <a:spcAft>
                <a:spcPts val="682"/>
              </a:spcAft>
              <a:defRPr sz="1600">
                <a:solidFill>
                  <a:schemeClr val="tx1"/>
                </a:solidFill>
              </a:defRPr>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dirty="0"/>
              <a:t>Click to insert text</a:t>
            </a:r>
          </a:p>
        </p:txBody>
      </p:sp>
      <p:sp>
        <p:nvSpPr>
          <p:cNvPr id="42" name="Text Placeholder 7">
            <a:extLst>
              <a:ext uri="{FF2B5EF4-FFF2-40B4-BE49-F238E27FC236}">
                <a16:creationId xmlns:a16="http://schemas.microsoft.com/office/drawing/2014/main" id="{25F62A33-F672-4099-9B72-9B2267F22ACF}"/>
              </a:ext>
            </a:extLst>
          </p:cNvPr>
          <p:cNvSpPr>
            <a:spLocks noGrp="1"/>
          </p:cNvSpPr>
          <p:nvPr>
            <p:ph type="body" sz="quarter" idx="14" hasCustomPrompt="1"/>
          </p:nvPr>
        </p:nvSpPr>
        <p:spPr>
          <a:xfrm>
            <a:off x="8075613" y="3245788"/>
            <a:ext cx="3708402" cy="555448"/>
          </a:xfrm>
          <a:prstGeom prst="rect">
            <a:avLst/>
          </a:prstGeom>
        </p:spPr>
        <p:txBody>
          <a:bodyPr anchor="ctr">
            <a:noAutofit/>
          </a:bodyPr>
          <a:lstStyle>
            <a:lvl1pPr>
              <a:lnSpc>
                <a:spcPts val="1818"/>
              </a:lnSpc>
              <a:spcBef>
                <a:spcPts val="0"/>
              </a:spcBef>
              <a:spcAft>
                <a:spcPts val="682"/>
              </a:spcAft>
              <a:defRPr sz="1600">
                <a:solidFill>
                  <a:schemeClr val="tx1"/>
                </a:solidFill>
              </a:defRPr>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dirty="0"/>
              <a:t>Click to insert text</a:t>
            </a:r>
          </a:p>
        </p:txBody>
      </p:sp>
      <p:sp>
        <p:nvSpPr>
          <p:cNvPr id="43" name="Text Placeholder 7">
            <a:extLst>
              <a:ext uri="{FF2B5EF4-FFF2-40B4-BE49-F238E27FC236}">
                <a16:creationId xmlns:a16="http://schemas.microsoft.com/office/drawing/2014/main" id="{72FF6EE1-C46D-4DEB-A508-49B5101CF26E}"/>
              </a:ext>
            </a:extLst>
          </p:cNvPr>
          <p:cNvSpPr>
            <a:spLocks noGrp="1"/>
          </p:cNvSpPr>
          <p:nvPr>
            <p:ph type="body" sz="quarter" idx="15" hasCustomPrompt="1"/>
          </p:nvPr>
        </p:nvSpPr>
        <p:spPr>
          <a:xfrm>
            <a:off x="8075613" y="3904913"/>
            <a:ext cx="3708402" cy="555448"/>
          </a:xfrm>
          <a:prstGeom prst="rect">
            <a:avLst/>
          </a:prstGeom>
        </p:spPr>
        <p:txBody>
          <a:bodyPr anchor="ctr">
            <a:noAutofit/>
          </a:bodyPr>
          <a:lstStyle>
            <a:lvl1pPr>
              <a:lnSpc>
                <a:spcPts val="1818"/>
              </a:lnSpc>
              <a:spcBef>
                <a:spcPts val="0"/>
              </a:spcBef>
              <a:spcAft>
                <a:spcPts val="682"/>
              </a:spcAft>
              <a:defRPr sz="1600">
                <a:solidFill>
                  <a:schemeClr val="tx1"/>
                </a:solidFill>
              </a:defRPr>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dirty="0"/>
              <a:t>Click to insert text</a:t>
            </a:r>
          </a:p>
        </p:txBody>
      </p:sp>
      <p:sp>
        <p:nvSpPr>
          <p:cNvPr id="44" name="Text Placeholder 7">
            <a:extLst>
              <a:ext uri="{FF2B5EF4-FFF2-40B4-BE49-F238E27FC236}">
                <a16:creationId xmlns:a16="http://schemas.microsoft.com/office/drawing/2014/main" id="{931D06D9-EA9B-42A0-81EE-D669D6CA5F33}"/>
              </a:ext>
            </a:extLst>
          </p:cNvPr>
          <p:cNvSpPr>
            <a:spLocks noGrp="1"/>
          </p:cNvSpPr>
          <p:nvPr>
            <p:ph type="body" sz="quarter" idx="16" hasCustomPrompt="1"/>
          </p:nvPr>
        </p:nvSpPr>
        <p:spPr>
          <a:xfrm>
            <a:off x="8075613" y="4564039"/>
            <a:ext cx="3708402" cy="555448"/>
          </a:xfrm>
          <a:prstGeom prst="rect">
            <a:avLst/>
          </a:prstGeom>
        </p:spPr>
        <p:txBody>
          <a:bodyPr anchor="ctr">
            <a:noAutofit/>
          </a:bodyPr>
          <a:lstStyle>
            <a:lvl1pPr>
              <a:lnSpc>
                <a:spcPts val="1818"/>
              </a:lnSpc>
              <a:spcBef>
                <a:spcPts val="0"/>
              </a:spcBef>
              <a:spcAft>
                <a:spcPts val="682"/>
              </a:spcAft>
              <a:defRPr sz="1600">
                <a:solidFill>
                  <a:schemeClr val="tx1"/>
                </a:solidFill>
              </a:defRPr>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dirty="0"/>
              <a:t>Click to insert text</a:t>
            </a:r>
          </a:p>
        </p:txBody>
      </p:sp>
      <p:sp>
        <p:nvSpPr>
          <p:cNvPr id="45" name="Text Placeholder 7">
            <a:extLst>
              <a:ext uri="{FF2B5EF4-FFF2-40B4-BE49-F238E27FC236}">
                <a16:creationId xmlns:a16="http://schemas.microsoft.com/office/drawing/2014/main" id="{EFEA829A-6217-4965-B7BD-6BC37F7849AB}"/>
              </a:ext>
            </a:extLst>
          </p:cNvPr>
          <p:cNvSpPr>
            <a:spLocks noGrp="1"/>
          </p:cNvSpPr>
          <p:nvPr>
            <p:ph type="body" sz="quarter" idx="17" hasCustomPrompt="1"/>
          </p:nvPr>
        </p:nvSpPr>
        <p:spPr>
          <a:xfrm>
            <a:off x="8075613" y="5223163"/>
            <a:ext cx="3708402" cy="555448"/>
          </a:xfrm>
          <a:prstGeom prst="rect">
            <a:avLst/>
          </a:prstGeom>
        </p:spPr>
        <p:txBody>
          <a:bodyPr anchor="ctr">
            <a:noAutofit/>
          </a:bodyPr>
          <a:lstStyle>
            <a:lvl1pPr>
              <a:lnSpc>
                <a:spcPts val="1818"/>
              </a:lnSpc>
              <a:spcBef>
                <a:spcPts val="0"/>
              </a:spcBef>
              <a:spcAft>
                <a:spcPts val="682"/>
              </a:spcAft>
              <a:defRPr sz="1600">
                <a:solidFill>
                  <a:schemeClr val="tx1"/>
                </a:solidFill>
              </a:defRPr>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dirty="0"/>
              <a:t>Click to insert text</a:t>
            </a:r>
          </a:p>
        </p:txBody>
      </p:sp>
      <p:sp>
        <p:nvSpPr>
          <p:cNvPr id="46" name="Text Placeholder 7">
            <a:extLst>
              <a:ext uri="{FF2B5EF4-FFF2-40B4-BE49-F238E27FC236}">
                <a16:creationId xmlns:a16="http://schemas.microsoft.com/office/drawing/2014/main" id="{E05DDB93-91CA-4BAF-9D63-E4134B435D8F}"/>
              </a:ext>
            </a:extLst>
          </p:cNvPr>
          <p:cNvSpPr>
            <a:spLocks noGrp="1"/>
          </p:cNvSpPr>
          <p:nvPr>
            <p:ph type="body" sz="quarter" idx="18" hasCustomPrompt="1"/>
          </p:nvPr>
        </p:nvSpPr>
        <p:spPr>
          <a:xfrm>
            <a:off x="8075613" y="5882287"/>
            <a:ext cx="3708402" cy="555448"/>
          </a:xfrm>
          <a:prstGeom prst="rect">
            <a:avLst/>
          </a:prstGeom>
        </p:spPr>
        <p:txBody>
          <a:bodyPr anchor="ctr">
            <a:noAutofit/>
          </a:bodyPr>
          <a:lstStyle>
            <a:lvl1pPr>
              <a:lnSpc>
                <a:spcPts val="1818"/>
              </a:lnSpc>
              <a:spcBef>
                <a:spcPts val="0"/>
              </a:spcBef>
              <a:spcAft>
                <a:spcPts val="682"/>
              </a:spcAft>
              <a:defRPr sz="1600">
                <a:solidFill>
                  <a:schemeClr val="tx1"/>
                </a:solidFill>
              </a:defRPr>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dirty="0"/>
              <a:t>Click to insert text</a:t>
            </a:r>
          </a:p>
        </p:txBody>
      </p:sp>
      <p:sp>
        <p:nvSpPr>
          <p:cNvPr id="48" name="Picture Placeholder 47">
            <a:extLst>
              <a:ext uri="{FF2B5EF4-FFF2-40B4-BE49-F238E27FC236}">
                <a16:creationId xmlns:a16="http://schemas.microsoft.com/office/drawing/2014/main" id="{51CA337D-4B25-44C1-847A-AC0D74277B60}"/>
              </a:ext>
            </a:extLst>
          </p:cNvPr>
          <p:cNvSpPr>
            <a:spLocks noGrp="1"/>
          </p:cNvSpPr>
          <p:nvPr>
            <p:ph type="pic" sz="quarter" idx="19"/>
          </p:nvPr>
        </p:nvSpPr>
        <p:spPr>
          <a:xfrm>
            <a:off x="2" y="1381126"/>
            <a:ext cx="7494589" cy="5476875"/>
          </a:xfrm>
          <a:prstGeom prst="rect">
            <a:avLst/>
          </a:prstGeom>
        </p:spPr>
        <p:txBody>
          <a:bodyPr anchor="ctr"/>
          <a:lstStyle>
            <a:lvl1pPr algn="ctr">
              <a:defRPr/>
            </a:lvl1pPr>
          </a:lstStyle>
          <a:p>
            <a:endParaRPr lang="pt-PT" dirty="0"/>
          </a:p>
        </p:txBody>
      </p:sp>
      <p:sp>
        <p:nvSpPr>
          <p:cNvPr id="13"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407988" y="404813"/>
            <a:ext cx="11016604" cy="863600"/>
          </a:xfrm>
          <a:prstGeom prst="rect">
            <a:avLst/>
          </a:prstGeom>
        </p:spPr>
        <p:txBody>
          <a:bodyPr vert="horz" lIns="0" tIns="0" rIns="0" bIns="0" rtlCol="0" anchor="t">
            <a:normAutofit/>
          </a:bodyPr>
          <a:lstStyle>
            <a:lvl1pPr>
              <a:defRPr lang="pt-PT" dirty="0">
                <a:solidFill>
                  <a:schemeClr val="accent3"/>
                </a:solidFill>
              </a:defRPr>
            </a:lvl1pPr>
          </a:lstStyle>
          <a:p>
            <a:pPr lvl="0">
              <a:lnSpc>
                <a:spcPts val="3408"/>
              </a:lnSpc>
            </a:pPr>
            <a:r>
              <a:rPr lang="en-US" dirty="0"/>
              <a:t>Click to add title</a:t>
            </a:r>
            <a:endParaRPr lang="pt-PT" dirty="0"/>
          </a:p>
        </p:txBody>
      </p:sp>
      <p:sp>
        <p:nvSpPr>
          <p:cNvPr id="15" name="Retângulo 43">
            <a:extLst>
              <a:ext uri="{FF2B5EF4-FFF2-40B4-BE49-F238E27FC236}">
                <a16:creationId xmlns:a16="http://schemas.microsoft.com/office/drawing/2014/main" id="{25FC8637-25BD-4C09-AF25-56B4243DAB3D}"/>
              </a:ext>
            </a:extLst>
          </p:cNvPr>
          <p:cNvSpPr/>
          <p:nvPr userDrawn="1"/>
        </p:nvSpPr>
        <p:spPr>
          <a:xfrm>
            <a:off x="11616126" y="6555758"/>
            <a:ext cx="410263" cy="243362"/>
          </a:xfrm>
          <a:prstGeom prst="rect">
            <a:avLst/>
          </a:prstGeom>
        </p:spPr>
        <p:txBody>
          <a:bodyPr wrap="none" lIns="103879" tIns="51940" rIns="103879" bIns="51940">
            <a:spAutoFit/>
          </a:bodyPr>
          <a:lstStyle/>
          <a:p>
            <a:pPr algn="r" defTabSz="1038825"/>
            <a:fld id="{0502E5A9-B53C-401E-A0E0-4A359BB0A9E5}" type="slidenum">
              <a:rPr lang="en-US" sz="900" smtClean="0">
                <a:solidFill>
                  <a:prstClr val="black">
                    <a:lumMod val="50000"/>
                    <a:lumOff val="50000"/>
                  </a:prstClr>
                </a:solidFill>
                <a:cs typeface="Arial" panose="020B0604020202020204" pitchFamily="34" charset="0"/>
              </a:rPr>
              <a:pPr algn="r" defTabSz="1038825"/>
              <a:t>‹#›</a:t>
            </a:fld>
            <a:endParaRPr lang="en-US" sz="900" dirty="0">
              <a:solidFill>
                <a:prstClr val="black">
                  <a:lumMod val="50000"/>
                  <a:lumOff val="50000"/>
                </a:prstClr>
              </a:solidFill>
              <a:cs typeface="Arial" panose="020B0604020202020204" pitchFamily="34" charset="0"/>
            </a:endParaRPr>
          </a:p>
        </p:txBody>
      </p:sp>
      <p:cxnSp>
        <p:nvCxnSpPr>
          <p:cNvPr id="16"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3283673" y="6587911"/>
            <a:ext cx="0" cy="155576"/>
          </a:xfrm>
          <a:prstGeom prst="line">
            <a:avLst/>
          </a:prstGeom>
          <a:solidFill>
            <a:schemeClr val="tx1"/>
          </a:solidFill>
          <a:ln w="12700" cap="rnd">
            <a:solidFill>
              <a:schemeClr val="bg1">
                <a:lumMod val="95000"/>
              </a:schemeClr>
            </a:solidFill>
            <a:round/>
          </a:ln>
        </p:spPr>
        <p:style>
          <a:lnRef idx="1">
            <a:schemeClr val="accent1"/>
          </a:lnRef>
          <a:fillRef idx="0">
            <a:schemeClr val="accent1"/>
          </a:fillRef>
          <a:effectRef idx="0">
            <a:schemeClr val="accent1"/>
          </a:effectRef>
          <a:fontRef idx="minor">
            <a:schemeClr val="tx1"/>
          </a:fontRef>
        </p:style>
      </p:cxnSp>
      <p:sp>
        <p:nvSpPr>
          <p:cNvPr id="17" name="Rectangle 27">
            <a:hlinkClick r:id="rId4"/>
            <a:extLst>
              <a:ext uri="{FF2B5EF4-FFF2-40B4-BE49-F238E27FC236}">
                <a16:creationId xmlns:a16="http://schemas.microsoft.com/office/drawing/2014/main" id="{F376ABD1-4930-42EB-9A73-9A9C7C6BF2D3}"/>
              </a:ext>
            </a:extLst>
          </p:cNvPr>
          <p:cNvSpPr/>
          <p:nvPr userDrawn="1"/>
        </p:nvSpPr>
        <p:spPr>
          <a:xfrm>
            <a:off x="407991" y="6555972"/>
            <a:ext cx="2829007" cy="219456"/>
          </a:xfrm>
          <a:prstGeom prst="rect">
            <a:avLst/>
          </a:prstGeom>
        </p:spPr>
        <p:txBody>
          <a:bodyPr wrap="square" lIns="0" tIns="0" rIns="0" bIns="0" anchor="ctr" anchorCtr="0">
            <a:noAutofit/>
          </a:bodyPr>
          <a:lstStyle/>
          <a:p>
            <a:pPr defTabSz="1038825">
              <a:lnSpc>
                <a:spcPct val="85000"/>
              </a:lnSpc>
              <a:defRPr/>
            </a:pPr>
            <a:r>
              <a:rPr lang="en-US" sz="900" kern="0" dirty="0">
                <a:solidFill>
                  <a:srgbClr val="00458D"/>
                </a:solidFill>
                <a:cs typeface="Arial" panose="020B0604020202020204" pitchFamily="34" charset="0"/>
              </a:rPr>
              <a:t>Architecture Plan</a:t>
            </a:r>
          </a:p>
        </p:txBody>
      </p:sp>
      <p:sp>
        <p:nvSpPr>
          <p:cNvPr id="18" name="Retângulo 43">
            <a:extLst>
              <a:ext uri="{FF2B5EF4-FFF2-40B4-BE49-F238E27FC236}">
                <a16:creationId xmlns:a16="http://schemas.microsoft.com/office/drawing/2014/main" id="{834ADCB4-BFB1-450D-8F6D-64217F4CD92C}"/>
              </a:ext>
            </a:extLst>
          </p:cNvPr>
          <p:cNvSpPr/>
          <p:nvPr userDrawn="1"/>
        </p:nvSpPr>
        <p:spPr>
          <a:xfrm>
            <a:off x="3411380" y="6555759"/>
            <a:ext cx="2223686" cy="219456"/>
          </a:xfrm>
          <a:prstGeom prst="rect">
            <a:avLst/>
          </a:prstGeom>
        </p:spPr>
        <p:txBody>
          <a:bodyPr wrap="none" lIns="0" tIns="0" rIns="0" bIns="0" anchor="ctr">
            <a:noAutofit/>
          </a:bodyPr>
          <a:lstStyle/>
          <a:p>
            <a:pPr defTabSz="1038825"/>
            <a:r>
              <a:rPr lang="en-US" sz="900" dirty="0">
                <a:solidFill>
                  <a:prstClr val="white"/>
                </a:solidFill>
                <a:cs typeface="Arial" panose="020B0604020202020204" pitchFamily="34" charset="0"/>
              </a:rPr>
              <a:t>© 2020 Capgemini. All rights reserved.</a:t>
            </a:r>
          </a:p>
        </p:txBody>
      </p:sp>
    </p:spTree>
    <p:extLst>
      <p:ext uri="{BB962C8B-B14F-4D97-AF65-F5344CB8AC3E}">
        <p14:creationId xmlns:p14="http://schemas.microsoft.com/office/powerpoint/2010/main" val="3307554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ext with Shapes - Layout3">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45848EA7-8D7C-4A7B-9182-7C1202EDBFB1}"/>
              </a:ext>
            </a:extLst>
          </p:cNvPr>
          <p:cNvSpPr/>
          <p:nvPr userDrawn="1"/>
        </p:nvSpPr>
        <p:spPr>
          <a:xfrm>
            <a:off x="5550121" y="732977"/>
            <a:ext cx="6641879" cy="6125027"/>
          </a:xfrm>
          <a:custGeom>
            <a:avLst/>
            <a:gdLst>
              <a:gd name="connsiteX0" fmla="*/ 4389354 w 6641878"/>
              <a:gd name="connsiteY0" fmla="*/ 775 h 6125027"/>
              <a:gd name="connsiteX1" fmla="*/ 6309188 w 6641878"/>
              <a:gd name="connsiteY1" fmla="*/ 158122 h 6125027"/>
              <a:gd name="connsiteX2" fmla="*/ 6641878 w 6641878"/>
              <a:gd name="connsiteY2" fmla="*/ 218708 h 6125027"/>
              <a:gd name="connsiteX3" fmla="*/ 6641878 w 6641878"/>
              <a:gd name="connsiteY3" fmla="*/ 6125027 h 6125027"/>
              <a:gd name="connsiteX4" fmla="*/ 0 w 6641878"/>
              <a:gd name="connsiteY4" fmla="*/ 6125027 h 6125027"/>
              <a:gd name="connsiteX5" fmla="*/ 90624 w 6641878"/>
              <a:gd name="connsiteY5" fmla="*/ 5875088 h 6125027"/>
              <a:gd name="connsiteX6" fmla="*/ 3403890 w 6641878"/>
              <a:gd name="connsiteY6" fmla="*/ 22965 h 6125027"/>
              <a:gd name="connsiteX7" fmla="*/ 4389354 w 6641878"/>
              <a:gd name="connsiteY7" fmla="*/ 775 h 6125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641878" h="6125027">
                <a:moveTo>
                  <a:pt x="4389354" y="775"/>
                </a:moveTo>
                <a:cubicBezTo>
                  <a:pt x="5042595" y="7500"/>
                  <a:pt x="5686424" y="58155"/>
                  <a:pt x="6309188" y="158122"/>
                </a:cubicBezTo>
                <a:lnTo>
                  <a:pt x="6641878" y="218708"/>
                </a:lnTo>
                <a:lnTo>
                  <a:pt x="6641878" y="6125027"/>
                </a:lnTo>
                <a:lnTo>
                  <a:pt x="0" y="6125027"/>
                </a:lnTo>
                <a:lnTo>
                  <a:pt x="90624" y="5875088"/>
                </a:lnTo>
                <a:cubicBezTo>
                  <a:pt x="963229" y="3633055"/>
                  <a:pt x="2980348" y="1576261"/>
                  <a:pt x="3403890" y="22965"/>
                </a:cubicBezTo>
                <a:cubicBezTo>
                  <a:pt x="3733760" y="5034"/>
                  <a:pt x="4062734" y="-2587"/>
                  <a:pt x="4389354" y="775"/>
                </a:cubicBezTo>
                <a:close/>
              </a:path>
            </a:pathLst>
          </a:custGeom>
          <a:solidFill>
            <a:srgbClr val="FF304C"/>
          </a:solidFill>
          <a:ln>
            <a:noFill/>
          </a:ln>
        </p:spPr>
        <p:style>
          <a:lnRef idx="2">
            <a:schemeClr val="accent1">
              <a:shade val="50000"/>
            </a:schemeClr>
          </a:lnRef>
          <a:fillRef idx="1">
            <a:schemeClr val="accent1"/>
          </a:fillRef>
          <a:effectRef idx="0">
            <a:schemeClr val="accent1"/>
          </a:effectRef>
          <a:fontRef idx="minor">
            <a:schemeClr val="lt1"/>
          </a:fontRef>
        </p:style>
        <p:txBody>
          <a:bodyPr lIns="103879" tIns="51940" rIns="103879" bIns="51940" rtlCol="0" anchor="ctr"/>
          <a:lstStyle/>
          <a:p>
            <a:pPr algn="ctr" defTabSz="1038825"/>
            <a:endParaRPr lang="pt-PT" sz="2000">
              <a:solidFill>
                <a:prstClr val="white"/>
              </a:solidFill>
            </a:endParaRPr>
          </a:p>
        </p:txBody>
      </p:sp>
      <p:sp>
        <p:nvSpPr>
          <p:cNvPr id="37" name="Text Placeholder 7">
            <a:extLst>
              <a:ext uri="{FF2B5EF4-FFF2-40B4-BE49-F238E27FC236}">
                <a16:creationId xmlns:a16="http://schemas.microsoft.com/office/drawing/2014/main" id="{B223EFB8-88D3-4227-B238-464A474B852E}"/>
              </a:ext>
            </a:extLst>
          </p:cNvPr>
          <p:cNvSpPr>
            <a:spLocks noGrp="1"/>
          </p:cNvSpPr>
          <p:nvPr>
            <p:ph type="body" sz="quarter" idx="12" hasCustomPrompt="1"/>
          </p:nvPr>
        </p:nvSpPr>
        <p:spPr>
          <a:xfrm>
            <a:off x="2044699" y="3913792"/>
            <a:ext cx="2994440" cy="894840"/>
          </a:xfrm>
          <a:prstGeom prst="rect">
            <a:avLst/>
          </a:prstGeom>
        </p:spPr>
        <p:txBody>
          <a:bodyPr anchor="ctr">
            <a:noAutofit/>
          </a:bodyPr>
          <a:lstStyle>
            <a:lvl1pPr>
              <a:lnSpc>
                <a:spcPts val="1818"/>
              </a:lnSpc>
              <a:defRPr sz="1600"/>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dirty="0"/>
              <a:t>Click to insert text</a:t>
            </a:r>
          </a:p>
        </p:txBody>
      </p:sp>
      <p:sp>
        <p:nvSpPr>
          <p:cNvPr id="38" name="Text Placeholder 7">
            <a:extLst>
              <a:ext uri="{FF2B5EF4-FFF2-40B4-BE49-F238E27FC236}">
                <a16:creationId xmlns:a16="http://schemas.microsoft.com/office/drawing/2014/main" id="{274C953F-F6D9-4EEF-A914-7C47201B5536}"/>
              </a:ext>
            </a:extLst>
          </p:cNvPr>
          <p:cNvSpPr>
            <a:spLocks noGrp="1"/>
          </p:cNvSpPr>
          <p:nvPr>
            <p:ph type="body" sz="quarter" idx="13" hasCustomPrompt="1"/>
          </p:nvPr>
        </p:nvSpPr>
        <p:spPr>
          <a:xfrm>
            <a:off x="2044699" y="5111407"/>
            <a:ext cx="2994440" cy="894840"/>
          </a:xfrm>
          <a:prstGeom prst="rect">
            <a:avLst/>
          </a:prstGeom>
        </p:spPr>
        <p:txBody>
          <a:bodyPr anchor="ctr">
            <a:noAutofit/>
          </a:bodyPr>
          <a:lstStyle>
            <a:lvl1pPr>
              <a:lnSpc>
                <a:spcPts val="1818"/>
              </a:lnSpc>
              <a:defRPr sz="1600"/>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dirty="0"/>
              <a:t>Click to insert text</a:t>
            </a:r>
          </a:p>
        </p:txBody>
      </p:sp>
      <p:sp>
        <p:nvSpPr>
          <p:cNvPr id="35" name="Text Placeholder 7">
            <a:extLst>
              <a:ext uri="{FF2B5EF4-FFF2-40B4-BE49-F238E27FC236}">
                <a16:creationId xmlns:a16="http://schemas.microsoft.com/office/drawing/2014/main" id="{053B0AF9-F410-4C47-9D9C-CAC9890E4210}"/>
              </a:ext>
            </a:extLst>
          </p:cNvPr>
          <p:cNvSpPr>
            <a:spLocks noGrp="1"/>
          </p:cNvSpPr>
          <p:nvPr>
            <p:ph type="body" sz="quarter" idx="10" hasCustomPrompt="1"/>
          </p:nvPr>
        </p:nvSpPr>
        <p:spPr>
          <a:xfrm>
            <a:off x="407988" y="1413991"/>
            <a:ext cx="6297894" cy="894840"/>
          </a:xfrm>
          <a:prstGeom prst="rect">
            <a:avLst/>
          </a:prstGeom>
        </p:spPr>
        <p:txBody>
          <a:bodyPr>
            <a:noAutofit/>
          </a:bodyPr>
          <a:lstStyle>
            <a:lvl1pPr>
              <a:lnSpc>
                <a:spcPts val="2500"/>
              </a:lnSpc>
              <a:defRPr sz="2000"/>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dirty="0"/>
              <a:t>Click to insert text</a:t>
            </a:r>
          </a:p>
        </p:txBody>
      </p:sp>
      <p:sp>
        <p:nvSpPr>
          <p:cNvPr id="36" name="Text Placeholder 7">
            <a:extLst>
              <a:ext uri="{FF2B5EF4-FFF2-40B4-BE49-F238E27FC236}">
                <a16:creationId xmlns:a16="http://schemas.microsoft.com/office/drawing/2014/main" id="{4C26CB88-1502-4963-9C3F-B1DA1792174C}"/>
              </a:ext>
            </a:extLst>
          </p:cNvPr>
          <p:cNvSpPr>
            <a:spLocks noGrp="1"/>
          </p:cNvSpPr>
          <p:nvPr>
            <p:ph type="body" sz="quarter" idx="11" hasCustomPrompt="1"/>
          </p:nvPr>
        </p:nvSpPr>
        <p:spPr>
          <a:xfrm>
            <a:off x="2044699" y="2611605"/>
            <a:ext cx="2994440" cy="894840"/>
          </a:xfrm>
          <a:prstGeom prst="rect">
            <a:avLst/>
          </a:prstGeom>
        </p:spPr>
        <p:txBody>
          <a:bodyPr anchor="ctr">
            <a:noAutofit/>
          </a:bodyPr>
          <a:lstStyle>
            <a:lvl1pPr>
              <a:lnSpc>
                <a:spcPts val="1818"/>
              </a:lnSpc>
              <a:defRPr sz="1600"/>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dirty="0"/>
              <a:t>Click to insert text</a:t>
            </a:r>
          </a:p>
        </p:txBody>
      </p:sp>
      <p:sp>
        <p:nvSpPr>
          <p:cNvPr id="40" name="Text Placeholder 7">
            <a:extLst>
              <a:ext uri="{FF2B5EF4-FFF2-40B4-BE49-F238E27FC236}">
                <a16:creationId xmlns:a16="http://schemas.microsoft.com/office/drawing/2014/main" id="{14E8646B-8451-4052-9B50-DB60E346C8FA}"/>
              </a:ext>
            </a:extLst>
          </p:cNvPr>
          <p:cNvSpPr>
            <a:spLocks noGrp="1"/>
          </p:cNvSpPr>
          <p:nvPr>
            <p:ph type="body" sz="quarter" idx="14" hasCustomPrompt="1"/>
          </p:nvPr>
        </p:nvSpPr>
        <p:spPr>
          <a:xfrm>
            <a:off x="7392144" y="5276724"/>
            <a:ext cx="4391870" cy="729525"/>
          </a:xfrm>
          <a:prstGeom prst="rect">
            <a:avLst/>
          </a:prstGeom>
        </p:spPr>
        <p:txBody>
          <a:bodyPr>
            <a:noAutofit/>
          </a:bodyPr>
          <a:lstStyle>
            <a:lvl1pPr algn="r">
              <a:lnSpc>
                <a:spcPts val="2045"/>
              </a:lnSpc>
              <a:defRPr sz="1800">
                <a:solidFill>
                  <a:schemeClr val="bg1"/>
                </a:solidFill>
              </a:defRPr>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dirty="0"/>
              <a:t>Click to insert text</a:t>
            </a:r>
          </a:p>
        </p:txBody>
      </p:sp>
      <p:sp>
        <p:nvSpPr>
          <p:cNvPr id="43" name="Text Placeholder 42">
            <a:extLst>
              <a:ext uri="{FF2B5EF4-FFF2-40B4-BE49-F238E27FC236}">
                <a16:creationId xmlns:a16="http://schemas.microsoft.com/office/drawing/2014/main" id="{A06380E9-5885-470D-9428-A5F69B32620C}"/>
              </a:ext>
            </a:extLst>
          </p:cNvPr>
          <p:cNvSpPr>
            <a:spLocks noGrp="1"/>
          </p:cNvSpPr>
          <p:nvPr>
            <p:ph type="body" sz="quarter" idx="15" hasCustomPrompt="1"/>
          </p:nvPr>
        </p:nvSpPr>
        <p:spPr>
          <a:xfrm>
            <a:off x="7392144" y="4140768"/>
            <a:ext cx="4391870" cy="974725"/>
          </a:xfrm>
          <a:prstGeom prst="rect">
            <a:avLst/>
          </a:prstGeom>
        </p:spPr>
        <p:txBody>
          <a:bodyPr anchor="b">
            <a:noAutofit/>
          </a:bodyPr>
          <a:lstStyle>
            <a:lvl1pPr algn="r">
              <a:lnSpc>
                <a:spcPts val="3408"/>
              </a:lnSpc>
              <a:defRPr sz="2999">
                <a:solidFill>
                  <a:schemeClr val="bg1"/>
                </a:solidFill>
              </a:defRPr>
            </a:lvl1pPr>
          </a:lstStyle>
          <a:p>
            <a:pPr lvl="0"/>
            <a:r>
              <a:rPr lang="en-US" dirty="0"/>
              <a:t>Click to add subtitle</a:t>
            </a:r>
          </a:p>
        </p:txBody>
      </p:sp>
      <p:sp>
        <p:nvSpPr>
          <p:cNvPr id="10"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407988" y="404813"/>
            <a:ext cx="11016604" cy="863600"/>
          </a:xfrm>
          <a:prstGeom prst="rect">
            <a:avLst/>
          </a:prstGeom>
        </p:spPr>
        <p:txBody>
          <a:bodyPr vert="horz" lIns="0" tIns="0" rIns="0" bIns="0" rtlCol="0" anchor="t">
            <a:normAutofit/>
          </a:bodyPr>
          <a:lstStyle>
            <a:lvl1pPr>
              <a:defRPr lang="pt-PT" dirty="0">
                <a:solidFill>
                  <a:schemeClr val="accent3"/>
                </a:solidFill>
              </a:defRPr>
            </a:lvl1pPr>
          </a:lstStyle>
          <a:p>
            <a:pPr lvl="0">
              <a:lnSpc>
                <a:spcPts val="3408"/>
              </a:lnSpc>
            </a:pPr>
            <a:r>
              <a:rPr lang="en-US" dirty="0"/>
              <a:t>Click to add title</a:t>
            </a:r>
            <a:endParaRPr lang="pt-PT" dirty="0"/>
          </a:p>
        </p:txBody>
      </p:sp>
      <p:sp>
        <p:nvSpPr>
          <p:cNvPr id="11" name="Retângulo 43">
            <a:extLst>
              <a:ext uri="{FF2B5EF4-FFF2-40B4-BE49-F238E27FC236}">
                <a16:creationId xmlns:a16="http://schemas.microsoft.com/office/drawing/2014/main" id="{25FC8637-25BD-4C09-AF25-56B4243DAB3D}"/>
              </a:ext>
            </a:extLst>
          </p:cNvPr>
          <p:cNvSpPr/>
          <p:nvPr userDrawn="1"/>
        </p:nvSpPr>
        <p:spPr>
          <a:xfrm>
            <a:off x="11616126" y="6555758"/>
            <a:ext cx="410263" cy="243362"/>
          </a:xfrm>
          <a:prstGeom prst="rect">
            <a:avLst/>
          </a:prstGeom>
        </p:spPr>
        <p:txBody>
          <a:bodyPr wrap="none" lIns="103879" tIns="51940" rIns="103879" bIns="51940">
            <a:spAutoFit/>
          </a:bodyPr>
          <a:lstStyle/>
          <a:p>
            <a:pPr algn="r" defTabSz="1038825"/>
            <a:fld id="{0502E5A9-B53C-401E-A0E0-4A359BB0A9E5}" type="slidenum">
              <a:rPr lang="en-US" sz="900" smtClean="0">
                <a:solidFill>
                  <a:prstClr val="white"/>
                </a:solidFill>
                <a:cs typeface="Arial" panose="020B0604020202020204" pitchFamily="34" charset="0"/>
              </a:rPr>
              <a:pPr algn="r" defTabSz="1038825"/>
              <a:t>‹#›</a:t>
            </a:fld>
            <a:endParaRPr lang="en-US" sz="900" dirty="0">
              <a:solidFill>
                <a:prstClr val="white"/>
              </a:solidFill>
              <a:cs typeface="Arial" panose="020B0604020202020204" pitchFamily="34" charset="0"/>
            </a:endParaRPr>
          </a:p>
        </p:txBody>
      </p:sp>
      <p:cxnSp>
        <p:nvCxnSpPr>
          <p:cNvPr id="13"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3283673"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14" name="Rectangle 27">
            <a:hlinkClick r:id="rId2"/>
            <a:extLst>
              <a:ext uri="{FF2B5EF4-FFF2-40B4-BE49-F238E27FC236}">
                <a16:creationId xmlns:a16="http://schemas.microsoft.com/office/drawing/2014/main" id="{F376ABD1-4930-42EB-9A73-9A9C7C6BF2D3}"/>
              </a:ext>
            </a:extLst>
          </p:cNvPr>
          <p:cNvSpPr/>
          <p:nvPr userDrawn="1"/>
        </p:nvSpPr>
        <p:spPr>
          <a:xfrm>
            <a:off x="406470" y="6452720"/>
            <a:ext cx="2829007" cy="219456"/>
          </a:xfrm>
          <a:prstGeom prst="rect">
            <a:avLst/>
          </a:prstGeom>
        </p:spPr>
        <p:txBody>
          <a:bodyPr wrap="square" lIns="0" tIns="0" rIns="0" bIns="0" anchor="ctr" anchorCtr="0">
            <a:noAutofit/>
          </a:bodyPr>
          <a:lstStyle/>
          <a:p>
            <a:pPr defTabSz="1038825">
              <a:lnSpc>
                <a:spcPct val="85000"/>
              </a:lnSpc>
              <a:defRPr/>
            </a:pPr>
            <a:r>
              <a:rPr lang="pl-PL" sz="900" kern="0" dirty="0">
                <a:solidFill>
                  <a:srgbClr val="00458D"/>
                </a:solidFill>
                <a:cs typeface="Arial" panose="020B0604020202020204" pitchFamily="34" charset="0"/>
              </a:rPr>
              <a:t>BRM Review Deck</a:t>
            </a:r>
            <a:endParaRPr lang="en-US" sz="900" kern="0" dirty="0">
              <a:solidFill>
                <a:srgbClr val="00458D"/>
              </a:solidFill>
              <a:cs typeface="Arial" panose="020B0604020202020204" pitchFamily="34" charset="0"/>
            </a:endParaRPr>
          </a:p>
        </p:txBody>
      </p:sp>
      <p:sp>
        <p:nvSpPr>
          <p:cNvPr id="16" name="Retângulo 43">
            <a:extLst>
              <a:ext uri="{FF2B5EF4-FFF2-40B4-BE49-F238E27FC236}">
                <a16:creationId xmlns:a16="http://schemas.microsoft.com/office/drawing/2014/main" id="{834ADCB4-BFB1-450D-8F6D-64217F4CD92C}"/>
              </a:ext>
            </a:extLst>
          </p:cNvPr>
          <p:cNvSpPr/>
          <p:nvPr userDrawn="1"/>
        </p:nvSpPr>
        <p:spPr>
          <a:xfrm>
            <a:off x="3411380" y="6555759"/>
            <a:ext cx="2223686" cy="219456"/>
          </a:xfrm>
          <a:prstGeom prst="rect">
            <a:avLst/>
          </a:prstGeom>
        </p:spPr>
        <p:txBody>
          <a:bodyPr wrap="none" lIns="0" tIns="0" rIns="0" bIns="0" anchor="ctr">
            <a:noAutofit/>
          </a:bodyPr>
          <a:lstStyle/>
          <a:p>
            <a:pPr defTabSz="1038825"/>
            <a:r>
              <a:rPr lang="en-US" sz="900" dirty="0">
                <a:solidFill>
                  <a:srgbClr val="EDEDED">
                    <a:lumMod val="50000"/>
                  </a:srgbClr>
                </a:solidFill>
                <a:cs typeface="Arial" panose="020B0604020202020204" pitchFamily="34" charset="0"/>
              </a:rPr>
              <a:t>© 2017 Capgemini. All rights reserved.</a:t>
            </a:r>
          </a:p>
        </p:txBody>
      </p:sp>
    </p:spTree>
    <p:extLst>
      <p:ext uri="{BB962C8B-B14F-4D97-AF65-F5344CB8AC3E}">
        <p14:creationId xmlns:p14="http://schemas.microsoft.com/office/powerpoint/2010/main" val="4544427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ingle Profile">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F5F5AEA1-6A77-4676-B8B3-EF658F5F8430}"/>
              </a:ext>
            </a:extLst>
          </p:cNvPr>
          <p:cNvSpPr/>
          <p:nvPr userDrawn="1"/>
        </p:nvSpPr>
        <p:spPr>
          <a:xfrm>
            <a:off x="0" y="2698315"/>
            <a:ext cx="6262141" cy="4159686"/>
          </a:xfrm>
          <a:custGeom>
            <a:avLst/>
            <a:gdLst>
              <a:gd name="connsiteX0" fmla="*/ 2836724 w 6262141"/>
              <a:gd name="connsiteY0" fmla="*/ 775 h 4159686"/>
              <a:gd name="connsiteX1" fmla="*/ 3822188 w 6262141"/>
              <a:gd name="connsiteY1" fmla="*/ 22965 h 4159686"/>
              <a:gd name="connsiteX2" fmla="*/ 5982756 w 6262141"/>
              <a:gd name="connsiteY2" fmla="*/ 3706589 h 4159686"/>
              <a:gd name="connsiteX3" fmla="*/ 6262141 w 6262141"/>
              <a:gd name="connsiteY3" fmla="*/ 4159686 h 4159686"/>
              <a:gd name="connsiteX4" fmla="*/ 0 w 6262141"/>
              <a:gd name="connsiteY4" fmla="*/ 4159686 h 4159686"/>
              <a:gd name="connsiteX5" fmla="*/ 0 w 6262141"/>
              <a:gd name="connsiteY5" fmla="*/ 3700458 h 4159686"/>
              <a:gd name="connsiteX6" fmla="*/ 0 w 6262141"/>
              <a:gd name="connsiteY6" fmla="*/ 3329154 h 4159686"/>
              <a:gd name="connsiteX7" fmla="*/ 0 w 6262141"/>
              <a:gd name="connsiteY7" fmla="*/ 2944589 h 4159686"/>
              <a:gd name="connsiteX8" fmla="*/ 0 w 6262141"/>
              <a:gd name="connsiteY8" fmla="*/ 2546533 h 4159686"/>
              <a:gd name="connsiteX9" fmla="*/ 0 w 6262141"/>
              <a:gd name="connsiteY9" fmla="*/ 2134752 h 4159686"/>
              <a:gd name="connsiteX10" fmla="*/ 0 w 6262141"/>
              <a:gd name="connsiteY10" fmla="*/ 1709014 h 4159686"/>
              <a:gd name="connsiteX11" fmla="*/ 0 w 6262141"/>
              <a:gd name="connsiteY11" fmla="*/ 1269085 h 4159686"/>
              <a:gd name="connsiteX12" fmla="*/ 0 w 6262141"/>
              <a:gd name="connsiteY12" fmla="*/ 814735 h 4159686"/>
              <a:gd name="connsiteX13" fmla="*/ 0 w 6262141"/>
              <a:gd name="connsiteY13" fmla="*/ 345728 h 4159686"/>
              <a:gd name="connsiteX14" fmla="*/ 2836724 w 6262141"/>
              <a:gd name="connsiteY14" fmla="*/ 775 h 4159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62141" h="4159686">
                <a:moveTo>
                  <a:pt x="2836724" y="775"/>
                </a:moveTo>
                <a:cubicBezTo>
                  <a:pt x="3163345" y="-2587"/>
                  <a:pt x="3492318" y="5034"/>
                  <a:pt x="3822188" y="22965"/>
                </a:cubicBezTo>
                <a:cubicBezTo>
                  <a:pt x="4104550" y="1058496"/>
                  <a:pt x="5095168" y="2317803"/>
                  <a:pt x="5982756" y="3706589"/>
                </a:cubicBezTo>
                <a:lnTo>
                  <a:pt x="6262141" y="4159686"/>
                </a:lnTo>
                <a:lnTo>
                  <a:pt x="0" y="4159686"/>
                </a:lnTo>
                <a:lnTo>
                  <a:pt x="0" y="3700458"/>
                </a:lnTo>
                <a:lnTo>
                  <a:pt x="0" y="3329154"/>
                </a:lnTo>
                <a:lnTo>
                  <a:pt x="0" y="2944589"/>
                </a:lnTo>
                <a:lnTo>
                  <a:pt x="0" y="2546533"/>
                </a:lnTo>
                <a:lnTo>
                  <a:pt x="0" y="2134752"/>
                </a:lnTo>
                <a:lnTo>
                  <a:pt x="0" y="1709014"/>
                </a:lnTo>
                <a:lnTo>
                  <a:pt x="0" y="1269085"/>
                </a:lnTo>
                <a:lnTo>
                  <a:pt x="0" y="814735"/>
                </a:lnTo>
                <a:lnTo>
                  <a:pt x="0" y="345728"/>
                </a:lnTo>
                <a:cubicBezTo>
                  <a:pt x="898178" y="119794"/>
                  <a:pt x="1856863" y="10862"/>
                  <a:pt x="2836724" y="775"/>
                </a:cubicBezTo>
                <a:close/>
              </a:path>
            </a:pathLst>
          </a:custGeom>
          <a:solidFill>
            <a:srgbClr val="12ABDB"/>
          </a:solidFill>
          <a:ln>
            <a:noFill/>
          </a:ln>
        </p:spPr>
        <p:style>
          <a:lnRef idx="2">
            <a:schemeClr val="accent1">
              <a:shade val="50000"/>
            </a:schemeClr>
          </a:lnRef>
          <a:fillRef idx="1">
            <a:schemeClr val="accent1"/>
          </a:fillRef>
          <a:effectRef idx="0">
            <a:schemeClr val="accent1"/>
          </a:effectRef>
          <a:fontRef idx="minor">
            <a:schemeClr val="lt1"/>
          </a:fontRef>
        </p:style>
        <p:txBody>
          <a:bodyPr lIns="103879" tIns="51940" rIns="103879" bIns="51940" rtlCol="0" anchor="ctr"/>
          <a:lstStyle/>
          <a:p>
            <a:pPr algn="ctr" defTabSz="1038825"/>
            <a:endParaRPr lang="pt-PT" sz="2000" dirty="0">
              <a:solidFill>
                <a:prstClr val="white"/>
              </a:solidFill>
            </a:endParaRPr>
          </a:p>
        </p:txBody>
      </p:sp>
      <p:sp>
        <p:nvSpPr>
          <p:cNvPr id="36" name="Text Placeholder 30">
            <a:extLst>
              <a:ext uri="{FF2B5EF4-FFF2-40B4-BE49-F238E27FC236}">
                <a16:creationId xmlns:a16="http://schemas.microsoft.com/office/drawing/2014/main" id="{A694DB54-BE04-4A4E-A6EE-DAEE5E62E607}"/>
              </a:ext>
            </a:extLst>
          </p:cNvPr>
          <p:cNvSpPr>
            <a:spLocks noGrp="1"/>
          </p:cNvSpPr>
          <p:nvPr>
            <p:ph type="body" sz="quarter" idx="22" hasCustomPrompt="1"/>
          </p:nvPr>
        </p:nvSpPr>
        <p:spPr>
          <a:xfrm>
            <a:off x="8766495" y="1370346"/>
            <a:ext cx="3017520" cy="4684811"/>
          </a:xfrm>
          <a:prstGeom prst="rect">
            <a:avLst/>
          </a:prstGeom>
        </p:spPr>
        <p:txBody>
          <a:bodyPr>
            <a:noAutofit/>
          </a:bodyPr>
          <a:lstStyle>
            <a:lvl1pPr marL="324633" marR="0" indent="-324633" algn="l" defTabSz="1038825" rtl="0" eaLnBrk="1" fontAlgn="auto" latinLnBrk="0" hangingPunct="1">
              <a:lnSpc>
                <a:spcPct val="90000"/>
              </a:lnSpc>
              <a:spcBef>
                <a:spcPts val="1136"/>
              </a:spcBef>
              <a:spcAft>
                <a:spcPts val="0"/>
              </a:spcAft>
              <a:buClr>
                <a:schemeClr val="accent5"/>
              </a:buClr>
              <a:buSzTx/>
              <a:buFont typeface="Wingdings" panose="05000000000000000000" pitchFamily="2" charset="2"/>
              <a:buChar char="§"/>
              <a:tabLst/>
              <a:defRPr sz="1600"/>
            </a:lvl1pPr>
          </a:lstStyle>
          <a:p>
            <a:pPr marL="324633" marR="0" lvl="0" indent="-324633" algn="l" defTabSz="1038825" rtl="0" eaLnBrk="1" fontAlgn="auto" latinLnBrk="0" hangingPunct="1">
              <a:lnSpc>
                <a:spcPct val="90000"/>
              </a:lnSpc>
              <a:spcBef>
                <a:spcPts val="1136"/>
              </a:spcBef>
              <a:spcAft>
                <a:spcPts val="0"/>
              </a:spcAft>
              <a:buClr>
                <a:srgbClr val="95E616"/>
              </a:buClr>
              <a:buSzTx/>
              <a:buFont typeface="Arial" panose="020B0604020202020204" pitchFamily="34" charset="0"/>
              <a:buChar char="•"/>
              <a:tabLst/>
              <a:defRPr/>
            </a:pPr>
            <a:r>
              <a:rPr lang="en-US" dirty="0"/>
              <a:t>Click to insert bullet point</a:t>
            </a:r>
          </a:p>
          <a:p>
            <a:pPr marL="324633" marR="0" lvl="0" indent="-324633" algn="l" defTabSz="1038825" rtl="0" eaLnBrk="1" fontAlgn="auto" latinLnBrk="0" hangingPunct="1">
              <a:lnSpc>
                <a:spcPct val="90000"/>
              </a:lnSpc>
              <a:spcBef>
                <a:spcPts val="1136"/>
              </a:spcBef>
              <a:spcAft>
                <a:spcPts val="0"/>
              </a:spcAft>
              <a:buClr>
                <a:srgbClr val="95E616"/>
              </a:buClr>
              <a:buSzTx/>
              <a:buFont typeface="Arial" panose="020B0604020202020204" pitchFamily="34" charset="0"/>
              <a:buChar char="•"/>
              <a:tabLst/>
              <a:defRPr/>
            </a:pPr>
            <a:r>
              <a:rPr lang="en-US" dirty="0"/>
              <a:t>Click to insert bullet point</a:t>
            </a:r>
          </a:p>
          <a:p>
            <a:pPr marL="324633" marR="0" lvl="0" indent="-324633" algn="l" defTabSz="1038825" rtl="0" eaLnBrk="1" fontAlgn="auto" latinLnBrk="0" hangingPunct="1">
              <a:lnSpc>
                <a:spcPct val="90000"/>
              </a:lnSpc>
              <a:spcBef>
                <a:spcPts val="1136"/>
              </a:spcBef>
              <a:spcAft>
                <a:spcPts val="0"/>
              </a:spcAft>
              <a:buClr>
                <a:srgbClr val="95E616"/>
              </a:buClr>
              <a:buSzTx/>
              <a:buFont typeface="Arial" panose="020B0604020202020204" pitchFamily="34" charset="0"/>
              <a:buChar char="•"/>
              <a:tabLst/>
              <a:defRPr/>
            </a:pPr>
            <a:r>
              <a:rPr lang="en-US" dirty="0"/>
              <a:t>Click to insert bullet point</a:t>
            </a:r>
          </a:p>
          <a:p>
            <a:pPr marL="324633" marR="0" lvl="0" indent="-324633" algn="l" defTabSz="1038825" rtl="0" eaLnBrk="1" fontAlgn="auto" latinLnBrk="0" hangingPunct="1">
              <a:lnSpc>
                <a:spcPct val="90000"/>
              </a:lnSpc>
              <a:spcBef>
                <a:spcPts val="1136"/>
              </a:spcBef>
              <a:spcAft>
                <a:spcPts val="0"/>
              </a:spcAft>
              <a:buClr>
                <a:srgbClr val="95E616"/>
              </a:buClr>
              <a:buSzTx/>
              <a:buFont typeface="Arial" panose="020B0604020202020204" pitchFamily="34" charset="0"/>
              <a:buChar char="•"/>
              <a:tabLst/>
              <a:defRPr/>
            </a:pPr>
            <a:endParaRPr lang="en-US" dirty="0"/>
          </a:p>
        </p:txBody>
      </p:sp>
      <p:sp>
        <p:nvSpPr>
          <p:cNvPr id="35" name="Text Placeholder 4">
            <a:extLst>
              <a:ext uri="{FF2B5EF4-FFF2-40B4-BE49-F238E27FC236}">
                <a16:creationId xmlns:a16="http://schemas.microsoft.com/office/drawing/2014/main" id="{E2060C84-FD71-4961-82B4-7C268461CC65}"/>
              </a:ext>
            </a:extLst>
          </p:cNvPr>
          <p:cNvSpPr>
            <a:spLocks noGrp="1"/>
          </p:cNvSpPr>
          <p:nvPr>
            <p:ph type="body" sz="quarter" idx="21" hasCustomPrompt="1"/>
          </p:nvPr>
        </p:nvSpPr>
        <p:spPr>
          <a:xfrm>
            <a:off x="8766495" y="948200"/>
            <a:ext cx="3017520" cy="412363"/>
          </a:xfrm>
          <a:prstGeom prst="rect">
            <a:avLst/>
          </a:prstGeom>
          <a:noFill/>
        </p:spPr>
        <p:txBody>
          <a:bodyPr anchor="ctr">
            <a:normAutofit/>
          </a:bodyPr>
          <a:lstStyle>
            <a:lvl1pPr algn="l">
              <a:defRPr sz="1800" b="1">
                <a:solidFill>
                  <a:srgbClr val="12ABDB"/>
                </a:solidFill>
              </a:defRPr>
            </a:lvl1pPr>
            <a:lvl2pPr>
              <a:defRPr sz="1600"/>
            </a:lvl2pPr>
            <a:lvl3pPr>
              <a:defRPr sz="1400"/>
            </a:lvl3pPr>
            <a:lvl4pPr>
              <a:defRPr sz="1200"/>
            </a:lvl4pPr>
            <a:lvl5pPr>
              <a:defRPr sz="1200"/>
            </a:lvl5pPr>
          </a:lstStyle>
          <a:p>
            <a:pPr lvl="0"/>
            <a:r>
              <a:rPr lang="en-US" dirty="0"/>
              <a:t>Click to insert title</a:t>
            </a:r>
          </a:p>
        </p:txBody>
      </p:sp>
      <p:sp>
        <p:nvSpPr>
          <p:cNvPr id="32" name="Text Placeholder 4">
            <a:extLst>
              <a:ext uri="{FF2B5EF4-FFF2-40B4-BE49-F238E27FC236}">
                <a16:creationId xmlns:a16="http://schemas.microsoft.com/office/drawing/2014/main" id="{2004AAFC-35BA-48A1-8C05-845440E48D80}"/>
              </a:ext>
            </a:extLst>
          </p:cNvPr>
          <p:cNvSpPr>
            <a:spLocks noGrp="1"/>
          </p:cNvSpPr>
          <p:nvPr>
            <p:ph type="body" sz="quarter" idx="18" hasCustomPrompt="1"/>
          </p:nvPr>
        </p:nvSpPr>
        <p:spPr>
          <a:xfrm>
            <a:off x="5395899" y="948200"/>
            <a:ext cx="3017520" cy="412363"/>
          </a:xfrm>
          <a:prstGeom prst="rect">
            <a:avLst/>
          </a:prstGeom>
          <a:noFill/>
        </p:spPr>
        <p:txBody>
          <a:bodyPr anchor="ctr">
            <a:normAutofit/>
          </a:bodyPr>
          <a:lstStyle>
            <a:lvl1pPr algn="l">
              <a:defRPr sz="1800" b="1">
                <a:solidFill>
                  <a:srgbClr val="12ABDB"/>
                </a:solidFill>
              </a:defRPr>
            </a:lvl1pPr>
            <a:lvl2pPr>
              <a:defRPr sz="1600"/>
            </a:lvl2pPr>
            <a:lvl3pPr>
              <a:defRPr sz="1400"/>
            </a:lvl3pPr>
            <a:lvl4pPr>
              <a:defRPr sz="1200"/>
            </a:lvl4pPr>
            <a:lvl5pPr>
              <a:defRPr sz="1200"/>
            </a:lvl5pPr>
          </a:lstStyle>
          <a:p>
            <a:pPr lvl="0"/>
            <a:r>
              <a:rPr lang="en-US" dirty="0"/>
              <a:t>Click to insert title</a:t>
            </a:r>
          </a:p>
        </p:txBody>
      </p:sp>
      <p:sp>
        <p:nvSpPr>
          <p:cNvPr id="26" name="Text Placeholder 4">
            <a:extLst>
              <a:ext uri="{FF2B5EF4-FFF2-40B4-BE49-F238E27FC236}">
                <a16:creationId xmlns:a16="http://schemas.microsoft.com/office/drawing/2014/main" id="{7E551D69-F21D-4601-B4BD-97ECB52F39D6}"/>
              </a:ext>
            </a:extLst>
          </p:cNvPr>
          <p:cNvSpPr>
            <a:spLocks noGrp="1"/>
          </p:cNvSpPr>
          <p:nvPr>
            <p:ph type="body" sz="quarter" idx="14" hasCustomPrompt="1"/>
          </p:nvPr>
        </p:nvSpPr>
        <p:spPr>
          <a:xfrm>
            <a:off x="783130" y="4963915"/>
            <a:ext cx="3296647" cy="331986"/>
          </a:xfrm>
          <a:prstGeom prst="rect">
            <a:avLst/>
          </a:prstGeom>
          <a:noFill/>
        </p:spPr>
        <p:txBody>
          <a:bodyPr anchor="ctr">
            <a:noAutofit/>
          </a:bodyPr>
          <a:lstStyle>
            <a:lvl1pPr algn="l">
              <a:defRPr sz="1800" b="1">
                <a:solidFill>
                  <a:schemeClr val="bg1"/>
                </a:solidFill>
              </a:defRPr>
            </a:lvl1pPr>
            <a:lvl2pPr>
              <a:defRPr sz="1600"/>
            </a:lvl2pPr>
            <a:lvl3pPr>
              <a:defRPr sz="1400"/>
            </a:lvl3pPr>
            <a:lvl4pPr>
              <a:defRPr sz="1200"/>
            </a:lvl4pPr>
            <a:lvl5pPr>
              <a:defRPr sz="1200"/>
            </a:lvl5pPr>
          </a:lstStyle>
          <a:p>
            <a:pPr lvl="0"/>
            <a:r>
              <a:rPr lang="en-US" dirty="0"/>
              <a:t>Insert education </a:t>
            </a:r>
          </a:p>
        </p:txBody>
      </p:sp>
      <p:sp>
        <p:nvSpPr>
          <p:cNvPr id="23" name="Text Placeholder 4">
            <a:extLst>
              <a:ext uri="{FF2B5EF4-FFF2-40B4-BE49-F238E27FC236}">
                <a16:creationId xmlns:a16="http://schemas.microsoft.com/office/drawing/2014/main" id="{BC359575-5CC3-4B2F-91E7-19D6A150BE7B}"/>
              </a:ext>
            </a:extLst>
          </p:cNvPr>
          <p:cNvSpPr>
            <a:spLocks noGrp="1"/>
          </p:cNvSpPr>
          <p:nvPr>
            <p:ph type="body" sz="quarter" idx="13" hasCustomPrompt="1"/>
          </p:nvPr>
        </p:nvSpPr>
        <p:spPr>
          <a:xfrm>
            <a:off x="783130" y="3601843"/>
            <a:ext cx="3296647" cy="412363"/>
          </a:xfrm>
          <a:prstGeom prst="rect">
            <a:avLst/>
          </a:prstGeom>
          <a:noFill/>
        </p:spPr>
        <p:txBody>
          <a:bodyPr anchor="ctr">
            <a:noAutofit/>
          </a:bodyPr>
          <a:lstStyle>
            <a:lvl1pPr algn="l">
              <a:spcAft>
                <a:spcPts val="0"/>
              </a:spcAft>
              <a:defRPr sz="2000" b="1">
                <a:solidFill>
                  <a:schemeClr val="bg1"/>
                </a:solidFill>
              </a:defRPr>
            </a:lvl1pPr>
            <a:lvl2pPr>
              <a:defRPr sz="1600"/>
            </a:lvl2pPr>
            <a:lvl3pPr>
              <a:defRPr sz="1400"/>
            </a:lvl3pPr>
            <a:lvl4pPr>
              <a:defRPr sz="1200"/>
            </a:lvl4pPr>
            <a:lvl5pPr>
              <a:defRPr sz="1200"/>
            </a:lvl5pPr>
          </a:lstStyle>
          <a:p>
            <a:pPr lvl="0"/>
            <a:r>
              <a:rPr lang="en-US" dirty="0"/>
              <a:t>Insert Name</a:t>
            </a:r>
          </a:p>
        </p:txBody>
      </p:sp>
      <p:sp>
        <p:nvSpPr>
          <p:cNvPr id="24" name="Text Placeholder 7">
            <a:extLst>
              <a:ext uri="{FF2B5EF4-FFF2-40B4-BE49-F238E27FC236}">
                <a16:creationId xmlns:a16="http://schemas.microsoft.com/office/drawing/2014/main" id="{53745724-67BB-4475-9660-FEEE12268615}"/>
              </a:ext>
            </a:extLst>
          </p:cNvPr>
          <p:cNvSpPr>
            <a:spLocks noGrp="1"/>
          </p:cNvSpPr>
          <p:nvPr>
            <p:ph type="body" sz="quarter" idx="10" hasCustomPrompt="1"/>
          </p:nvPr>
        </p:nvSpPr>
        <p:spPr>
          <a:xfrm>
            <a:off x="782083" y="4029586"/>
            <a:ext cx="3304144" cy="894840"/>
          </a:xfrm>
          <a:prstGeom prst="rect">
            <a:avLst/>
          </a:prstGeom>
        </p:spPr>
        <p:txBody>
          <a:bodyPr>
            <a:noAutofit/>
          </a:bodyPr>
          <a:lstStyle>
            <a:lvl1pPr>
              <a:lnSpc>
                <a:spcPct val="100000"/>
              </a:lnSpc>
              <a:defRPr sz="1600">
                <a:solidFill>
                  <a:schemeClr val="bg1"/>
                </a:solidFill>
              </a:defRPr>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dirty="0"/>
              <a:t>Insert text</a:t>
            </a:r>
          </a:p>
        </p:txBody>
      </p:sp>
      <p:sp>
        <p:nvSpPr>
          <p:cNvPr id="27" name="Text Placeholder 7">
            <a:extLst>
              <a:ext uri="{FF2B5EF4-FFF2-40B4-BE49-F238E27FC236}">
                <a16:creationId xmlns:a16="http://schemas.microsoft.com/office/drawing/2014/main" id="{C78431F2-3F85-4748-A6BC-A08250A6D354}"/>
              </a:ext>
            </a:extLst>
          </p:cNvPr>
          <p:cNvSpPr>
            <a:spLocks noGrp="1"/>
          </p:cNvSpPr>
          <p:nvPr>
            <p:ph type="body" sz="quarter" idx="15" hasCustomPrompt="1"/>
          </p:nvPr>
        </p:nvSpPr>
        <p:spPr>
          <a:xfrm>
            <a:off x="782083" y="5286886"/>
            <a:ext cx="3297695" cy="713864"/>
          </a:xfrm>
          <a:prstGeom prst="rect">
            <a:avLst/>
          </a:prstGeom>
        </p:spPr>
        <p:txBody>
          <a:bodyPr>
            <a:noAutofit/>
          </a:bodyPr>
          <a:lstStyle>
            <a:lvl1pPr>
              <a:lnSpc>
                <a:spcPct val="100000"/>
              </a:lnSpc>
              <a:defRPr sz="1600">
                <a:solidFill>
                  <a:schemeClr val="bg1"/>
                </a:solidFill>
              </a:defRPr>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dirty="0"/>
              <a:t>Insert text</a:t>
            </a:r>
          </a:p>
        </p:txBody>
      </p:sp>
      <p:sp>
        <p:nvSpPr>
          <p:cNvPr id="31" name="Text Placeholder 30">
            <a:extLst>
              <a:ext uri="{FF2B5EF4-FFF2-40B4-BE49-F238E27FC236}">
                <a16:creationId xmlns:a16="http://schemas.microsoft.com/office/drawing/2014/main" id="{2F5FD05B-1971-40EF-87B3-AD5F161F8514}"/>
              </a:ext>
            </a:extLst>
          </p:cNvPr>
          <p:cNvSpPr>
            <a:spLocks noGrp="1"/>
          </p:cNvSpPr>
          <p:nvPr>
            <p:ph type="body" sz="quarter" idx="17" hasCustomPrompt="1"/>
          </p:nvPr>
        </p:nvSpPr>
        <p:spPr>
          <a:xfrm>
            <a:off x="5393774" y="1370346"/>
            <a:ext cx="3017520" cy="1951038"/>
          </a:xfrm>
          <a:prstGeom prst="rect">
            <a:avLst/>
          </a:prstGeom>
        </p:spPr>
        <p:txBody>
          <a:bodyPr>
            <a:noAutofit/>
          </a:bodyPr>
          <a:lstStyle>
            <a:lvl1pPr marL="265117" marR="0" indent="-265117" algn="l" defTabSz="1038825" rtl="0" eaLnBrk="1" fontAlgn="auto" latinLnBrk="0" hangingPunct="1">
              <a:lnSpc>
                <a:spcPct val="90000"/>
              </a:lnSpc>
              <a:spcBef>
                <a:spcPts val="1136"/>
              </a:spcBef>
              <a:spcAft>
                <a:spcPts val="0"/>
              </a:spcAft>
              <a:buClr>
                <a:schemeClr val="accent5"/>
              </a:buClr>
              <a:buSzTx/>
              <a:buFont typeface="Wingdings" panose="05000000000000000000" pitchFamily="2" charset="2"/>
              <a:buChar char="§"/>
              <a:tabLst/>
              <a:defRPr sz="1600"/>
            </a:lvl1pPr>
          </a:lstStyle>
          <a:p>
            <a:pPr marL="324633" marR="0" lvl="0" indent="-324633" algn="l" defTabSz="1038825" rtl="0" eaLnBrk="1" fontAlgn="auto" latinLnBrk="0" hangingPunct="1">
              <a:lnSpc>
                <a:spcPct val="90000"/>
              </a:lnSpc>
              <a:spcBef>
                <a:spcPts val="1136"/>
              </a:spcBef>
              <a:spcAft>
                <a:spcPts val="0"/>
              </a:spcAft>
              <a:buClr>
                <a:srgbClr val="95E616"/>
              </a:buClr>
              <a:buSzTx/>
              <a:buFont typeface="Arial" panose="020B0604020202020204" pitchFamily="34" charset="0"/>
              <a:buChar char="•"/>
              <a:tabLst/>
              <a:defRPr/>
            </a:pPr>
            <a:r>
              <a:rPr lang="en-US" dirty="0"/>
              <a:t>Click to insert bullet point</a:t>
            </a:r>
          </a:p>
          <a:p>
            <a:pPr marL="324633" marR="0" lvl="0" indent="-324633" algn="l" defTabSz="1038825" rtl="0" eaLnBrk="1" fontAlgn="auto" latinLnBrk="0" hangingPunct="1">
              <a:lnSpc>
                <a:spcPct val="90000"/>
              </a:lnSpc>
              <a:spcBef>
                <a:spcPts val="1136"/>
              </a:spcBef>
              <a:spcAft>
                <a:spcPts val="0"/>
              </a:spcAft>
              <a:buClr>
                <a:srgbClr val="95E616"/>
              </a:buClr>
              <a:buSzTx/>
              <a:buFont typeface="Arial" panose="020B0604020202020204" pitchFamily="34" charset="0"/>
              <a:buChar char="•"/>
              <a:tabLst/>
              <a:defRPr/>
            </a:pPr>
            <a:r>
              <a:rPr lang="en-US" dirty="0"/>
              <a:t>Click to insert bullet point</a:t>
            </a:r>
          </a:p>
          <a:p>
            <a:pPr marL="324633" marR="0" lvl="0" indent="-324633" algn="l" defTabSz="1038825" rtl="0" eaLnBrk="1" fontAlgn="auto" latinLnBrk="0" hangingPunct="1">
              <a:lnSpc>
                <a:spcPct val="90000"/>
              </a:lnSpc>
              <a:spcBef>
                <a:spcPts val="1136"/>
              </a:spcBef>
              <a:spcAft>
                <a:spcPts val="0"/>
              </a:spcAft>
              <a:buClr>
                <a:srgbClr val="95E616"/>
              </a:buClr>
              <a:buSzTx/>
              <a:buFont typeface="Arial" panose="020B0604020202020204" pitchFamily="34" charset="0"/>
              <a:buChar char="•"/>
              <a:tabLst/>
              <a:defRPr/>
            </a:pPr>
            <a:r>
              <a:rPr lang="en-US" dirty="0"/>
              <a:t>Click to insert bullet point</a:t>
            </a:r>
          </a:p>
          <a:p>
            <a:pPr marL="324633" marR="0" lvl="0" indent="-324633" algn="l" defTabSz="1038825" rtl="0" eaLnBrk="1" fontAlgn="auto" latinLnBrk="0" hangingPunct="1">
              <a:lnSpc>
                <a:spcPct val="90000"/>
              </a:lnSpc>
              <a:spcBef>
                <a:spcPts val="1136"/>
              </a:spcBef>
              <a:spcAft>
                <a:spcPts val="0"/>
              </a:spcAft>
              <a:buClr>
                <a:srgbClr val="95E616"/>
              </a:buClr>
              <a:buSzTx/>
              <a:buFont typeface="Arial" panose="020B0604020202020204" pitchFamily="34" charset="0"/>
              <a:buChar char="•"/>
              <a:tabLst/>
              <a:defRPr/>
            </a:pPr>
            <a:endParaRPr lang="en-US" dirty="0"/>
          </a:p>
        </p:txBody>
      </p:sp>
      <p:sp>
        <p:nvSpPr>
          <p:cNvPr id="33" name="Text Placeholder 4">
            <a:extLst>
              <a:ext uri="{FF2B5EF4-FFF2-40B4-BE49-F238E27FC236}">
                <a16:creationId xmlns:a16="http://schemas.microsoft.com/office/drawing/2014/main" id="{C387DD03-5B9B-4915-A35C-BA24C495D5E3}"/>
              </a:ext>
            </a:extLst>
          </p:cNvPr>
          <p:cNvSpPr>
            <a:spLocks noGrp="1"/>
          </p:cNvSpPr>
          <p:nvPr>
            <p:ph type="body" sz="quarter" idx="19" hasCustomPrompt="1"/>
          </p:nvPr>
        </p:nvSpPr>
        <p:spPr>
          <a:xfrm>
            <a:off x="5406898" y="3683545"/>
            <a:ext cx="3017520" cy="412363"/>
          </a:xfrm>
          <a:prstGeom prst="rect">
            <a:avLst/>
          </a:prstGeom>
          <a:noFill/>
        </p:spPr>
        <p:txBody>
          <a:bodyPr anchor="ctr">
            <a:normAutofit/>
          </a:bodyPr>
          <a:lstStyle>
            <a:lvl1pPr algn="l">
              <a:defRPr sz="1800" b="1">
                <a:solidFill>
                  <a:srgbClr val="12ABDB"/>
                </a:solidFill>
              </a:defRPr>
            </a:lvl1pPr>
            <a:lvl2pPr>
              <a:defRPr sz="1600"/>
            </a:lvl2pPr>
            <a:lvl3pPr>
              <a:defRPr sz="1400"/>
            </a:lvl3pPr>
            <a:lvl4pPr>
              <a:defRPr sz="1200"/>
            </a:lvl4pPr>
            <a:lvl5pPr>
              <a:defRPr sz="1200"/>
            </a:lvl5pPr>
          </a:lstStyle>
          <a:p>
            <a:pPr lvl="0"/>
            <a:r>
              <a:rPr lang="en-US" dirty="0"/>
              <a:t>Click to insert title</a:t>
            </a:r>
          </a:p>
        </p:txBody>
      </p:sp>
      <p:sp>
        <p:nvSpPr>
          <p:cNvPr id="34" name="Text Placeholder 30">
            <a:extLst>
              <a:ext uri="{FF2B5EF4-FFF2-40B4-BE49-F238E27FC236}">
                <a16:creationId xmlns:a16="http://schemas.microsoft.com/office/drawing/2014/main" id="{F174517F-7F9E-4498-9850-A8027203156A}"/>
              </a:ext>
            </a:extLst>
          </p:cNvPr>
          <p:cNvSpPr>
            <a:spLocks noGrp="1"/>
          </p:cNvSpPr>
          <p:nvPr>
            <p:ph type="body" sz="quarter" idx="20" hasCustomPrompt="1"/>
          </p:nvPr>
        </p:nvSpPr>
        <p:spPr>
          <a:xfrm>
            <a:off x="5404773" y="4105691"/>
            <a:ext cx="3017520" cy="1951038"/>
          </a:xfrm>
          <a:prstGeom prst="rect">
            <a:avLst/>
          </a:prstGeom>
        </p:spPr>
        <p:txBody>
          <a:bodyPr>
            <a:noAutofit/>
          </a:bodyPr>
          <a:lstStyle>
            <a:lvl1pPr marL="324633" marR="0" indent="-324633" algn="l" defTabSz="1038825" rtl="0" eaLnBrk="1" fontAlgn="auto" latinLnBrk="0" hangingPunct="1">
              <a:lnSpc>
                <a:spcPct val="90000"/>
              </a:lnSpc>
              <a:spcBef>
                <a:spcPts val="1136"/>
              </a:spcBef>
              <a:spcAft>
                <a:spcPts val="0"/>
              </a:spcAft>
              <a:buClr>
                <a:schemeClr val="accent5"/>
              </a:buClr>
              <a:buSzTx/>
              <a:buFont typeface="Wingdings" panose="05000000000000000000" pitchFamily="2" charset="2"/>
              <a:buChar char="§"/>
              <a:tabLst/>
              <a:defRPr sz="1600"/>
            </a:lvl1pPr>
          </a:lstStyle>
          <a:p>
            <a:pPr marL="324633" marR="0" lvl="0" indent="-324633" algn="l" defTabSz="1038825" rtl="0" eaLnBrk="1" fontAlgn="auto" latinLnBrk="0" hangingPunct="1">
              <a:lnSpc>
                <a:spcPct val="90000"/>
              </a:lnSpc>
              <a:spcBef>
                <a:spcPts val="1136"/>
              </a:spcBef>
              <a:spcAft>
                <a:spcPts val="0"/>
              </a:spcAft>
              <a:buClr>
                <a:srgbClr val="95E616"/>
              </a:buClr>
              <a:buSzTx/>
              <a:buFont typeface="Arial" panose="020B0604020202020204" pitchFamily="34" charset="0"/>
              <a:buChar char="•"/>
              <a:tabLst/>
              <a:defRPr/>
            </a:pPr>
            <a:r>
              <a:rPr lang="en-US" dirty="0"/>
              <a:t>Click to insert bullet point</a:t>
            </a:r>
          </a:p>
          <a:p>
            <a:pPr marL="324633" marR="0" lvl="0" indent="-324633" algn="l" defTabSz="1038825" rtl="0" eaLnBrk="1" fontAlgn="auto" latinLnBrk="0" hangingPunct="1">
              <a:lnSpc>
                <a:spcPct val="90000"/>
              </a:lnSpc>
              <a:spcBef>
                <a:spcPts val="1136"/>
              </a:spcBef>
              <a:spcAft>
                <a:spcPts val="0"/>
              </a:spcAft>
              <a:buClr>
                <a:srgbClr val="95E616"/>
              </a:buClr>
              <a:buSzTx/>
              <a:buFont typeface="Arial" panose="020B0604020202020204" pitchFamily="34" charset="0"/>
              <a:buChar char="•"/>
              <a:tabLst/>
              <a:defRPr/>
            </a:pPr>
            <a:r>
              <a:rPr lang="en-US" dirty="0"/>
              <a:t>Click to insert bullet point</a:t>
            </a:r>
          </a:p>
          <a:p>
            <a:pPr marL="324633" marR="0" lvl="0" indent="-324633" algn="l" defTabSz="1038825" rtl="0" eaLnBrk="1" fontAlgn="auto" latinLnBrk="0" hangingPunct="1">
              <a:lnSpc>
                <a:spcPct val="90000"/>
              </a:lnSpc>
              <a:spcBef>
                <a:spcPts val="1136"/>
              </a:spcBef>
              <a:spcAft>
                <a:spcPts val="0"/>
              </a:spcAft>
              <a:buClr>
                <a:srgbClr val="95E616"/>
              </a:buClr>
              <a:buSzTx/>
              <a:buFont typeface="Arial" panose="020B0604020202020204" pitchFamily="34" charset="0"/>
              <a:buChar char="•"/>
              <a:tabLst/>
              <a:defRPr/>
            </a:pPr>
            <a:r>
              <a:rPr lang="en-US" dirty="0"/>
              <a:t>Click to insert bullet point</a:t>
            </a:r>
          </a:p>
          <a:p>
            <a:pPr marL="324633" marR="0" lvl="0" indent="-324633" algn="l" defTabSz="1038825" rtl="0" eaLnBrk="1" fontAlgn="auto" latinLnBrk="0" hangingPunct="1">
              <a:lnSpc>
                <a:spcPct val="90000"/>
              </a:lnSpc>
              <a:spcBef>
                <a:spcPts val="1136"/>
              </a:spcBef>
              <a:spcAft>
                <a:spcPts val="0"/>
              </a:spcAft>
              <a:buClr>
                <a:srgbClr val="95E616"/>
              </a:buClr>
              <a:buSzTx/>
              <a:buFont typeface="Arial" panose="020B0604020202020204" pitchFamily="34" charset="0"/>
              <a:buChar char="•"/>
              <a:tabLst/>
              <a:defRPr/>
            </a:pPr>
            <a:endParaRPr lang="en-US" dirty="0"/>
          </a:p>
        </p:txBody>
      </p:sp>
      <p:sp>
        <p:nvSpPr>
          <p:cNvPr id="13" name="Oval 20">
            <a:extLst>
              <a:ext uri="{FF2B5EF4-FFF2-40B4-BE49-F238E27FC236}">
                <a16:creationId xmlns:a16="http://schemas.microsoft.com/office/drawing/2014/main" id="{1EFB3510-D39A-47CF-8191-109DDF9E53D5}"/>
              </a:ext>
            </a:extLst>
          </p:cNvPr>
          <p:cNvSpPr/>
          <p:nvPr userDrawn="1"/>
        </p:nvSpPr>
        <p:spPr>
          <a:xfrm>
            <a:off x="762629" y="1028252"/>
            <a:ext cx="2609223" cy="2465696"/>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95E616"/>
          </a:solidFill>
          <a:ln>
            <a:noFill/>
          </a:ln>
        </p:spPr>
        <p:style>
          <a:lnRef idx="2">
            <a:schemeClr val="accent1">
              <a:shade val="50000"/>
            </a:schemeClr>
          </a:lnRef>
          <a:fillRef idx="1">
            <a:schemeClr val="accent1"/>
          </a:fillRef>
          <a:effectRef idx="0">
            <a:schemeClr val="accent1"/>
          </a:effectRef>
          <a:fontRef idx="minor">
            <a:schemeClr val="lt1"/>
          </a:fontRef>
        </p:style>
        <p:txBody>
          <a:bodyPr lIns="103879" tIns="51940" rIns="103879" bIns="51940" rtlCol="0" anchor="ctr"/>
          <a:lstStyle/>
          <a:p>
            <a:pPr algn="ctr" defTabSz="1038825"/>
            <a:endParaRPr lang="pt-PT" sz="2000">
              <a:solidFill>
                <a:prstClr val="white"/>
              </a:solidFill>
            </a:endParaRPr>
          </a:p>
        </p:txBody>
      </p:sp>
      <p:sp>
        <p:nvSpPr>
          <p:cNvPr id="14" name="Retângulo 43">
            <a:extLst>
              <a:ext uri="{FF2B5EF4-FFF2-40B4-BE49-F238E27FC236}">
                <a16:creationId xmlns:a16="http://schemas.microsoft.com/office/drawing/2014/main" id="{25FC8637-25BD-4C09-AF25-56B4243DAB3D}"/>
              </a:ext>
            </a:extLst>
          </p:cNvPr>
          <p:cNvSpPr/>
          <p:nvPr userDrawn="1"/>
        </p:nvSpPr>
        <p:spPr>
          <a:xfrm>
            <a:off x="11616126" y="6555758"/>
            <a:ext cx="410263" cy="243362"/>
          </a:xfrm>
          <a:prstGeom prst="rect">
            <a:avLst/>
          </a:prstGeom>
        </p:spPr>
        <p:txBody>
          <a:bodyPr wrap="none" lIns="103879" tIns="51940" rIns="103879" bIns="51940">
            <a:spAutoFit/>
          </a:bodyPr>
          <a:lstStyle/>
          <a:p>
            <a:pPr algn="r" defTabSz="1038825"/>
            <a:fld id="{0502E5A9-B53C-401E-A0E0-4A359BB0A9E5}" type="slidenum">
              <a:rPr lang="en-US" sz="900" smtClean="0">
                <a:solidFill>
                  <a:prstClr val="black">
                    <a:lumMod val="50000"/>
                    <a:lumOff val="50000"/>
                  </a:prstClr>
                </a:solidFill>
                <a:cs typeface="Arial" panose="020B0604020202020204" pitchFamily="34" charset="0"/>
              </a:rPr>
              <a:pPr algn="r" defTabSz="1038825"/>
              <a:t>‹#›</a:t>
            </a:fld>
            <a:endParaRPr lang="en-US" sz="900" dirty="0">
              <a:solidFill>
                <a:prstClr val="black">
                  <a:lumMod val="50000"/>
                  <a:lumOff val="50000"/>
                </a:prstClr>
              </a:solidFill>
              <a:cs typeface="Arial" panose="020B0604020202020204" pitchFamily="34" charset="0"/>
            </a:endParaRPr>
          </a:p>
        </p:txBody>
      </p:sp>
      <p:cxnSp>
        <p:nvCxnSpPr>
          <p:cNvPr id="16"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3283673" y="6587911"/>
            <a:ext cx="0" cy="155576"/>
          </a:xfrm>
          <a:prstGeom prst="line">
            <a:avLst/>
          </a:prstGeom>
          <a:solidFill>
            <a:schemeClr val="tx1"/>
          </a:solidFill>
          <a:ln w="12700" cap="rnd">
            <a:solidFill>
              <a:schemeClr val="bg1"/>
            </a:solidFill>
            <a:round/>
          </a:ln>
        </p:spPr>
        <p:style>
          <a:lnRef idx="1">
            <a:schemeClr val="accent1"/>
          </a:lnRef>
          <a:fillRef idx="0">
            <a:schemeClr val="accent1"/>
          </a:fillRef>
          <a:effectRef idx="0">
            <a:schemeClr val="accent1"/>
          </a:effectRef>
          <a:fontRef idx="minor">
            <a:schemeClr val="tx1"/>
          </a:fontRef>
        </p:style>
      </p:cxnSp>
      <p:sp>
        <p:nvSpPr>
          <p:cNvPr id="17" name="Rectangle 27">
            <a:hlinkClick r:id="rId2"/>
            <a:extLst>
              <a:ext uri="{FF2B5EF4-FFF2-40B4-BE49-F238E27FC236}">
                <a16:creationId xmlns:a16="http://schemas.microsoft.com/office/drawing/2014/main" id="{F376ABD1-4930-42EB-9A73-9A9C7C6BF2D3}"/>
              </a:ext>
            </a:extLst>
          </p:cNvPr>
          <p:cNvSpPr/>
          <p:nvPr userDrawn="1"/>
        </p:nvSpPr>
        <p:spPr>
          <a:xfrm>
            <a:off x="407991" y="6555972"/>
            <a:ext cx="2829007" cy="219456"/>
          </a:xfrm>
          <a:prstGeom prst="rect">
            <a:avLst/>
          </a:prstGeom>
        </p:spPr>
        <p:txBody>
          <a:bodyPr wrap="square" lIns="0" tIns="0" rIns="0" bIns="0" anchor="ctr" anchorCtr="0">
            <a:noAutofit/>
          </a:bodyPr>
          <a:lstStyle/>
          <a:p>
            <a:pPr defTabSz="1038825">
              <a:lnSpc>
                <a:spcPct val="85000"/>
              </a:lnSpc>
              <a:defRPr/>
            </a:pPr>
            <a:r>
              <a:rPr lang="pl-PL" sz="900" kern="0" dirty="0">
                <a:solidFill>
                  <a:srgbClr val="00458D"/>
                </a:solidFill>
                <a:cs typeface="Arial" panose="020B0604020202020204" pitchFamily="34" charset="0"/>
              </a:rPr>
              <a:t>BRM Review Deck</a:t>
            </a:r>
            <a:endParaRPr lang="en-US" sz="900" kern="0" dirty="0">
              <a:solidFill>
                <a:srgbClr val="00458D"/>
              </a:solidFill>
              <a:cs typeface="Arial" panose="020B0604020202020204" pitchFamily="34" charset="0"/>
            </a:endParaRPr>
          </a:p>
        </p:txBody>
      </p:sp>
      <p:sp>
        <p:nvSpPr>
          <p:cNvPr id="19" name="Retângulo 43">
            <a:extLst>
              <a:ext uri="{FF2B5EF4-FFF2-40B4-BE49-F238E27FC236}">
                <a16:creationId xmlns:a16="http://schemas.microsoft.com/office/drawing/2014/main" id="{834ADCB4-BFB1-450D-8F6D-64217F4CD92C}"/>
              </a:ext>
            </a:extLst>
          </p:cNvPr>
          <p:cNvSpPr/>
          <p:nvPr userDrawn="1"/>
        </p:nvSpPr>
        <p:spPr>
          <a:xfrm>
            <a:off x="3411380" y="6555759"/>
            <a:ext cx="2223686" cy="219456"/>
          </a:xfrm>
          <a:prstGeom prst="rect">
            <a:avLst/>
          </a:prstGeom>
        </p:spPr>
        <p:txBody>
          <a:bodyPr wrap="none" lIns="0" tIns="0" rIns="0" bIns="0" anchor="ctr">
            <a:noAutofit/>
          </a:bodyPr>
          <a:lstStyle/>
          <a:p>
            <a:pPr defTabSz="1038825"/>
            <a:r>
              <a:rPr lang="en-US" sz="900" dirty="0">
                <a:solidFill>
                  <a:prstClr val="white"/>
                </a:solidFill>
                <a:cs typeface="Arial" panose="020B0604020202020204" pitchFamily="34" charset="0"/>
              </a:rPr>
              <a:t>© 2017 Capgemini. All rights reserved.</a:t>
            </a:r>
          </a:p>
        </p:txBody>
      </p:sp>
    </p:spTree>
    <p:extLst>
      <p:ext uri="{BB962C8B-B14F-4D97-AF65-F5344CB8AC3E}">
        <p14:creationId xmlns:p14="http://schemas.microsoft.com/office/powerpoint/2010/main" val="30715867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ext with Filled Background">
    <p:bg>
      <p:bgPr>
        <a:solidFill>
          <a:schemeClr val="bg1"/>
        </a:solidFill>
        <a:effectLst/>
      </p:bgPr>
    </p:bg>
    <p:spTree>
      <p:nvGrpSpPr>
        <p:cNvPr id="1" name=""/>
        <p:cNvGrpSpPr/>
        <p:nvPr/>
      </p:nvGrpSpPr>
      <p:grpSpPr>
        <a:xfrm>
          <a:off x="0" y="0"/>
          <a:ext cx="0" cy="0"/>
          <a:chOff x="0" y="0"/>
          <a:chExt cx="0" cy="0"/>
        </a:xfrm>
      </p:grpSpPr>
      <p:sp>
        <p:nvSpPr>
          <p:cNvPr id="2" name="Rectangle 1"/>
          <p:cNvSpPr/>
          <p:nvPr userDrawn="1"/>
        </p:nvSpPr>
        <p:spPr>
          <a:xfrm>
            <a:off x="2" y="0"/>
            <a:ext cx="4439817"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3879" tIns="51940" rIns="103879" bIns="51940" rtlCol="0" anchor="ctr"/>
          <a:lstStyle/>
          <a:p>
            <a:pPr algn="ctr" defTabSz="1038825"/>
            <a:endParaRPr lang="en-US" sz="2000" dirty="0">
              <a:solidFill>
                <a:prstClr val="white"/>
              </a:solidFill>
            </a:endParaRPr>
          </a:p>
        </p:txBody>
      </p:sp>
      <p:pic>
        <p:nvPicPr>
          <p:cNvPr id="4" name="Picture Placeholder 10">
            <a:extLst>
              <a:ext uri="{FF2B5EF4-FFF2-40B4-BE49-F238E27FC236}">
                <a16:creationId xmlns:a16="http://schemas.microsoft.com/office/drawing/2014/main" id="{709E13E3-3323-4A67-80E2-F91981229839}"/>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2839" r="32420"/>
          <a:stretch/>
        </p:blipFill>
        <p:spPr>
          <a:xfrm>
            <a:off x="4253790" y="-2147"/>
            <a:ext cx="7938210" cy="6898276"/>
          </a:xfrm>
          <a:prstGeom prst="rect">
            <a:avLst/>
          </a:prstGeom>
        </p:spPr>
      </p:pic>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hasCustomPrompt="1"/>
          </p:nvPr>
        </p:nvSpPr>
        <p:spPr>
          <a:xfrm>
            <a:off x="407988" y="3068960"/>
            <a:ext cx="6696125" cy="3375382"/>
          </a:xfrm>
          <a:prstGeom prst="rect">
            <a:avLst/>
          </a:prstGeom>
        </p:spPr>
        <p:txBody>
          <a:bodyPr>
            <a:noAutofit/>
          </a:bodyPr>
          <a:lstStyle>
            <a:lvl1pPr>
              <a:lnSpc>
                <a:spcPts val="2273"/>
              </a:lnSpc>
              <a:spcAft>
                <a:spcPts val="2045"/>
              </a:spcAft>
              <a:defRPr sz="180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Click to insert long text</a:t>
            </a:r>
            <a:endParaRPr lang="pt-PT" dirty="0"/>
          </a:p>
        </p:txBody>
      </p:sp>
      <p:sp>
        <p:nvSpPr>
          <p:cNvPr id="10" name="Title Placeholder 1">
            <a:extLst>
              <a:ext uri="{FF2B5EF4-FFF2-40B4-BE49-F238E27FC236}">
                <a16:creationId xmlns:a16="http://schemas.microsoft.com/office/drawing/2014/main" id="{57798370-07F4-412F-86CE-30C026EA6825}"/>
              </a:ext>
            </a:extLst>
          </p:cNvPr>
          <p:cNvSpPr>
            <a:spLocks noGrp="1"/>
          </p:cNvSpPr>
          <p:nvPr>
            <p:ph type="title" hasCustomPrompt="1"/>
          </p:nvPr>
        </p:nvSpPr>
        <p:spPr>
          <a:xfrm>
            <a:off x="407989" y="2002974"/>
            <a:ext cx="10044635" cy="859536"/>
          </a:xfrm>
          <a:prstGeom prst="rect">
            <a:avLst/>
          </a:prstGeom>
        </p:spPr>
        <p:txBody>
          <a:bodyPr vert="horz" lIns="0" tIns="0" rIns="0" bIns="0" rtlCol="0" anchor="b">
            <a:normAutofit/>
          </a:bodyPr>
          <a:lstStyle>
            <a:lvl1pPr>
              <a:defRPr lang="pt-PT" dirty="0">
                <a:solidFill>
                  <a:schemeClr val="bg1"/>
                </a:solidFill>
              </a:defRPr>
            </a:lvl1pPr>
          </a:lstStyle>
          <a:p>
            <a:pPr lvl="0">
              <a:lnSpc>
                <a:spcPts val="3408"/>
              </a:lnSpc>
            </a:pPr>
            <a:r>
              <a:rPr lang="en-US" dirty="0"/>
              <a:t>Click to insert title</a:t>
            </a:r>
            <a:endParaRPr lang="pt-PT" dirty="0"/>
          </a:p>
        </p:txBody>
      </p:sp>
      <p:sp>
        <p:nvSpPr>
          <p:cNvPr id="6" name="Retângulo 43">
            <a:extLst>
              <a:ext uri="{FF2B5EF4-FFF2-40B4-BE49-F238E27FC236}">
                <a16:creationId xmlns:a16="http://schemas.microsoft.com/office/drawing/2014/main" id="{25FC8637-25BD-4C09-AF25-56B4243DAB3D}"/>
              </a:ext>
            </a:extLst>
          </p:cNvPr>
          <p:cNvSpPr/>
          <p:nvPr userDrawn="1"/>
        </p:nvSpPr>
        <p:spPr>
          <a:xfrm>
            <a:off x="11616126" y="6555758"/>
            <a:ext cx="410263" cy="243362"/>
          </a:xfrm>
          <a:prstGeom prst="rect">
            <a:avLst/>
          </a:prstGeom>
        </p:spPr>
        <p:txBody>
          <a:bodyPr wrap="none" lIns="103879" tIns="51940" rIns="103879" bIns="51940">
            <a:spAutoFit/>
          </a:bodyPr>
          <a:lstStyle/>
          <a:p>
            <a:pPr algn="r" defTabSz="1038825"/>
            <a:fld id="{0502E5A9-B53C-401E-A0E0-4A359BB0A9E5}" type="slidenum">
              <a:rPr lang="en-US" sz="900" smtClean="0">
                <a:solidFill>
                  <a:prstClr val="white"/>
                </a:solidFill>
                <a:cs typeface="Arial" panose="020B0604020202020204" pitchFamily="34" charset="0"/>
              </a:rPr>
              <a:pPr algn="r" defTabSz="1038825"/>
              <a:t>‹#›</a:t>
            </a:fld>
            <a:endParaRPr lang="en-US" sz="900" dirty="0">
              <a:solidFill>
                <a:prstClr val="white"/>
              </a:solidFill>
              <a:cs typeface="Arial" panose="020B0604020202020204" pitchFamily="34" charset="0"/>
            </a:endParaRPr>
          </a:p>
        </p:txBody>
      </p:sp>
      <p:cxnSp>
        <p:nvCxnSpPr>
          <p:cNvPr id="9"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3283673" y="6587911"/>
            <a:ext cx="0" cy="155576"/>
          </a:xfrm>
          <a:prstGeom prst="line">
            <a:avLst/>
          </a:prstGeom>
          <a:solidFill>
            <a:schemeClr val="tx1"/>
          </a:solidFill>
          <a:ln w="12700" cap="rnd">
            <a:solidFill>
              <a:schemeClr val="bg1"/>
            </a:solidFill>
            <a:round/>
          </a:ln>
        </p:spPr>
        <p:style>
          <a:lnRef idx="1">
            <a:schemeClr val="accent1"/>
          </a:lnRef>
          <a:fillRef idx="0">
            <a:schemeClr val="accent1"/>
          </a:fillRef>
          <a:effectRef idx="0">
            <a:schemeClr val="accent1"/>
          </a:effectRef>
          <a:fontRef idx="minor">
            <a:schemeClr val="tx1"/>
          </a:fontRef>
        </p:style>
      </p:cxnSp>
      <p:sp>
        <p:nvSpPr>
          <p:cNvPr id="12" name="Rectangle 27">
            <a:hlinkClick r:id="rId3"/>
            <a:extLst>
              <a:ext uri="{FF2B5EF4-FFF2-40B4-BE49-F238E27FC236}">
                <a16:creationId xmlns:a16="http://schemas.microsoft.com/office/drawing/2014/main" id="{F376ABD1-4930-42EB-9A73-9A9C7C6BF2D3}"/>
              </a:ext>
            </a:extLst>
          </p:cNvPr>
          <p:cNvSpPr/>
          <p:nvPr userDrawn="1"/>
        </p:nvSpPr>
        <p:spPr>
          <a:xfrm>
            <a:off x="406470" y="6555972"/>
            <a:ext cx="2829007" cy="219456"/>
          </a:xfrm>
          <a:prstGeom prst="rect">
            <a:avLst/>
          </a:prstGeom>
        </p:spPr>
        <p:txBody>
          <a:bodyPr wrap="square" lIns="0" tIns="0" rIns="0" bIns="0" anchor="ctr" anchorCtr="0">
            <a:noAutofit/>
          </a:bodyPr>
          <a:lstStyle/>
          <a:p>
            <a:pPr defTabSz="1038825">
              <a:lnSpc>
                <a:spcPct val="85000"/>
              </a:lnSpc>
              <a:defRPr/>
            </a:pPr>
            <a:r>
              <a:rPr lang="pt-BR" sz="900" kern="0" dirty="0" err="1">
                <a:solidFill>
                  <a:prstClr val="white"/>
                </a:solidFill>
                <a:cs typeface="Arial" panose="020B0604020202020204" pitchFamily="34" charset="0"/>
              </a:rPr>
              <a:t>Brazil</a:t>
            </a:r>
            <a:r>
              <a:rPr lang="pt-BR" sz="900" kern="0" dirty="0">
                <a:solidFill>
                  <a:prstClr val="white"/>
                </a:solidFill>
                <a:cs typeface="Arial" panose="020B0604020202020204" pitchFamily="34" charset="0"/>
              </a:rPr>
              <a:t> Rate </a:t>
            </a:r>
            <a:r>
              <a:rPr lang="pt-BR" sz="900" kern="0" dirty="0" err="1">
                <a:solidFill>
                  <a:prstClr val="white"/>
                </a:solidFill>
                <a:cs typeface="Arial" panose="020B0604020202020204" pitchFamily="34" charset="0"/>
              </a:rPr>
              <a:t>Card</a:t>
            </a:r>
            <a:endParaRPr lang="en-US" sz="900" kern="0" dirty="0">
              <a:solidFill>
                <a:prstClr val="white"/>
              </a:solidFill>
              <a:cs typeface="Arial" panose="020B0604020202020204" pitchFamily="34" charset="0"/>
            </a:endParaRPr>
          </a:p>
        </p:txBody>
      </p:sp>
      <p:sp>
        <p:nvSpPr>
          <p:cNvPr id="13" name="Retângulo 43">
            <a:extLst>
              <a:ext uri="{FF2B5EF4-FFF2-40B4-BE49-F238E27FC236}">
                <a16:creationId xmlns:a16="http://schemas.microsoft.com/office/drawing/2014/main" id="{834ADCB4-BFB1-450D-8F6D-64217F4CD92C}"/>
              </a:ext>
            </a:extLst>
          </p:cNvPr>
          <p:cNvSpPr/>
          <p:nvPr userDrawn="1"/>
        </p:nvSpPr>
        <p:spPr>
          <a:xfrm>
            <a:off x="3411380" y="6555759"/>
            <a:ext cx="2223686" cy="219456"/>
          </a:xfrm>
          <a:prstGeom prst="rect">
            <a:avLst/>
          </a:prstGeom>
        </p:spPr>
        <p:txBody>
          <a:bodyPr wrap="none" lIns="0" tIns="0" rIns="0" bIns="0" anchor="ctr">
            <a:noAutofit/>
          </a:bodyPr>
          <a:lstStyle/>
          <a:p>
            <a:pPr defTabSz="1038825"/>
            <a:r>
              <a:rPr lang="en-US" sz="900" dirty="0">
                <a:solidFill>
                  <a:prstClr val="white"/>
                </a:solidFill>
                <a:cs typeface="Arial" panose="020B0604020202020204" pitchFamily="34" charset="0"/>
              </a:rPr>
              <a:t>© 2018 Capgemini. All rights reserved.</a:t>
            </a:r>
          </a:p>
        </p:txBody>
      </p:sp>
    </p:spTree>
    <p:extLst>
      <p:ext uri="{BB962C8B-B14F-4D97-AF65-F5344CB8AC3E}">
        <p14:creationId xmlns:p14="http://schemas.microsoft.com/office/powerpoint/2010/main" val="491412427"/>
      </p:ext>
    </p:extLst>
  </p:cSld>
  <p:clrMapOvr>
    <a:masterClrMapping/>
  </p:clrMapOvr>
  <p:extLst>
    <p:ext uri="{DCECCB84-F9BA-43D5-87BE-67443E8EF086}">
      <p15:sldGuideLst xmlns:p15="http://schemas.microsoft.com/office/powerpoint/2012/main">
        <p15:guide id="1" orient="horz" pos="255">
          <p15:clr>
            <a:srgbClr val="FBAE40"/>
          </p15:clr>
        </p15:guide>
        <p15:guide id="2" pos="257">
          <p15:clr>
            <a:srgbClr val="FBAE40"/>
          </p15:clr>
        </p15:guide>
        <p15:guide id="3" pos="6879">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hasCustomPrompt="1"/>
          </p:nvPr>
        </p:nvSpPr>
        <p:spPr>
          <a:xfrm>
            <a:off x="407990" y="2010609"/>
            <a:ext cx="5543551" cy="4442581"/>
          </a:xfrm>
          <a:prstGeom prst="rect">
            <a:avLst/>
          </a:prstGeom>
        </p:spPr>
        <p:txBody>
          <a:bodyPr>
            <a:noAutofit/>
          </a:bodyPr>
          <a:lstStyle>
            <a:lvl1pPr>
              <a:lnSpc>
                <a:spcPct val="100000"/>
              </a:lnSpc>
              <a:defRPr sz="16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Click to insert long text</a:t>
            </a:r>
          </a:p>
        </p:txBody>
      </p:sp>
      <p:sp>
        <p:nvSpPr>
          <p:cNvPr id="11" name="Text Placeholder 7">
            <a:extLst>
              <a:ext uri="{FF2B5EF4-FFF2-40B4-BE49-F238E27FC236}">
                <a16:creationId xmlns:a16="http://schemas.microsoft.com/office/drawing/2014/main" id="{4F279807-494A-45DD-A5C6-24F625316B92}"/>
              </a:ext>
            </a:extLst>
          </p:cNvPr>
          <p:cNvSpPr>
            <a:spLocks noGrp="1"/>
          </p:cNvSpPr>
          <p:nvPr>
            <p:ph type="body" sz="quarter" idx="11" hasCustomPrompt="1"/>
          </p:nvPr>
        </p:nvSpPr>
        <p:spPr>
          <a:xfrm>
            <a:off x="6240467" y="2010606"/>
            <a:ext cx="5516444" cy="4441372"/>
          </a:xfrm>
          <a:prstGeom prst="rect">
            <a:avLst/>
          </a:prstGeom>
        </p:spPr>
        <p:txBody>
          <a:bodyPr>
            <a:noAutofit/>
          </a:bodyPr>
          <a:lstStyle>
            <a:lvl1pPr>
              <a:lnSpc>
                <a:spcPct val="100000"/>
              </a:lnSpc>
              <a:defRPr sz="16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Click to insert long text</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7990" y="1420990"/>
            <a:ext cx="5543551" cy="438494"/>
          </a:xfrm>
          <a:prstGeom prst="rect">
            <a:avLst/>
          </a:prstGeom>
        </p:spPr>
        <p:txBody>
          <a:bodyPr>
            <a:noAutofit/>
          </a:bodyPr>
          <a:lstStyle>
            <a:lvl1pPr>
              <a:lnSpc>
                <a:spcPts val="2500"/>
              </a:lnSpc>
              <a:defRPr sz="2000" b="0">
                <a:solidFill>
                  <a:srgbClr val="12ABDB"/>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240467" y="1420990"/>
            <a:ext cx="5516444" cy="438494"/>
          </a:xfrm>
          <a:prstGeom prst="rect">
            <a:avLst/>
          </a:prstGeom>
        </p:spPr>
        <p:txBody>
          <a:bodyPr>
            <a:noAutofit/>
          </a:bodyPr>
          <a:lstStyle>
            <a:lvl1pPr>
              <a:lnSpc>
                <a:spcPts val="2500"/>
              </a:lnSpc>
              <a:defRPr sz="2000" b="0">
                <a:solidFill>
                  <a:srgbClr val="12ABDB"/>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Click to insert title</a:t>
            </a:r>
          </a:p>
        </p:txBody>
      </p:sp>
      <p:sp>
        <p:nvSpPr>
          <p:cNvPr id="9" name="Title Placeholder 1">
            <a:extLst>
              <a:ext uri="{FF2B5EF4-FFF2-40B4-BE49-F238E27FC236}">
                <a16:creationId xmlns:a16="http://schemas.microsoft.com/office/drawing/2014/main" id="{6733E381-C11A-4F10-88ED-DDEA4B9167E2}"/>
              </a:ext>
            </a:extLst>
          </p:cNvPr>
          <p:cNvSpPr>
            <a:spLocks noGrp="1"/>
          </p:cNvSpPr>
          <p:nvPr>
            <p:ph type="title" hasCustomPrompt="1"/>
          </p:nvPr>
        </p:nvSpPr>
        <p:spPr>
          <a:xfrm>
            <a:off x="407988" y="404813"/>
            <a:ext cx="10944596" cy="865054"/>
          </a:xfrm>
          <a:prstGeom prst="rect">
            <a:avLst/>
          </a:prstGeom>
        </p:spPr>
        <p:txBody>
          <a:bodyPr vert="horz" lIns="0" tIns="0" rIns="0" bIns="0" rtlCol="0" anchor="t">
            <a:normAutofit/>
          </a:bodyPr>
          <a:lstStyle>
            <a:lvl1pPr>
              <a:defRPr lang="pt-PT" dirty="0">
                <a:solidFill>
                  <a:schemeClr val="tx2"/>
                </a:solidFill>
              </a:defRPr>
            </a:lvl1pPr>
          </a:lstStyle>
          <a:p>
            <a:pPr lvl="0">
              <a:lnSpc>
                <a:spcPts val="3408"/>
              </a:lnSpc>
            </a:pPr>
            <a:r>
              <a:rPr lang="en-US" dirty="0"/>
              <a:t>Click to insert title</a:t>
            </a:r>
            <a:endParaRPr lang="pt-PT" dirty="0"/>
          </a:p>
        </p:txBody>
      </p:sp>
      <p:sp>
        <p:nvSpPr>
          <p:cNvPr id="16" name="Retângulo 43">
            <a:extLst>
              <a:ext uri="{FF2B5EF4-FFF2-40B4-BE49-F238E27FC236}">
                <a16:creationId xmlns:a16="http://schemas.microsoft.com/office/drawing/2014/main" id="{25FC8637-25BD-4C09-AF25-56B4243DAB3D}"/>
              </a:ext>
            </a:extLst>
          </p:cNvPr>
          <p:cNvSpPr/>
          <p:nvPr userDrawn="1"/>
        </p:nvSpPr>
        <p:spPr>
          <a:xfrm>
            <a:off x="11616126" y="6555758"/>
            <a:ext cx="410263" cy="243362"/>
          </a:xfrm>
          <a:prstGeom prst="rect">
            <a:avLst/>
          </a:prstGeom>
        </p:spPr>
        <p:txBody>
          <a:bodyPr wrap="none" lIns="103879" tIns="51940" rIns="103879" bIns="51940">
            <a:spAutoFit/>
          </a:bodyPr>
          <a:lstStyle/>
          <a:p>
            <a:pPr algn="r" defTabSz="1038825"/>
            <a:fld id="{0502E5A9-B53C-401E-A0E0-4A359BB0A9E5}" type="slidenum">
              <a:rPr lang="en-US" sz="900" smtClean="0">
                <a:solidFill>
                  <a:prstClr val="black">
                    <a:lumMod val="50000"/>
                    <a:lumOff val="50000"/>
                  </a:prstClr>
                </a:solidFill>
                <a:cs typeface="Arial" panose="020B0604020202020204" pitchFamily="34" charset="0"/>
              </a:rPr>
              <a:pPr algn="r" defTabSz="1038825"/>
              <a:t>‹#›</a:t>
            </a:fld>
            <a:endParaRPr lang="en-US" sz="900" dirty="0">
              <a:solidFill>
                <a:prstClr val="black">
                  <a:lumMod val="50000"/>
                  <a:lumOff val="50000"/>
                </a:prstClr>
              </a:solidFill>
              <a:cs typeface="Arial" panose="020B0604020202020204" pitchFamily="34" charset="0"/>
            </a:endParaRPr>
          </a:p>
        </p:txBody>
      </p:sp>
      <p:cxnSp>
        <p:nvCxnSpPr>
          <p:cNvPr id="20"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3283673"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21" name="Rectangle 27">
            <a:hlinkClick r:id="rId2"/>
            <a:extLst>
              <a:ext uri="{FF2B5EF4-FFF2-40B4-BE49-F238E27FC236}">
                <a16:creationId xmlns:a16="http://schemas.microsoft.com/office/drawing/2014/main" id="{F376ABD1-4930-42EB-9A73-9A9C7C6BF2D3}"/>
              </a:ext>
            </a:extLst>
          </p:cNvPr>
          <p:cNvSpPr/>
          <p:nvPr userDrawn="1"/>
        </p:nvSpPr>
        <p:spPr>
          <a:xfrm>
            <a:off x="406470" y="6555972"/>
            <a:ext cx="2829007" cy="219456"/>
          </a:xfrm>
          <a:prstGeom prst="rect">
            <a:avLst/>
          </a:prstGeom>
        </p:spPr>
        <p:txBody>
          <a:bodyPr wrap="square" lIns="0" tIns="0" rIns="0" bIns="0" anchor="ctr" anchorCtr="0">
            <a:noAutofit/>
          </a:bodyPr>
          <a:lstStyle/>
          <a:p>
            <a:pPr defTabSz="1038825">
              <a:lnSpc>
                <a:spcPct val="85000"/>
              </a:lnSpc>
              <a:defRPr/>
            </a:pPr>
            <a:r>
              <a:rPr lang="pt-BR" sz="900" kern="0" dirty="0" err="1">
                <a:solidFill>
                  <a:srgbClr val="00458D"/>
                </a:solidFill>
                <a:cs typeface="Arial" panose="020B0604020202020204" pitchFamily="34" charset="0"/>
              </a:rPr>
              <a:t>Brazil</a:t>
            </a:r>
            <a:r>
              <a:rPr lang="pt-BR" sz="900" kern="0" dirty="0">
                <a:solidFill>
                  <a:srgbClr val="00458D"/>
                </a:solidFill>
                <a:cs typeface="Arial" panose="020B0604020202020204" pitchFamily="34" charset="0"/>
              </a:rPr>
              <a:t> Rate </a:t>
            </a:r>
            <a:r>
              <a:rPr lang="pt-BR" sz="900" kern="0" dirty="0" err="1">
                <a:solidFill>
                  <a:srgbClr val="00458D"/>
                </a:solidFill>
                <a:cs typeface="Arial" panose="020B0604020202020204" pitchFamily="34" charset="0"/>
              </a:rPr>
              <a:t>Card</a:t>
            </a:r>
            <a:endParaRPr lang="en-US" sz="900" kern="0" dirty="0">
              <a:solidFill>
                <a:srgbClr val="00458D"/>
              </a:solidFill>
              <a:cs typeface="Arial" panose="020B0604020202020204" pitchFamily="34" charset="0"/>
            </a:endParaRPr>
          </a:p>
        </p:txBody>
      </p:sp>
      <p:sp>
        <p:nvSpPr>
          <p:cNvPr id="22" name="Retângulo 43">
            <a:extLst>
              <a:ext uri="{FF2B5EF4-FFF2-40B4-BE49-F238E27FC236}">
                <a16:creationId xmlns:a16="http://schemas.microsoft.com/office/drawing/2014/main" id="{834ADCB4-BFB1-450D-8F6D-64217F4CD92C}"/>
              </a:ext>
            </a:extLst>
          </p:cNvPr>
          <p:cNvSpPr/>
          <p:nvPr userDrawn="1"/>
        </p:nvSpPr>
        <p:spPr>
          <a:xfrm>
            <a:off x="3411380" y="6555759"/>
            <a:ext cx="2223686" cy="219456"/>
          </a:xfrm>
          <a:prstGeom prst="rect">
            <a:avLst/>
          </a:prstGeom>
        </p:spPr>
        <p:txBody>
          <a:bodyPr wrap="none" lIns="0" tIns="0" rIns="0" bIns="0" anchor="ctr">
            <a:noAutofit/>
          </a:bodyPr>
          <a:lstStyle/>
          <a:p>
            <a:pPr defTabSz="1038825"/>
            <a:r>
              <a:rPr lang="en-US" sz="900" dirty="0">
                <a:solidFill>
                  <a:srgbClr val="EDEDED">
                    <a:lumMod val="50000"/>
                  </a:srgbClr>
                </a:solidFill>
                <a:cs typeface="Arial" panose="020B0604020202020204" pitchFamily="34" charset="0"/>
              </a:rPr>
              <a:t>© 2018 Capgemini. All rights reserved.</a:t>
            </a:r>
          </a:p>
        </p:txBody>
      </p:sp>
    </p:spTree>
    <p:extLst>
      <p:ext uri="{BB962C8B-B14F-4D97-AF65-F5344CB8AC3E}">
        <p14:creationId xmlns:p14="http://schemas.microsoft.com/office/powerpoint/2010/main" val="4669729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hree column with content">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279F1DAD-5BB1-4142-B838-01DB99370135}"/>
              </a:ext>
            </a:extLst>
          </p:cNvPr>
          <p:cNvSpPr/>
          <p:nvPr userDrawn="1"/>
        </p:nvSpPr>
        <p:spPr>
          <a:xfrm>
            <a:off x="1" y="4077072"/>
            <a:ext cx="12192000" cy="278092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03879" tIns="51940" rIns="103879" bIns="51940" rtlCol="0" anchor="ctr"/>
          <a:lstStyle/>
          <a:p>
            <a:pPr algn="ctr" defTabSz="1038825"/>
            <a:endParaRPr lang="pt-PT" sz="2000" dirty="0">
              <a:solidFill>
                <a:prstClr val="white"/>
              </a:solidFill>
            </a:endParaRPr>
          </a:p>
        </p:txBody>
      </p:sp>
      <p:sp>
        <p:nvSpPr>
          <p:cNvPr id="9" name="Text Placeholder 4">
            <a:extLst>
              <a:ext uri="{FF2B5EF4-FFF2-40B4-BE49-F238E27FC236}">
                <a16:creationId xmlns:a16="http://schemas.microsoft.com/office/drawing/2014/main" id="{04C1CAD0-39C3-4CE2-A9E9-8CA99EFF5357}"/>
              </a:ext>
            </a:extLst>
          </p:cNvPr>
          <p:cNvSpPr>
            <a:spLocks noGrp="1"/>
          </p:cNvSpPr>
          <p:nvPr>
            <p:ph type="body" sz="quarter" idx="13" hasCustomPrompt="1"/>
          </p:nvPr>
        </p:nvSpPr>
        <p:spPr>
          <a:xfrm>
            <a:off x="426488" y="1423340"/>
            <a:ext cx="3566160" cy="412363"/>
          </a:xfrm>
          <a:prstGeom prst="rect">
            <a:avLst/>
          </a:prstGeom>
          <a:noFill/>
        </p:spPr>
        <p:txBody>
          <a:bodyPr anchor="ctr">
            <a:noAutofit/>
          </a:bodyPr>
          <a:lstStyle>
            <a:lvl1pPr algn="l">
              <a:defRPr sz="2000" b="0">
                <a:solidFill>
                  <a:srgbClr val="12ABDB"/>
                </a:solidFill>
              </a:defRPr>
            </a:lvl1pPr>
            <a:lvl2pPr>
              <a:defRPr sz="1600"/>
            </a:lvl2pPr>
            <a:lvl3pPr>
              <a:defRPr sz="1400"/>
            </a:lvl3pPr>
            <a:lvl4pPr>
              <a:defRPr sz="1200"/>
            </a:lvl4pPr>
            <a:lvl5pPr>
              <a:defRPr sz="1200"/>
            </a:lvl5pPr>
          </a:lstStyle>
          <a:p>
            <a:pPr lvl="0"/>
            <a:r>
              <a:rPr lang="en-US" dirty="0"/>
              <a:t>Click to insert title</a:t>
            </a:r>
          </a:p>
        </p:txBody>
      </p:sp>
      <p:sp>
        <p:nvSpPr>
          <p:cNvPr id="37" name="Text Placeholder 4">
            <a:extLst>
              <a:ext uri="{FF2B5EF4-FFF2-40B4-BE49-F238E27FC236}">
                <a16:creationId xmlns:a16="http://schemas.microsoft.com/office/drawing/2014/main" id="{8D6FD04F-776D-4BC2-9828-DC149A95B778}"/>
              </a:ext>
            </a:extLst>
          </p:cNvPr>
          <p:cNvSpPr>
            <a:spLocks noGrp="1"/>
          </p:cNvSpPr>
          <p:nvPr>
            <p:ph type="body" sz="quarter" idx="27" hasCustomPrompt="1"/>
          </p:nvPr>
        </p:nvSpPr>
        <p:spPr>
          <a:xfrm>
            <a:off x="8217854" y="1423340"/>
            <a:ext cx="3566160" cy="412363"/>
          </a:xfrm>
          <a:prstGeom prst="rect">
            <a:avLst/>
          </a:prstGeom>
          <a:noFill/>
        </p:spPr>
        <p:txBody>
          <a:bodyPr anchor="ctr">
            <a:noAutofit/>
          </a:bodyPr>
          <a:lstStyle>
            <a:lvl1pPr algn="l">
              <a:defRPr sz="2000" b="0">
                <a:solidFill>
                  <a:srgbClr val="12ABDB"/>
                </a:solidFill>
              </a:defRPr>
            </a:lvl1pPr>
            <a:lvl2pPr>
              <a:defRPr sz="1600"/>
            </a:lvl2pPr>
            <a:lvl3pPr>
              <a:defRPr sz="1400"/>
            </a:lvl3pPr>
            <a:lvl4pPr>
              <a:defRPr sz="1200"/>
            </a:lvl4pPr>
            <a:lvl5pPr>
              <a:defRPr sz="1200"/>
            </a:lvl5pPr>
          </a:lstStyle>
          <a:p>
            <a:pPr lvl="0"/>
            <a:r>
              <a:rPr lang="en-US" dirty="0"/>
              <a:t>Click to insert title</a:t>
            </a:r>
          </a:p>
        </p:txBody>
      </p:sp>
      <p:sp>
        <p:nvSpPr>
          <p:cNvPr id="39" name="Text Placeholder 4">
            <a:extLst>
              <a:ext uri="{FF2B5EF4-FFF2-40B4-BE49-F238E27FC236}">
                <a16:creationId xmlns:a16="http://schemas.microsoft.com/office/drawing/2014/main" id="{5A2CDF95-9D29-4775-8BEF-90BC5372B782}"/>
              </a:ext>
            </a:extLst>
          </p:cNvPr>
          <p:cNvSpPr>
            <a:spLocks noGrp="1"/>
          </p:cNvSpPr>
          <p:nvPr>
            <p:ph type="body" sz="quarter" idx="29" hasCustomPrompt="1"/>
          </p:nvPr>
        </p:nvSpPr>
        <p:spPr>
          <a:xfrm>
            <a:off x="4322173" y="1423340"/>
            <a:ext cx="3566160" cy="412363"/>
          </a:xfrm>
          <a:prstGeom prst="rect">
            <a:avLst/>
          </a:prstGeom>
          <a:noFill/>
        </p:spPr>
        <p:txBody>
          <a:bodyPr anchor="ctr">
            <a:noAutofit/>
          </a:bodyPr>
          <a:lstStyle>
            <a:lvl1pPr algn="l">
              <a:defRPr sz="2000" b="0">
                <a:solidFill>
                  <a:srgbClr val="12ABDB"/>
                </a:solidFill>
              </a:defRPr>
            </a:lvl1pPr>
            <a:lvl2pPr>
              <a:defRPr sz="1600"/>
            </a:lvl2pPr>
            <a:lvl3pPr>
              <a:defRPr sz="1400"/>
            </a:lvl3pPr>
            <a:lvl4pPr>
              <a:defRPr sz="1200"/>
            </a:lvl4pPr>
            <a:lvl5pPr>
              <a:defRPr sz="1200"/>
            </a:lvl5pPr>
          </a:lstStyle>
          <a:p>
            <a:pPr lvl="0"/>
            <a:r>
              <a:rPr lang="en-US" dirty="0"/>
              <a:t>Click to insert title</a:t>
            </a:r>
          </a:p>
        </p:txBody>
      </p:sp>
      <p:sp>
        <p:nvSpPr>
          <p:cNvPr id="41" name="Text Placeholder 4">
            <a:extLst>
              <a:ext uri="{FF2B5EF4-FFF2-40B4-BE49-F238E27FC236}">
                <a16:creationId xmlns:a16="http://schemas.microsoft.com/office/drawing/2014/main" id="{6012FFDA-311F-429E-998E-F6E6B0A7186E}"/>
              </a:ext>
            </a:extLst>
          </p:cNvPr>
          <p:cNvSpPr>
            <a:spLocks noGrp="1"/>
          </p:cNvSpPr>
          <p:nvPr>
            <p:ph type="body" sz="quarter" idx="31" hasCustomPrompt="1"/>
          </p:nvPr>
        </p:nvSpPr>
        <p:spPr>
          <a:xfrm>
            <a:off x="407989" y="4232000"/>
            <a:ext cx="11376025" cy="412363"/>
          </a:xfrm>
          <a:prstGeom prst="rect">
            <a:avLst/>
          </a:prstGeom>
          <a:noFill/>
        </p:spPr>
        <p:txBody>
          <a:bodyPr vert="horz" lIns="0" tIns="0" rIns="0" bIns="0" rtlCol="0" anchor="ctr">
            <a:noAutofit/>
          </a:bodyPr>
          <a:lstStyle>
            <a:lvl1pPr>
              <a:defRPr lang="en-US" b="0" dirty="0">
                <a:solidFill>
                  <a:schemeClr val="accent4"/>
                </a:solidFill>
              </a:defRPr>
            </a:lvl1pPr>
          </a:lstStyle>
          <a:p>
            <a:pPr lvl="0"/>
            <a:r>
              <a:rPr lang="en-US" dirty="0"/>
              <a:t>Click to insert section title</a:t>
            </a:r>
          </a:p>
        </p:txBody>
      </p:sp>
      <p:sp>
        <p:nvSpPr>
          <p:cNvPr id="42" name="Text Placeholder 7">
            <a:extLst>
              <a:ext uri="{FF2B5EF4-FFF2-40B4-BE49-F238E27FC236}">
                <a16:creationId xmlns:a16="http://schemas.microsoft.com/office/drawing/2014/main" id="{9228FC83-C11D-47F2-8BDE-B10D125E5E87}"/>
              </a:ext>
            </a:extLst>
          </p:cNvPr>
          <p:cNvSpPr>
            <a:spLocks noGrp="1"/>
          </p:cNvSpPr>
          <p:nvPr>
            <p:ph type="body" sz="quarter" idx="32" hasCustomPrompt="1"/>
          </p:nvPr>
        </p:nvSpPr>
        <p:spPr>
          <a:xfrm>
            <a:off x="426488" y="1866559"/>
            <a:ext cx="3566160" cy="1994493"/>
          </a:xfrm>
          <a:prstGeom prst="rect">
            <a:avLst/>
          </a:prstGeom>
        </p:spPr>
        <p:txBody>
          <a:bodyPr>
            <a:noAutofit/>
          </a:bodyPr>
          <a:lstStyle>
            <a:lvl1pPr>
              <a:lnSpc>
                <a:spcPts val="1818"/>
              </a:lnSpc>
              <a:defRPr sz="1600">
                <a:solidFill>
                  <a:schemeClr val="tx1"/>
                </a:solidFill>
              </a:defRPr>
            </a:lvl1pPr>
            <a:lvl2pPr marL="196584" indent="-191173">
              <a:lnSpc>
                <a:spcPts val="1591"/>
              </a:lnSpc>
              <a:defRPr sz="1400">
                <a:solidFill>
                  <a:schemeClr val="tx1"/>
                </a:solidFill>
              </a:defRPr>
            </a:lvl2pPr>
            <a:lvl3pPr marL="394970" indent="-198386">
              <a:lnSpc>
                <a:spcPts val="1591"/>
              </a:lnSpc>
              <a:defRPr sz="1400">
                <a:solidFill>
                  <a:schemeClr val="tx1"/>
                </a:solidFill>
              </a:defRPr>
            </a:lvl3pPr>
            <a:lvl4pPr marL="578929" indent="-183958">
              <a:lnSpc>
                <a:spcPts val="1364"/>
              </a:lnSpc>
              <a:defRPr sz="1200">
                <a:solidFill>
                  <a:schemeClr val="tx1"/>
                </a:solidFill>
              </a:defRPr>
            </a:lvl4pPr>
            <a:lvl5pPr>
              <a:lnSpc>
                <a:spcPct val="100000"/>
              </a:lnSpc>
              <a:defRPr sz="1400">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18" name="Retângulo 43">
            <a:extLst>
              <a:ext uri="{FF2B5EF4-FFF2-40B4-BE49-F238E27FC236}">
                <a16:creationId xmlns:a16="http://schemas.microsoft.com/office/drawing/2014/main" id="{25FC8637-25BD-4C09-AF25-56B4243DAB3D}"/>
              </a:ext>
            </a:extLst>
          </p:cNvPr>
          <p:cNvSpPr/>
          <p:nvPr userDrawn="1"/>
        </p:nvSpPr>
        <p:spPr>
          <a:xfrm>
            <a:off x="11616126" y="6555758"/>
            <a:ext cx="410263" cy="243362"/>
          </a:xfrm>
          <a:prstGeom prst="rect">
            <a:avLst/>
          </a:prstGeom>
        </p:spPr>
        <p:txBody>
          <a:bodyPr wrap="none" lIns="103879" tIns="51940" rIns="103879" bIns="51940">
            <a:spAutoFit/>
          </a:bodyPr>
          <a:lstStyle/>
          <a:p>
            <a:pPr algn="r" defTabSz="1038825"/>
            <a:fld id="{0502E5A9-B53C-401E-A0E0-4A359BB0A9E5}" type="slidenum">
              <a:rPr lang="en-US" sz="900" smtClean="0">
                <a:solidFill>
                  <a:prstClr val="black">
                    <a:lumMod val="50000"/>
                    <a:lumOff val="50000"/>
                  </a:prstClr>
                </a:solidFill>
                <a:cs typeface="Arial" panose="020B0604020202020204" pitchFamily="34" charset="0"/>
              </a:rPr>
              <a:pPr algn="r" defTabSz="1038825"/>
              <a:t>‹#›</a:t>
            </a:fld>
            <a:endParaRPr lang="en-US" sz="900" dirty="0">
              <a:solidFill>
                <a:prstClr val="black">
                  <a:lumMod val="50000"/>
                  <a:lumOff val="50000"/>
                </a:prstClr>
              </a:solidFill>
              <a:cs typeface="Arial" panose="020B0604020202020204" pitchFamily="34" charset="0"/>
            </a:endParaRPr>
          </a:p>
        </p:txBody>
      </p:sp>
      <p:cxnSp>
        <p:nvCxnSpPr>
          <p:cNvPr id="19"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3283673"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20" name="Rectangle 27">
            <a:hlinkClick r:id="rId2"/>
            <a:extLst>
              <a:ext uri="{FF2B5EF4-FFF2-40B4-BE49-F238E27FC236}">
                <a16:creationId xmlns:a16="http://schemas.microsoft.com/office/drawing/2014/main" id="{F376ABD1-4930-42EB-9A73-9A9C7C6BF2D3}"/>
              </a:ext>
            </a:extLst>
          </p:cNvPr>
          <p:cNvSpPr/>
          <p:nvPr userDrawn="1"/>
        </p:nvSpPr>
        <p:spPr>
          <a:xfrm>
            <a:off x="407991" y="6555972"/>
            <a:ext cx="2829007" cy="219456"/>
          </a:xfrm>
          <a:prstGeom prst="rect">
            <a:avLst/>
          </a:prstGeom>
        </p:spPr>
        <p:txBody>
          <a:bodyPr wrap="square" lIns="0" tIns="0" rIns="0" bIns="0" anchor="ctr" anchorCtr="0">
            <a:noAutofit/>
          </a:bodyPr>
          <a:lstStyle/>
          <a:p>
            <a:pPr defTabSz="1038825">
              <a:lnSpc>
                <a:spcPct val="85000"/>
              </a:lnSpc>
              <a:defRPr/>
            </a:pPr>
            <a:r>
              <a:rPr lang="pl-PL" sz="900" kern="0" dirty="0">
                <a:solidFill>
                  <a:srgbClr val="00458D"/>
                </a:solidFill>
                <a:cs typeface="Arial" panose="020B0604020202020204" pitchFamily="34" charset="0"/>
              </a:rPr>
              <a:t>BRM Review Deck</a:t>
            </a:r>
            <a:endParaRPr lang="en-US" sz="900" kern="0" dirty="0">
              <a:solidFill>
                <a:srgbClr val="00458D"/>
              </a:solidFill>
              <a:cs typeface="Arial" panose="020B0604020202020204" pitchFamily="34" charset="0"/>
            </a:endParaRPr>
          </a:p>
        </p:txBody>
      </p:sp>
      <p:sp>
        <p:nvSpPr>
          <p:cNvPr id="21" name="Retângulo 43">
            <a:extLst>
              <a:ext uri="{FF2B5EF4-FFF2-40B4-BE49-F238E27FC236}">
                <a16:creationId xmlns:a16="http://schemas.microsoft.com/office/drawing/2014/main" id="{834ADCB4-BFB1-450D-8F6D-64217F4CD92C}"/>
              </a:ext>
            </a:extLst>
          </p:cNvPr>
          <p:cNvSpPr/>
          <p:nvPr userDrawn="1"/>
        </p:nvSpPr>
        <p:spPr>
          <a:xfrm>
            <a:off x="3411380" y="6555759"/>
            <a:ext cx="2223686" cy="219456"/>
          </a:xfrm>
          <a:prstGeom prst="rect">
            <a:avLst/>
          </a:prstGeom>
        </p:spPr>
        <p:txBody>
          <a:bodyPr wrap="none" lIns="0" tIns="0" rIns="0" bIns="0" anchor="ctr">
            <a:noAutofit/>
          </a:bodyPr>
          <a:lstStyle/>
          <a:p>
            <a:pPr defTabSz="1038825"/>
            <a:r>
              <a:rPr lang="en-US" sz="900" dirty="0">
                <a:solidFill>
                  <a:srgbClr val="EDEDED">
                    <a:lumMod val="50000"/>
                  </a:srgbClr>
                </a:solidFill>
                <a:cs typeface="Arial" panose="020B0604020202020204" pitchFamily="34" charset="0"/>
              </a:rPr>
              <a:t>© 2017 Capgemini. All rights reserved.</a:t>
            </a:r>
          </a:p>
        </p:txBody>
      </p:sp>
      <p:sp>
        <p:nvSpPr>
          <p:cNvPr id="23"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407988" y="404813"/>
            <a:ext cx="11016604" cy="863600"/>
          </a:xfrm>
          <a:prstGeom prst="rect">
            <a:avLst/>
          </a:prstGeom>
        </p:spPr>
        <p:txBody>
          <a:bodyPr vert="horz" lIns="0" tIns="0" rIns="0" bIns="0" rtlCol="0" anchor="t">
            <a:normAutofit/>
          </a:bodyPr>
          <a:lstStyle>
            <a:lvl1pPr>
              <a:defRPr lang="pt-PT" dirty="0"/>
            </a:lvl1pPr>
          </a:lstStyle>
          <a:p>
            <a:pPr lvl="0">
              <a:lnSpc>
                <a:spcPts val="3408"/>
              </a:lnSpc>
            </a:pPr>
            <a:r>
              <a:rPr lang="en-US" dirty="0"/>
              <a:t>Click to add title</a:t>
            </a:r>
            <a:endParaRPr lang="pt-PT" dirty="0"/>
          </a:p>
        </p:txBody>
      </p:sp>
      <p:sp>
        <p:nvSpPr>
          <p:cNvPr id="24" name="Text Placeholder 7">
            <a:extLst>
              <a:ext uri="{FF2B5EF4-FFF2-40B4-BE49-F238E27FC236}">
                <a16:creationId xmlns:a16="http://schemas.microsoft.com/office/drawing/2014/main" id="{9228FC83-C11D-47F2-8BDE-B10D125E5E87}"/>
              </a:ext>
            </a:extLst>
          </p:cNvPr>
          <p:cNvSpPr>
            <a:spLocks noGrp="1"/>
          </p:cNvSpPr>
          <p:nvPr>
            <p:ph type="body" sz="quarter" idx="33" hasCustomPrompt="1"/>
          </p:nvPr>
        </p:nvSpPr>
        <p:spPr>
          <a:xfrm>
            <a:off x="4322173" y="1866559"/>
            <a:ext cx="3566160" cy="1994493"/>
          </a:xfrm>
          <a:prstGeom prst="rect">
            <a:avLst/>
          </a:prstGeom>
        </p:spPr>
        <p:txBody>
          <a:bodyPr>
            <a:noAutofit/>
          </a:bodyPr>
          <a:lstStyle>
            <a:lvl1pPr>
              <a:lnSpc>
                <a:spcPts val="1818"/>
              </a:lnSpc>
              <a:defRPr sz="1600">
                <a:solidFill>
                  <a:schemeClr val="tx1"/>
                </a:solidFill>
              </a:defRPr>
            </a:lvl1pPr>
            <a:lvl2pPr marL="196584" indent="-191173">
              <a:lnSpc>
                <a:spcPts val="1591"/>
              </a:lnSpc>
              <a:defRPr sz="1400">
                <a:solidFill>
                  <a:schemeClr val="tx1"/>
                </a:solidFill>
              </a:defRPr>
            </a:lvl2pPr>
            <a:lvl3pPr marL="394970" indent="-198386">
              <a:lnSpc>
                <a:spcPts val="1591"/>
              </a:lnSpc>
              <a:defRPr sz="1400">
                <a:solidFill>
                  <a:schemeClr val="tx1"/>
                </a:solidFill>
              </a:defRPr>
            </a:lvl3pPr>
            <a:lvl4pPr marL="578929" indent="-183958">
              <a:lnSpc>
                <a:spcPts val="1364"/>
              </a:lnSpc>
              <a:defRPr sz="1200">
                <a:solidFill>
                  <a:schemeClr val="tx1"/>
                </a:solidFill>
              </a:defRPr>
            </a:lvl4pPr>
            <a:lvl5pPr>
              <a:lnSpc>
                <a:spcPct val="100000"/>
              </a:lnSpc>
              <a:defRPr sz="1400">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25" name="Text Placeholder 7">
            <a:extLst>
              <a:ext uri="{FF2B5EF4-FFF2-40B4-BE49-F238E27FC236}">
                <a16:creationId xmlns:a16="http://schemas.microsoft.com/office/drawing/2014/main" id="{9228FC83-C11D-47F2-8BDE-B10D125E5E87}"/>
              </a:ext>
            </a:extLst>
          </p:cNvPr>
          <p:cNvSpPr>
            <a:spLocks noGrp="1"/>
          </p:cNvSpPr>
          <p:nvPr>
            <p:ph type="body" sz="quarter" idx="34" hasCustomPrompt="1"/>
          </p:nvPr>
        </p:nvSpPr>
        <p:spPr>
          <a:xfrm>
            <a:off x="8217854" y="1866559"/>
            <a:ext cx="3566160" cy="1994493"/>
          </a:xfrm>
          <a:prstGeom prst="rect">
            <a:avLst/>
          </a:prstGeom>
        </p:spPr>
        <p:txBody>
          <a:bodyPr>
            <a:noAutofit/>
          </a:bodyPr>
          <a:lstStyle>
            <a:lvl1pPr>
              <a:lnSpc>
                <a:spcPts val="1818"/>
              </a:lnSpc>
              <a:defRPr sz="1600">
                <a:solidFill>
                  <a:schemeClr val="tx1"/>
                </a:solidFill>
              </a:defRPr>
            </a:lvl1pPr>
            <a:lvl2pPr marL="196584" indent="-191173">
              <a:lnSpc>
                <a:spcPts val="1591"/>
              </a:lnSpc>
              <a:defRPr sz="1400">
                <a:solidFill>
                  <a:schemeClr val="tx1"/>
                </a:solidFill>
              </a:defRPr>
            </a:lvl2pPr>
            <a:lvl3pPr marL="394970" indent="-198386">
              <a:lnSpc>
                <a:spcPts val="1591"/>
              </a:lnSpc>
              <a:defRPr sz="1400">
                <a:solidFill>
                  <a:schemeClr val="tx1"/>
                </a:solidFill>
              </a:defRPr>
            </a:lvl3pPr>
            <a:lvl4pPr marL="578929" indent="-183958">
              <a:lnSpc>
                <a:spcPts val="1364"/>
              </a:lnSpc>
              <a:defRPr sz="1200">
                <a:solidFill>
                  <a:schemeClr val="tx1"/>
                </a:solidFill>
              </a:defRPr>
            </a:lvl4pPr>
            <a:lvl5pPr>
              <a:lnSpc>
                <a:spcPct val="100000"/>
              </a:lnSpc>
              <a:defRPr sz="1400">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26" name="Text Placeholder 7">
            <a:extLst>
              <a:ext uri="{FF2B5EF4-FFF2-40B4-BE49-F238E27FC236}">
                <a16:creationId xmlns:a16="http://schemas.microsoft.com/office/drawing/2014/main" id="{9228FC83-C11D-47F2-8BDE-B10D125E5E87}"/>
              </a:ext>
            </a:extLst>
          </p:cNvPr>
          <p:cNvSpPr>
            <a:spLocks noGrp="1"/>
          </p:cNvSpPr>
          <p:nvPr>
            <p:ph type="body" sz="quarter" idx="35" hasCustomPrompt="1"/>
          </p:nvPr>
        </p:nvSpPr>
        <p:spPr>
          <a:xfrm>
            <a:off x="426489" y="4674191"/>
            <a:ext cx="11357525" cy="1799211"/>
          </a:xfrm>
          <a:prstGeom prst="rect">
            <a:avLst/>
          </a:prstGeom>
        </p:spPr>
        <p:txBody>
          <a:bodyPr>
            <a:noAutofit/>
          </a:bodyPr>
          <a:lstStyle>
            <a:lvl1pPr>
              <a:lnSpc>
                <a:spcPts val="1818"/>
              </a:lnSpc>
              <a:defRPr sz="1600">
                <a:solidFill>
                  <a:schemeClr val="tx1"/>
                </a:solidFill>
              </a:defRPr>
            </a:lvl1pPr>
            <a:lvl2pPr marL="196584" indent="-191173">
              <a:lnSpc>
                <a:spcPts val="1591"/>
              </a:lnSpc>
              <a:defRPr sz="1400">
                <a:solidFill>
                  <a:schemeClr val="tx1"/>
                </a:solidFill>
              </a:defRPr>
            </a:lvl2pPr>
            <a:lvl3pPr marL="394970" indent="-198386">
              <a:lnSpc>
                <a:spcPts val="1591"/>
              </a:lnSpc>
              <a:defRPr sz="1400">
                <a:solidFill>
                  <a:schemeClr val="tx1"/>
                </a:solidFill>
              </a:defRPr>
            </a:lvl3pPr>
            <a:lvl4pPr marL="578929" indent="-183958">
              <a:lnSpc>
                <a:spcPts val="1364"/>
              </a:lnSpc>
              <a:defRPr sz="1200">
                <a:solidFill>
                  <a:schemeClr val="tx1"/>
                </a:solidFill>
              </a:defRPr>
            </a:lvl4pPr>
            <a:lvl5pPr>
              <a:lnSpc>
                <a:spcPct val="100000"/>
              </a:lnSpc>
              <a:defRPr sz="1400">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257134400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 Topics with icons">
    <p:bg>
      <p:bgPr>
        <a:solidFill>
          <a:schemeClr val="bg1"/>
        </a:solidFill>
        <a:effectLst/>
      </p:bgPr>
    </p:bg>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407988" y="404813"/>
            <a:ext cx="11016604" cy="863600"/>
          </a:xfrm>
          <a:prstGeom prst="rect">
            <a:avLst/>
          </a:prstGeom>
        </p:spPr>
        <p:txBody>
          <a:bodyPr vert="horz" lIns="0" tIns="0" rIns="0" bIns="0" rtlCol="0" anchor="t">
            <a:normAutofit/>
          </a:bodyPr>
          <a:lstStyle>
            <a:lvl1pPr>
              <a:defRPr lang="pt-PT" dirty="0"/>
            </a:lvl1pPr>
          </a:lstStyle>
          <a:p>
            <a:pPr lvl="0">
              <a:lnSpc>
                <a:spcPts val="3408"/>
              </a:lnSpc>
            </a:pPr>
            <a:r>
              <a:rPr lang="en-US" dirty="0"/>
              <a:t>Click to add title</a:t>
            </a:r>
            <a:endParaRPr lang="pt-PT" dirty="0"/>
          </a:p>
        </p:txBody>
      </p:sp>
      <p:sp>
        <p:nvSpPr>
          <p:cNvPr id="10" name="Text Placeholder 7">
            <a:extLst>
              <a:ext uri="{FF2B5EF4-FFF2-40B4-BE49-F238E27FC236}">
                <a16:creationId xmlns:a16="http://schemas.microsoft.com/office/drawing/2014/main" id="{9228FC83-C11D-47F2-8BDE-B10D125E5E87}"/>
              </a:ext>
            </a:extLst>
          </p:cNvPr>
          <p:cNvSpPr>
            <a:spLocks noGrp="1"/>
          </p:cNvSpPr>
          <p:nvPr>
            <p:ph type="body" sz="quarter" idx="35" hasCustomPrompt="1"/>
          </p:nvPr>
        </p:nvSpPr>
        <p:spPr>
          <a:xfrm>
            <a:off x="1992762" y="1556793"/>
            <a:ext cx="9791253" cy="1368152"/>
          </a:xfrm>
          <a:prstGeom prst="rect">
            <a:avLst/>
          </a:prstGeom>
        </p:spPr>
        <p:txBody>
          <a:bodyPr anchor="ctr">
            <a:noAutofit/>
          </a:bodyPr>
          <a:lstStyle>
            <a:lvl1pPr>
              <a:lnSpc>
                <a:spcPts val="2500"/>
              </a:lnSpc>
              <a:defRPr sz="2000">
                <a:solidFill>
                  <a:schemeClr val="tx1"/>
                </a:solidFill>
              </a:defRPr>
            </a:lvl1pPr>
            <a:lvl2pPr marL="263313" indent="-257903">
              <a:lnSpc>
                <a:spcPts val="2045"/>
              </a:lnSpc>
              <a:defRPr sz="1800">
                <a:solidFill>
                  <a:schemeClr val="tx1"/>
                </a:solidFill>
              </a:defRPr>
            </a:lvl2pPr>
            <a:lvl3pPr marL="526627" indent="-263313">
              <a:lnSpc>
                <a:spcPts val="1818"/>
              </a:lnSpc>
              <a:defRPr sz="1600">
                <a:solidFill>
                  <a:schemeClr val="tx1"/>
                </a:solidFill>
              </a:defRPr>
            </a:lvl3pPr>
            <a:lvl4pPr marL="775512" indent="-248885">
              <a:lnSpc>
                <a:spcPts val="1591"/>
              </a:lnSpc>
              <a:defRPr sz="1400">
                <a:solidFill>
                  <a:schemeClr val="tx1"/>
                </a:solidFill>
              </a:defRPr>
            </a:lvl4pPr>
            <a:lvl5pPr>
              <a:lnSpc>
                <a:spcPct val="100000"/>
              </a:lnSpc>
              <a:defRPr sz="1400">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11" name="Text Placeholder 7">
            <a:extLst>
              <a:ext uri="{FF2B5EF4-FFF2-40B4-BE49-F238E27FC236}">
                <a16:creationId xmlns:a16="http://schemas.microsoft.com/office/drawing/2014/main" id="{9228FC83-C11D-47F2-8BDE-B10D125E5E87}"/>
              </a:ext>
            </a:extLst>
          </p:cNvPr>
          <p:cNvSpPr>
            <a:spLocks noGrp="1"/>
          </p:cNvSpPr>
          <p:nvPr>
            <p:ph type="body" sz="quarter" idx="36" hasCustomPrompt="1"/>
          </p:nvPr>
        </p:nvSpPr>
        <p:spPr>
          <a:xfrm>
            <a:off x="1992762" y="3320916"/>
            <a:ext cx="9791253" cy="1368152"/>
          </a:xfrm>
          <a:prstGeom prst="rect">
            <a:avLst/>
          </a:prstGeom>
        </p:spPr>
        <p:txBody>
          <a:bodyPr anchor="ctr">
            <a:noAutofit/>
          </a:bodyPr>
          <a:lstStyle>
            <a:lvl1pPr>
              <a:lnSpc>
                <a:spcPts val="2500"/>
              </a:lnSpc>
              <a:defRPr sz="2000">
                <a:solidFill>
                  <a:schemeClr val="tx1"/>
                </a:solidFill>
              </a:defRPr>
            </a:lvl1pPr>
            <a:lvl2pPr marL="263313" indent="-257903">
              <a:lnSpc>
                <a:spcPts val="2045"/>
              </a:lnSpc>
              <a:defRPr sz="1800">
                <a:solidFill>
                  <a:schemeClr val="tx1"/>
                </a:solidFill>
              </a:defRPr>
            </a:lvl2pPr>
            <a:lvl3pPr marL="526627" indent="-263313">
              <a:lnSpc>
                <a:spcPts val="1818"/>
              </a:lnSpc>
              <a:defRPr sz="1600">
                <a:solidFill>
                  <a:schemeClr val="tx1"/>
                </a:solidFill>
              </a:defRPr>
            </a:lvl3pPr>
            <a:lvl4pPr marL="775512" indent="-248885">
              <a:lnSpc>
                <a:spcPts val="1591"/>
              </a:lnSpc>
              <a:defRPr sz="1400">
                <a:solidFill>
                  <a:schemeClr val="tx1"/>
                </a:solidFill>
              </a:defRPr>
            </a:lvl4pPr>
            <a:lvl5pPr>
              <a:lnSpc>
                <a:spcPct val="100000"/>
              </a:lnSpc>
              <a:defRPr sz="1400">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12" name="Text Placeholder 7">
            <a:extLst>
              <a:ext uri="{FF2B5EF4-FFF2-40B4-BE49-F238E27FC236}">
                <a16:creationId xmlns:a16="http://schemas.microsoft.com/office/drawing/2014/main" id="{9228FC83-C11D-47F2-8BDE-B10D125E5E87}"/>
              </a:ext>
            </a:extLst>
          </p:cNvPr>
          <p:cNvSpPr>
            <a:spLocks noGrp="1"/>
          </p:cNvSpPr>
          <p:nvPr>
            <p:ph type="body" sz="quarter" idx="37" hasCustomPrompt="1"/>
          </p:nvPr>
        </p:nvSpPr>
        <p:spPr>
          <a:xfrm>
            <a:off x="1992762" y="5085036"/>
            <a:ext cx="9791253" cy="1368152"/>
          </a:xfrm>
          <a:prstGeom prst="rect">
            <a:avLst/>
          </a:prstGeom>
        </p:spPr>
        <p:txBody>
          <a:bodyPr anchor="ctr">
            <a:noAutofit/>
          </a:bodyPr>
          <a:lstStyle>
            <a:lvl1pPr>
              <a:lnSpc>
                <a:spcPts val="2500"/>
              </a:lnSpc>
              <a:defRPr sz="2000">
                <a:solidFill>
                  <a:schemeClr val="tx1"/>
                </a:solidFill>
              </a:defRPr>
            </a:lvl1pPr>
            <a:lvl2pPr marL="263313" indent="-257903">
              <a:lnSpc>
                <a:spcPts val="2045"/>
              </a:lnSpc>
              <a:defRPr sz="1800">
                <a:solidFill>
                  <a:schemeClr val="tx1"/>
                </a:solidFill>
              </a:defRPr>
            </a:lvl2pPr>
            <a:lvl3pPr marL="526627" indent="-263313">
              <a:lnSpc>
                <a:spcPts val="1818"/>
              </a:lnSpc>
              <a:defRPr sz="1600">
                <a:solidFill>
                  <a:schemeClr val="tx1"/>
                </a:solidFill>
              </a:defRPr>
            </a:lvl3pPr>
            <a:lvl4pPr marL="775512" indent="-248885">
              <a:lnSpc>
                <a:spcPts val="1591"/>
              </a:lnSpc>
              <a:defRPr sz="1400">
                <a:solidFill>
                  <a:schemeClr val="tx1"/>
                </a:solidFill>
              </a:defRPr>
            </a:lvl4pPr>
            <a:lvl5pPr>
              <a:lnSpc>
                <a:spcPct val="100000"/>
              </a:lnSpc>
              <a:defRPr sz="1400">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13" name="Retângulo 43">
            <a:extLst>
              <a:ext uri="{FF2B5EF4-FFF2-40B4-BE49-F238E27FC236}">
                <a16:creationId xmlns:a16="http://schemas.microsoft.com/office/drawing/2014/main" id="{25FC8637-25BD-4C09-AF25-56B4243DAB3D}"/>
              </a:ext>
            </a:extLst>
          </p:cNvPr>
          <p:cNvSpPr/>
          <p:nvPr userDrawn="1"/>
        </p:nvSpPr>
        <p:spPr>
          <a:xfrm>
            <a:off x="11616126" y="6555758"/>
            <a:ext cx="410263" cy="243362"/>
          </a:xfrm>
          <a:prstGeom prst="rect">
            <a:avLst/>
          </a:prstGeom>
        </p:spPr>
        <p:txBody>
          <a:bodyPr wrap="none" lIns="103879" tIns="51940" rIns="103879" bIns="51940">
            <a:spAutoFit/>
          </a:bodyPr>
          <a:lstStyle/>
          <a:p>
            <a:pPr algn="r" defTabSz="1038825"/>
            <a:fld id="{0502E5A9-B53C-401E-A0E0-4A359BB0A9E5}" type="slidenum">
              <a:rPr lang="en-US" sz="900" smtClean="0">
                <a:solidFill>
                  <a:prstClr val="black">
                    <a:lumMod val="50000"/>
                    <a:lumOff val="50000"/>
                  </a:prstClr>
                </a:solidFill>
                <a:cs typeface="Arial" panose="020B0604020202020204" pitchFamily="34" charset="0"/>
              </a:rPr>
              <a:pPr algn="r" defTabSz="1038825"/>
              <a:t>‹#›</a:t>
            </a:fld>
            <a:endParaRPr lang="en-US" sz="900" dirty="0">
              <a:solidFill>
                <a:prstClr val="black">
                  <a:lumMod val="50000"/>
                  <a:lumOff val="50000"/>
                </a:prstClr>
              </a:solidFill>
              <a:cs typeface="Arial" panose="020B0604020202020204" pitchFamily="34" charset="0"/>
            </a:endParaRPr>
          </a:p>
        </p:txBody>
      </p:sp>
      <p:cxnSp>
        <p:nvCxnSpPr>
          <p:cNvPr id="14"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3283673"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15" name="Rectangle 27">
            <a:hlinkClick r:id="rId2"/>
            <a:extLst>
              <a:ext uri="{FF2B5EF4-FFF2-40B4-BE49-F238E27FC236}">
                <a16:creationId xmlns:a16="http://schemas.microsoft.com/office/drawing/2014/main" id="{F376ABD1-4930-42EB-9A73-9A9C7C6BF2D3}"/>
              </a:ext>
            </a:extLst>
          </p:cNvPr>
          <p:cNvSpPr/>
          <p:nvPr userDrawn="1"/>
        </p:nvSpPr>
        <p:spPr>
          <a:xfrm>
            <a:off x="407991" y="6555972"/>
            <a:ext cx="2829007" cy="219456"/>
          </a:xfrm>
          <a:prstGeom prst="rect">
            <a:avLst/>
          </a:prstGeom>
        </p:spPr>
        <p:txBody>
          <a:bodyPr wrap="square" lIns="0" tIns="0" rIns="0" bIns="0" anchor="ctr" anchorCtr="0">
            <a:noAutofit/>
          </a:bodyPr>
          <a:lstStyle/>
          <a:p>
            <a:pPr defTabSz="1038825">
              <a:lnSpc>
                <a:spcPct val="85000"/>
              </a:lnSpc>
              <a:defRPr/>
            </a:pPr>
            <a:r>
              <a:rPr lang="pl-PL" sz="900" kern="0" dirty="0">
                <a:solidFill>
                  <a:srgbClr val="00458D"/>
                </a:solidFill>
                <a:cs typeface="Arial" panose="020B0604020202020204" pitchFamily="34" charset="0"/>
              </a:rPr>
              <a:t>BRM Review Deck</a:t>
            </a:r>
            <a:endParaRPr lang="en-US" sz="900" kern="0" dirty="0">
              <a:solidFill>
                <a:srgbClr val="00458D"/>
              </a:solidFill>
              <a:cs typeface="Arial" panose="020B0604020202020204" pitchFamily="34" charset="0"/>
            </a:endParaRPr>
          </a:p>
        </p:txBody>
      </p:sp>
      <p:sp>
        <p:nvSpPr>
          <p:cNvPr id="16" name="Retângulo 43">
            <a:extLst>
              <a:ext uri="{FF2B5EF4-FFF2-40B4-BE49-F238E27FC236}">
                <a16:creationId xmlns:a16="http://schemas.microsoft.com/office/drawing/2014/main" id="{834ADCB4-BFB1-450D-8F6D-64217F4CD92C}"/>
              </a:ext>
            </a:extLst>
          </p:cNvPr>
          <p:cNvSpPr/>
          <p:nvPr userDrawn="1"/>
        </p:nvSpPr>
        <p:spPr>
          <a:xfrm>
            <a:off x="3411380" y="6555759"/>
            <a:ext cx="2223686" cy="219456"/>
          </a:xfrm>
          <a:prstGeom prst="rect">
            <a:avLst/>
          </a:prstGeom>
        </p:spPr>
        <p:txBody>
          <a:bodyPr wrap="none" lIns="0" tIns="0" rIns="0" bIns="0" anchor="ctr">
            <a:noAutofit/>
          </a:bodyPr>
          <a:lstStyle/>
          <a:p>
            <a:pPr defTabSz="1038825"/>
            <a:r>
              <a:rPr lang="en-US" sz="900" dirty="0">
                <a:solidFill>
                  <a:srgbClr val="EDEDED">
                    <a:lumMod val="50000"/>
                  </a:srgbClr>
                </a:solidFill>
                <a:cs typeface="Arial" panose="020B0604020202020204" pitchFamily="34" charset="0"/>
              </a:rPr>
              <a:t>© 2017 Capgemini. All rights reserved.</a:t>
            </a:r>
          </a:p>
        </p:txBody>
      </p:sp>
      <p:grpSp>
        <p:nvGrpSpPr>
          <p:cNvPr id="17" name="Group 4">
            <a:extLst>
              <a:ext uri="{FF2B5EF4-FFF2-40B4-BE49-F238E27FC236}">
                <a16:creationId xmlns:a16="http://schemas.microsoft.com/office/drawing/2014/main" id="{F55AA728-28C9-4E2C-9F9C-ED1CE98A5CDA}"/>
              </a:ext>
            </a:extLst>
          </p:cNvPr>
          <p:cNvGrpSpPr>
            <a:grpSpLocks noChangeAspect="1"/>
          </p:cNvGrpSpPr>
          <p:nvPr userDrawn="1"/>
        </p:nvGrpSpPr>
        <p:grpSpPr bwMode="auto">
          <a:xfrm>
            <a:off x="376730" y="3487371"/>
            <a:ext cx="1285954" cy="1201696"/>
            <a:chOff x="-163" y="-158"/>
            <a:chExt cx="2854" cy="2667"/>
          </a:xfrm>
        </p:grpSpPr>
        <p:sp>
          <p:nvSpPr>
            <p:cNvPr id="18" name="Freeform 5">
              <a:extLst>
                <a:ext uri="{FF2B5EF4-FFF2-40B4-BE49-F238E27FC236}">
                  <a16:creationId xmlns:a16="http://schemas.microsoft.com/office/drawing/2014/main" id="{C00D10BF-495F-4321-9BCA-1A6DC376E34A}"/>
                </a:ext>
              </a:extLst>
            </p:cNvPr>
            <p:cNvSpPr>
              <a:spLocks/>
            </p:cNvSpPr>
            <p:nvPr/>
          </p:nvSpPr>
          <p:spPr bwMode="auto">
            <a:xfrm>
              <a:off x="-163" y="-158"/>
              <a:ext cx="2854" cy="2667"/>
            </a:xfrm>
            <a:custGeom>
              <a:avLst/>
              <a:gdLst>
                <a:gd name="T0" fmla="*/ 153 w 1067"/>
                <a:gd name="T1" fmla="*/ 780 h 997"/>
                <a:gd name="T2" fmla="*/ 256 w 1067"/>
                <a:gd name="T3" fmla="*/ 149 h 997"/>
                <a:gd name="T4" fmla="*/ 914 w 1067"/>
                <a:gd name="T5" fmla="*/ 241 h 997"/>
                <a:gd name="T6" fmla="*/ 794 w 1067"/>
                <a:gd name="T7" fmla="*/ 848 h 997"/>
                <a:gd name="T8" fmla="*/ 153 w 1067"/>
                <a:gd name="T9" fmla="*/ 780 h 997"/>
              </a:gdLst>
              <a:ahLst/>
              <a:cxnLst>
                <a:cxn ang="0">
                  <a:pos x="T0" y="T1"/>
                </a:cxn>
                <a:cxn ang="0">
                  <a:pos x="T2" y="T3"/>
                </a:cxn>
                <a:cxn ang="0">
                  <a:pos x="T4" y="T5"/>
                </a:cxn>
                <a:cxn ang="0">
                  <a:pos x="T6" y="T7"/>
                </a:cxn>
                <a:cxn ang="0">
                  <a:pos x="T8" y="T9"/>
                </a:cxn>
              </a:cxnLst>
              <a:rect l="0" t="0" r="r" b="b"/>
              <a:pathLst>
                <a:path w="1067" h="997">
                  <a:moveTo>
                    <a:pt x="153" y="780"/>
                  </a:moveTo>
                  <a:cubicBezTo>
                    <a:pt x="0" y="580"/>
                    <a:pt x="46" y="297"/>
                    <a:pt x="256" y="149"/>
                  </a:cubicBezTo>
                  <a:cubicBezTo>
                    <a:pt x="466" y="0"/>
                    <a:pt x="760" y="42"/>
                    <a:pt x="914" y="241"/>
                  </a:cubicBezTo>
                  <a:cubicBezTo>
                    <a:pt x="1067" y="441"/>
                    <a:pt x="1004" y="700"/>
                    <a:pt x="794" y="848"/>
                  </a:cubicBezTo>
                  <a:cubicBezTo>
                    <a:pt x="584" y="997"/>
                    <a:pt x="307" y="979"/>
                    <a:pt x="153" y="780"/>
                  </a:cubicBezTo>
                </a:path>
              </a:pathLst>
            </a:custGeom>
            <a:solidFill>
              <a:srgbClr val="87086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38825"/>
              <a:endParaRPr lang="pt-PT" sz="2000">
                <a:solidFill>
                  <a:srgbClr val="000000"/>
                </a:solidFill>
              </a:endParaRPr>
            </a:p>
          </p:txBody>
        </p:sp>
        <p:sp>
          <p:nvSpPr>
            <p:cNvPr id="19" name="Freeform 6">
              <a:extLst>
                <a:ext uri="{FF2B5EF4-FFF2-40B4-BE49-F238E27FC236}">
                  <a16:creationId xmlns:a16="http://schemas.microsoft.com/office/drawing/2014/main" id="{FC345721-3D86-455D-A3E5-6A031E9161FE}"/>
                </a:ext>
              </a:extLst>
            </p:cNvPr>
            <p:cNvSpPr>
              <a:spLocks/>
            </p:cNvSpPr>
            <p:nvPr/>
          </p:nvSpPr>
          <p:spPr bwMode="auto">
            <a:xfrm>
              <a:off x="677" y="535"/>
              <a:ext cx="465" cy="500"/>
            </a:xfrm>
            <a:custGeom>
              <a:avLst/>
              <a:gdLst>
                <a:gd name="T0" fmla="*/ 71 w 174"/>
                <a:gd name="T1" fmla="*/ 178 h 187"/>
                <a:gd name="T2" fmla="*/ 8 w 174"/>
                <a:gd name="T3" fmla="*/ 78 h 187"/>
                <a:gd name="T4" fmla="*/ 98 w 174"/>
                <a:gd name="T5" fmla="*/ 9 h 187"/>
                <a:gd name="T6" fmla="*/ 167 w 174"/>
                <a:gd name="T7" fmla="*/ 110 h 187"/>
                <a:gd name="T8" fmla="*/ 71 w 174"/>
                <a:gd name="T9" fmla="*/ 178 h 187"/>
              </a:gdLst>
              <a:ahLst/>
              <a:cxnLst>
                <a:cxn ang="0">
                  <a:pos x="T0" y="T1"/>
                </a:cxn>
                <a:cxn ang="0">
                  <a:pos x="T2" y="T3"/>
                </a:cxn>
                <a:cxn ang="0">
                  <a:pos x="T4" y="T5"/>
                </a:cxn>
                <a:cxn ang="0">
                  <a:pos x="T6" y="T7"/>
                </a:cxn>
                <a:cxn ang="0">
                  <a:pos x="T8" y="T9"/>
                </a:cxn>
              </a:cxnLst>
              <a:rect l="0" t="0" r="r" b="b"/>
              <a:pathLst>
                <a:path w="174" h="187">
                  <a:moveTo>
                    <a:pt x="71" y="178"/>
                  </a:moveTo>
                  <a:cubicBezTo>
                    <a:pt x="26" y="169"/>
                    <a:pt x="0" y="125"/>
                    <a:pt x="8" y="78"/>
                  </a:cubicBezTo>
                  <a:cubicBezTo>
                    <a:pt x="15" y="31"/>
                    <a:pt x="53" y="0"/>
                    <a:pt x="98" y="9"/>
                  </a:cubicBezTo>
                  <a:cubicBezTo>
                    <a:pt x="144" y="18"/>
                    <a:pt x="174" y="63"/>
                    <a:pt x="167" y="110"/>
                  </a:cubicBezTo>
                  <a:cubicBezTo>
                    <a:pt x="159" y="157"/>
                    <a:pt x="116" y="187"/>
                    <a:pt x="71" y="178"/>
                  </a:cubicBezTo>
                </a:path>
              </a:pathLst>
            </a:custGeom>
            <a:solidFill>
              <a:srgbClr val="FF304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38825"/>
              <a:endParaRPr lang="pt-PT" sz="2000">
                <a:solidFill>
                  <a:srgbClr val="000000"/>
                </a:solidFill>
              </a:endParaRPr>
            </a:p>
          </p:txBody>
        </p:sp>
        <p:sp>
          <p:nvSpPr>
            <p:cNvPr id="20" name="Freeform 7">
              <a:extLst>
                <a:ext uri="{FF2B5EF4-FFF2-40B4-BE49-F238E27FC236}">
                  <a16:creationId xmlns:a16="http://schemas.microsoft.com/office/drawing/2014/main" id="{88996DE1-792D-4B62-9A86-687AFAF8E76E}"/>
                </a:ext>
              </a:extLst>
            </p:cNvPr>
            <p:cNvSpPr>
              <a:spLocks/>
            </p:cNvSpPr>
            <p:nvPr/>
          </p:nvSpPr>
          <p:spPr bwMode="auto">
            <a:xfrm>
              <a:off x="500" y="1075"/>
              <a:ext cx="821" cy="543"/>
            </a:xfrm>
            <a:custGeom>
              <a:avLst/>
              <a:gdLst>
                <a:gd name="T0" fmla="*/ 49 w 307"/>
                <a:gd name="T1" fmla="*/ 182 h 203"/>
                <a:gd name="T2" fmla="*/ 8 w 307"/>
                <a:gd name="T3" fmla="*/ 118 h 203"/>
                <a:gd name="T4" fmla="*/ 192 w 307"/>
                <a:gd name="T5" fmla="*/ 23 h 203"/>
                <a:gd name="T6" fmla="*/ 303 w 307"/>
                <a:gd name="T7" fmla="*/ 135 h 203"/>
                <a:gd name="T8" fmla="*/ 307 w 307"/>
                <a:gd name="T9" fmla="*/ 172 h 203"/>
                <a:gd name="T10" fmla="*/ 49 w 307"/>
                <a:gd name="T11" fmla="*/ 182 h 203"/>
              </a:gdLst>
              <a:ahLst/>
              <a:cxnLst>
                <a:cxn ang="0">
                  <a:pos x="T0" y="T1"/>
                </a:cxn>
                <a:cxn ang="0">
                  <a:pos x="T2" y="T3"/>
                </a:cxn>
                <a:cxn ang="0">
                  <a:pos x="T4" y="T5"/>
                </a:cxn>
                <a:cxn ang="0">
                  <a:pos x="T6" y="T7"/>
                </a:cxn>
                <a:cxn ang="0">
                  <a:pos x="T8" y="T9"/>
                </a:cxn>
                <a:cxn ang="0">
                  <a:pos x="T10" y="T11"/>
                </a:cxn>
              </a:cxnLst>
              <a:rect l="0" t="0" r="r" b="b"/>
              <a:pathLst>
                <a:path w="307" h="203">
                  <a:moveTo>
                    <a:pt x="49" y="182"/>
                  </a:moveTo>
                  <a:cubicBezTo>
                    <a:pt x="19" y="177"/>
                    <a:pt x="0" y="148"/>
                    <a:pt x="8" y="118"/>
                  </a:cubicBezTo>
                  <a:cubicBezTo>
                    <a:pt x="24" y="58"/>
                    <a:pt x="85" y="0"/>
                    <a:pt x="192" y="23"/>
                  </a:cubicBezTo>
                  <a:cubicBezTo>
                    <a:pt x="246" y="35"/>
                    <a:pt x="291" y="79"/>
                    <a:pt x="303" y="135"/>
                  </a:cubicBezTo>
                  <a:cubicBezTo>
                    <a:pt x="306" y="148"/>
                    <a:pt x="307" y="160"/>
                    <a:pt x="307" y="172"/>
                  </a:cubicBezTo>
                  <a:cubicBezTo>
                    <a:pt x="236" y="169"/>
                    <a:pt x="168" y="203"/>
                    <a:pt x="49" y="182"/>
                  </a:cubicBezTo>
                </a:path>
              </a:pathLst>
            </a:custGeom>
            <a:solidFill>
              <a:srgbClr val="FF304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38825"/>
              <a:endParaRPr lang="pt-PT" sz="2000">
                <a:solidFill>
                  <a:srgbClr val="000000"/>
                </a:solidFill>
              </a:endParaRPr>
            </a:p>
          </p:txBody>
        </p:sp>
        <p:sp>
          <p:nvSpPr>
            <p:cNvPr id="21" name="Freeform 8">
              <a:extLst>
                <a:ext uri="{FF2B5EF4-FFF2-40B4-BE49-F238E27FC236}">
                  <a16:creationId xmlns:a16="http://schemas.microsoft.com/office/drawing/2014/main" id="{99A3E024-557A-4737-A486-DB81CBFED8D8}"/>
                </a:ext>
              </a:extLst>
            </p:cNvPr>
            <p:cNvSpPr>
              <a:spLocks/>
            </p:cNvSpPr>
            <p:nvPr/>
          </p:nvSpPr>
          <p:spPr bwMode="auto">
            <a:xfrm>
              <a:off x="1249" y="575"/>
              <a:ext cx="527" cy="570"/>
            </a:xfrm>
            <a:custGeom>
              <a:avLst/>
              <a:gdLst>
                <a:gd name="T0" fmla="*/ 105 w 197"/>
                <a:gd name="T1" fmla="*/ 209 h 213"/>
                <a:gd name="T2" fmla="*/ 196 w 197"/>
                <a:gd name="T3" fmla="*/ 100 h 213"/>
                <a:gd name="T4" fmla="*/ 99 w 197"/>
                <a:gd name="T5" fmla="*/ 4 h 213"/>
                <a:gd name="T6" fmla="*/ 2 w 197"/>
                <a:gd name="T7" fmla="*/ 113 h 213"/>
                <a:gd name="T8" fmla="*/ 105 w 197"/>
                <a:gd name="T9" fmla="*/ 209 h 213"/>
              </a:gdLst>
              <a:ahLst/>
              <a:cxnLst>
                <a:cxn ang="0">
                  <a:pos x="T0" y="T1"/>
                </a:cxn>
                <a:cxn ang="0">
                  <a:pos x="T2" y="T3"/>
                </a:cxn>
                <a:cxn ang="0">
                  <a:pos x="T4" y="T5"/>
                </a:cxn>
                <a:cxn ang="0">
                  <a:pos x="T6" y="T7"/>
                </a:cxn>
                <a:cxn ang="0">
                  <a:pos x="T8" y="T9"/>
                </a:cxn>
              </a:cxnLst>
              <a:rect l="0" t="0" r="r" b="b"/>
              <a:pathLst>
                <a:path w="197" h="213">
                  <a:moveTo>
                    <a:pt x="105" y="209"/>
                  </a:moveTo>
                  <a:cubicBezTo>
                    <a:pt x="160" y="205"/>
                    <a:pt x="197" y="156"/>
                    <a:pt x="196" y="100"/>
                  </a:cubicBezTo>
                  <a:cubicBezTo>
                    <a:pt x="194" y="43"/>
                    <a:pt x="154" y="0"/>
                    <a:pt x="99" y="4"/>
                  </a:cubicBezTo>
                  <a:cubicBezTo>
                    <a:pt x="44" y="8"/>
                    <a:pt x="0" y="57"/>
                    <a:pt x="2" y="113"/>
                  </a:cubicBezTo>
                  <a:cubicBezTo>
                    <a:pt x="3" y="170"/>
                    <a:pt x="50" y="213"/>
                    <a:pt x="105" y="209"/>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38825"/>
              <a:endParaRPr lang="pt-PT" sz="2000">
                <a:solidFill>
                  <a:srgbClr val="000000"/>
                </a:solidFill>
              </a:endParaRPr>
            </a:p>
          </p:txBody>
        </p:sp>
        <p:sp>
          <p:nvSpPr>
            <p:cNvPr id="22" name="Freeform 9">
              <a:extLst>
                <a:ext uri="{FF2B5EF4-FFF2-40B4-BE49-F238E27FC236}">
                  <a16:creationId xmlns:a16="http://schemas.microsoft.com/office/drawing/2014/main" id="{B91EABC1-BAA9-4368-93ED-01B2A8854188}"/>
                </a:ext>
              </a:extLst>
            </p:cNvPr>
            <p:cNvSpPr>
              <a:spLocks/>
            </p:cNvSpPr>
            <p:nvPr/>
          </p:nvSpPr>
          <p:spPr bwMode="auto">
            <a:xfrm>
              <a:off x="1017" y="1209"/>
              <a:ext cx="986" cy="647"/>
            </a:xfrm>
            <a:custGeom>
              <a:avLst/>
              <a:gdLst>
                <a:gd name="T0" fmla="*/ 1 w 369"/>
                <a:gd name="T1" fmla="*/ 207 h 242"/>
                <a:gd name="T2" fmla="*/ 5 w 369"/>
                <a:gd name="T3" fmla="*/ 162 h 242"/>
                <a:gd name="T4" fmla="*/ 137 w 369"/>
                <a:gd name="T5" fmla="*/ 28 h 242"/>
                <a:gd name="T6" fmla="*/ 356 w 369"/>
                <a:gd name="T7" fmla="*/ 131 h 242"/>
                <a:gd name="T8" fmla="*/ 304 w 369"/>
                <a:gd name="T9" fmla="*/ 218 h 242"/>
                <a:gd name="T10" fmla="*/ 1 w 369"/>
                <a:gd name="T11" fmla="*/ 207 h 242"/>
              </a:gdLst>
              <a:ahLst/>
              <a:cxnLst>
                <a:cxn ang="0">
                  <a:pos x="T0" y="T1"/>
                </a:cxn>
                <a:cxn ang="0">
                  <a:pos x="T2" y="T3"/>
                </a:cxn>
                <a:cxn ang="0">
                  <a:pos x="T4" y="T5"/>
                </a:cxn>
                <a:cxn ang="0">
                  <a:pos x="T6" y="T7"/>
                </a:cxn>
                <a:cxn ang="0">
                  <a:pos x="T8" y="T9"/>
                </a:cxn>
                <a:cxn ang="0">
                  <a:pos x="T10" y="T11"/>
                </a:cxn>
              </a:cxnLst>
              <a:rect l="0" t="0" r="r" b="b"/>
              <a:pathLst>
                <a:path w="369" h="242">
                  <a:moveTo>
                    <a:pt x="1" y="207"/>
                  </a:moveTo>
                  <a:cubicBezTo>
                    <a:pt x="0" y="193"/>
                    <a:pt x="2" y="178"/>
                    <a:pt x="5" y="162"/>
                  </a:cubicBezTo>
                  <a:cubicBezTo>
                    <a:pt x="20" y="95"/>
                    <a:pt x="72" y="42"/>
                    <a:pt x="137" y="28"/>
                  </a:cubicBezTo>
                  <a:cubicBezTo>
                    <a:pt x="260" y="0"/>
                    <a:pt x="333" y="62"/>
                    <a:pt x="356" y="131"/>
                  </a:cubicBezTo>
                  <a:cubicBezTo>
                    <a:pt x="369" y="170"/>
                    <a:pt x="344" y="212"/>
                    <a:pt x="304" y="218"/>
                  </a:cubicBezTo>
                  <a:cubicBezTo>
                    <a:pt x="165" y="242"/>
                    <a:pt x="85" y="203"/>
                    <a:pt x="1" y="207"/>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38825"/>
              <a:endParaRPr lang="pt-PT" sz="2000">
                <a:solidFill>
                  <a:srgbClr val="000000"/>
                </a:solidFill>
              </a:endParaRPr>
            </a:p>
          </p:txBody>
        </p:sp>
      </p:grpSp>
      <p:grpSp>
        <p:nvGrpSpPr>
          <p:cNvPr id="23" name="Group 30">
            <a:extLst>
              <a:ext uri="{FF2B5EF4-FFF2-40B4-BE49-F238E27FC236}">
                <a16:creationId xmlns:a16="http://schemas.microsoft.com/office/drawing/2014/main" id="{A10900A1-B639-4F4D-B2A8-3302F49771BD}"/>
              </a:ext>
            </a:extLst>
          </p:cNvPr>
          <p:cNvGrpSpPr>
            <a:grpSpLocks noChangeAspect="1"/>
          </p:cNvGrpSpPr>
          <p:nvPr userDrawn="1"/>
        </p:nvGrpSpPr>
        <p:grpSpPr bwMode="auto">
          <a:xfrm>
            <a:off x="376729" y="1642923"/>
            <a:ext cx="1279251" cy="1195892"/>
            <a:chOff x="-223" y="-210"/>
            <a:chExt cx="3852" cy="3601"/>
          </a:xfrm>
        </p:grpSpPr>
        <p:sp>
          <p:nvSpPr>
            <p:cNvPr id="24" name="Freeform 31">
              <a:extLst>
                <a:ext uri="{FF2B5EF4-FFF2-40B4-BE49-F238E27FC236}">
                  <a16:creationId xmlns:a16="http://schemas.microsoft.com/office/drawing/2014/main" id="{63E2A064-7520-4F5E-83E0-1D9A7E442B39}"/>
                </a:ext>
              </a:extLst>
            </p:cNvPr>
            <p:cNvSpPr>
              <a:spLocks/>
            </p:cNvSpPr>
            <p:nvPr/>
          </p:nvSpPr>
          <p:spPr bwMode="auto">
            <a:xfrm>
              <a:off x="-223" y="-210"/>
              <a:ext cx="3852" cy="3601"/>
            </a:xfrm>
            <a:custGeom>
              <a:avLst/>
              <a:gdLst>
                <a:gd name="T0" fmla="*/ 207 w 1442"/>
                <a:gd name="T1" fmla="*/ 1053 h 1347"/>
                <a:gd name="T2" fmla="*/ 346 w 1442"/>
                <a:gd name="T3" fmla="*/ 201 h 1347"/>
                <a:gd name="T4" fmla="*/ 1235 w 1442"/>
                <a:gd name="T5" fmla="*/ 326 h 1347"/>
                <a:gd name="T6" fmla="*/ 1073 w 1442"/>
                <a:gd name="T7" fmla="*/ 1147 h 1347"/>
                <a:gd name="T8" fmla="*/ 207 w 1442"/>
                <a:gd name="T9" fmla="*/ 1053 h 1347"/>
              </a:gdLst>
              <a:ahLst/>
              <a:cxnLst>
                <a:cxn ang="0">
                  <a:pos x="T0" y="T1"/>
                </a:cxn>
                <a:cxn ang="0">
                  <a:pos x="T2" y="T3"/>
                </a:cxn>
                <a:cxn ang="0">
                  <a:pos x="T4" y="T5"/>
                </a:cxn>
                <a:cxn ang="0">
                  <a:pos x="T6" y="T7"/>
                </a:cxn>
                <a:cxn ang="0">
                  <a:pos x="T8" y="T9"/>
                </a:cxn>
              </a:cxnLst>
              <a:rect l="0" t="0" r="r" b="b"/>
              <a:pathLst>
                <a:path w="1442" h="1347">
                  <a:moveTo>
                    <a:pt x="207" y="1053"/>
                  </a:moveTo>
                  <a:cubicBezTo>
                    <a:pt x="0" y="783"/>
                    <a:pt x="62" y="401"/>
                    <a:pt x="346" y="201"/>
                  </a:cubicBezTo>
                  <a:cubicBezTo>
                    <a:pt x="629" y="0"/>
                    <a:pt x="1028" y="56"/>
                    <a:pt x="1235" y="326"/>
                  </a:cubicBezTo>
                  <a:cubicBezTo>
                    <a:pt x="1442" y="596"/>
                    <a:pt x="1357" y="946"/>
                    <a:pt x="1073" y="1147"/>
                  </a:cubicBezTo>
                  <a:cubicBezTo>
                    <a:pt x="790" y="1347"/>
                    <a:pt x="415" y="1324"/>
                    <a:pt x="207" y="1053"/>
                  </a:cubicBezTo>
                </a:path>
              </a:pathLst>
            </a:custGeom>
            <a:solidFill>
              <a:srgbClr val="0070A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38825"/>
              <a:endParaRPr lang="pt-PT" sz="2000">
                <a:solidFill>
                  <a:srgbClr val="000000"/>
                </a:solidFill>
              </a:endParaRPr>
            </a:p>
          </p:txBody>
        </p:sp>
        <p:sp>
          <p:nvSpPr>
            <p:cNvPr id="25" name="Freeform 32">
              <a:extLst>
                <a:ext uri="{FF2B5EF4-FFF2-40B4-BE49-F238E27FC236}">
                  <a16:creationId xmlns:a16="http://schemas.microsoft.com/office/drawing/2014/main" id="{E00548ED-7E30-4648-88C9-25FEB9790230}"/>
                </a:ext>
              </a:extLst>
            </p:cNvPr>
            <p:cNvSpPr>
              <a:spLocks/>
            </p:cNvSpPr>
            <p:nvPr/>
          </p:nvSpPr>
          <p:spPr bwMode="auto">
            <a:xfrm>
              <a:off x="1284" y="672"/>
              <a:ext cx="870" cy="1045"/>
            </a:xfrm>
            <a:custGeom>
              <a:avLst/>
              <a:gdLst>
                <a:gd name="T0" fmla="*/ 71 w 326"/>
                <a:gd name="T1" fmla="*/ 391 h 391"/>
                <a:gd name="T2" fmla="*/ 1 w 326"/>
                <a:gd name="T3" fmla="*/ 390 h 391"/>
                <a:gd name="T4" fmla="*/ 0 w 326"/>
                <a:gd name="T5" fmla="*/ 172 h 391"/>
                <a:gd name="T6" fmla="*/ 95 w 326"/>
                <a:gd name="T7" fmla="*/ 13 h 391"/>
                <a:gd name="T8" fmla="*/ 223 w 326"/>
                <a:gd name="T9" fmla="*/ 8 h 391"/>
                <a:gd name="T10" fmla="*/ 326 w 326"/>
                <a:gd name="T11" fmla="*/ 164 h 391"/>
                <a:gd name="T12" fmla="*/ 326 w 326"/>
                <a:gd name="T13" fmla="*/ 385 h 391"/>
                <a:gd name="T14" fmla="*/ 263 w 326"/>
                <a:gd name="T15" fmla="*/ 385 h 391"/>
                <a:gd name="T16" fmla="*/ 263 w 326"/>
                <a:gd name="T17" fmla="*/ 164 h 391"/>
                <a:gd name="T18" fmla="*/ 210 w 326"/>
                <a:gd name="T19" fmla="*/ 78 h 391"/>
                <a:gd name="T20" fmla="*/ 117 w 326"/>
                <a:gd name="T21" fmla="*/ 80 h 391"/>
                <a:gd name="T22" fmla="*/ 71 w 326"/>
                <a:gd name="T23" fmla="*/ 172 h 391"/>
                <a:gd name="T24" fmla="*/ 71 w 326"/>
                <a:gd name="T25" fmla="*/ 391 h 3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26" h="391">
                  <a:moveTo>
                    <a:pt x="71" y="391"/>
                  </a:moveTo>
                  <a:cubicBezTo>
                    <a:pt x="1" y="390"/>
                    <a:pt x="1" y="390"/>
                    <a:pt x="1" y="390"/>
                  </a:cubicBezTo>
                  <a:cubicBezTo>
                    <a:pt x="2" y="324"/>
                    <a:pt x="0" y="174"/>
                    <a:pt x="0" y="172"/>
                  </a:cubicBezTo>
                  <a:cubicBezTo>
                    <a:pt x="0" y="140"/>
                    <a:pt x="0" y="43"/>
                    <a:pt x="95" y="13"/>
                  </a:cubicBezTo>
                  <a:cubicBezTo>
                    <a:pt x="132" y="1"/>
                    <a:pt x="176" y="0"/>
                    <a:pt x="223" y="8"/>
                  </a:cubicBezTo>
                  <a:cubicBezTo>
                    <a:pt x="289" y="20"/>
                    <a:pt x="326" y="77"/>
                    <a:pt x="326" y="164"/>
                  </a:cubicBezTo>
                  <a:cubicBezTo>
                    <a:pt x="326" y="385"/>
                    <a:pt x="326" y="385"/>
                    <a:pt x="326" y="385"/>
                  </a:cubicBezTo>
                  <a:cubicBezTo>
                    <a:pt x="263" y="385"/>
                    <a:pt x="263" y="385"/>
                    <a:pt x="263" y="385"/>
                  </a:cubicBezTo>
                  <a:cubicBezTo>
                    <a:pt x="263" y="164"/>
                    <a:pt x="263" y="164"/>
                    <a:pt x="263" y="164"/>
                  </a:cubicBezTo>
                  <a:cubicBezTo>
                    <a:pt x="263" y="112"/>
                    <a:pt x="240" y="86"/>
                    <a:pt x="210" y="78"/>
                  </a:cubicBezTo>
                  <a:cubicBezTo>
                    <a:pt x="176" y="69"/>
                    <a:pt x="142" y="73"/>
                    <a:pt x="117" y="80"/>
                  </a:cubicBezTo>
                  <a:cubicBezTo>
                    <a:pt x="89" y="89"/>
                    <a:pt x="71" y="108"/>
                    <a:pt x="71" y="172"/>
                  </a:cubicBezTo>
                  <a:cubicBezTo>
                    <a:pt x="71" y="178"/>
                    <a:pt x="73" y="325"/>
                    <a:pt x="71" y="391"/>
                  </a:cubicBezTo>
                </a:path>
              </a:pathLst>
            </a:custGeom>
            <a:solidFill>
              <a:srgbClr val="12ABD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38825"/>
              <a:endParaRPr lang="pt-PT" sz="2000">
                <a:solidFill>
                  <a:srgbClr val="000000"/>
                </a:solidFill>
              </a:endParaRPr>
            </a:p>
          </p:txBody>
        </p:sp>
        <p:sp>
          <p:nvSpPr>
            <p:cNvPr id="26" name="Freeform 33">
              <a:extLst>
                <a:ext uri="{FF2B5EF4-FFF2-40B4-BE49-F238E27FC236}">
                  <a16:creationId xmlns:a16="http://schemas.microsoft.com/office/drawing/2014/main" id="{7DF3B566-6491-43A9-B36C-C70A3959006F}"/>
                </a:ext>
              </a:extLst>
            </p:cNvPr>
            <p:cNvSpPr>
              <a:spLocks/>
            </p:cNvSpPr>
            <p:nvPr/>
          </p:nvSpPr>
          <p:spPr bwMode="auto">
            <a:xfrm>
              <a:off x="992" y="1429"/>
              <a:ext cx="1408" cy="927"/>
            </a:xfrm>
            <a:custGeom>
              <a:avLst/>
              <a:gdLst>
                <a:gd name="T0" fmla="*/ 98 w 527"/>
                <a:gd name="T1" fmla="*/ 344 h 347"/>
                <a:gd name="T2" fmla="*/ 433 w 527"/>
                <a:gd name="T3" fmla="*/ 344 h 347"/>
                <a:gd name="T4" fmla="*/ 524 w 527"/>
                <a:gd name="T5" fmla="*/ 231 h 347"/>
                <a:gd name="T6" fmla="*/ 524 w 527"/>
                <a:gd name="T7" fmla="*/ 12 h 347"/>
                <a:gd name="T8" fmla="*/ 97 w 527"/>
                <a:gd name="T9" fmla="*/ 7 h 347"/>
                <a:gd name="T10" fmla="*/ 0 w 527"/>
                <a:gd name="T11" fmla="*/ 121 h 347"/>
                <a:gd name="T12" fmla="*/ 1 w 527"/>
                <a:gd name="T13" fmla="*/ 258 h 347"/>
                <a:gd name="T14" fmla="*/ 98 w 527"/>
                <a:gd name="T15" fmla="*/ 344 h 34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27" h="347">
                  <a:moveTo>
                    <a:pt x="98" y="344"/>
                  </a:moveTo>
                  <a:cubicBezTo>
                    <a:pt x="154" y="347"/>
                    <a:pt x="392" y="347"/>
                    <a:pt x="433" y="344"/>
                  </a:cubicBezTo>
                  <a:cubicBezTo>
                    <a:pt x="507" y="337"/>
                    <a:pt x="527" y="325"/>
                    <a:pt x="524" y="231"/>
                  </a:cubicBezTo>
                  <a:cubicBezTo>
                    <a:pt x="524" y="231"/>
                    <a:pt x="524" y="98"/>
                    <a:pt x="524" y="12"/>
                  </a:cubicBezTo>
                  <a:cubicBezTo>
                    <a:pt x="399" y="5"/>
                    <a:pt x="172" y="0"/>
                    <a:pt x="97" y="7"/>
                  </a:cubicBezTo>
                  <a:cubicBezTo>
                    <a:pt x="29" y="13"/>
                    <a:pt x="0" y="31"/>
                    <a:pt x="0" y="121"/>
                  </a:cubicBezTo>
                  <a:cubicBezTo>
                    <a:pt x="1" y="258"/>
                    <a:pt x="1" y="258"/>
                    <a:pt x="1" y="258"/>
                  </a:cubicBezTo>
                  <a:cubicBezTo>
                    <a:pt x="1" y="326"/>
                    <a:pt x="23" y="341"/>
                    <a:pt x="98" y="344"/>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38825"/>
              <a:endParaRPr lang="pt-PT" sz="2000">
                <a:solidFill>
                  <a:srgbClr val="000000"/>
                </a:solidFill>
              </a:endParaRPr>
            </a:p>
          </p:txBody>
        </p:sp>
        <p:sp>
          <p:nvSpPr>
            <p:cNvPr id="30" name="Freeform 34">
              <a:extLst>
                <a:ext uri="{FF2B5EF4-FFF2-40B4-BE49-F238E27FC236}">
                  <a16:creationId xmlns:a16="http://schemas.microsoft.com/office/drawing/2014/main" id="{88320A64-FAD9-4C64-9B53-156412CFAE13}"/>
                </a:ext>
              </a:extLst>
            </p:cNvPr>
            <p:cNvSpPr>
              <a:spLocks/>
            </p:cNvSpPr>
            <p:nvPr/>
          </p:nvSpPr>
          <p:spPr bwMode="auto">
            <a:xfrm>
              <a:off x="1599" y="1621"/>
              <a:ext cx="270" cy="292"/>
            </a:xfrm>
            <a:custGeom>
              <a:avLst/>
              <a:gdLst>
                <a:gd name="T0" fmla="*/ 54 w 101"/>
                <a:gd name="T1" fmla="*/ 107 h 109"/>
                <a:gd name="T2" fmla="*/ 101 w 101"/>
                <a:gd name="T3" fmla="*/ 51 h 109"/>
                <a:gd name="T4" fmla="*/ 51 w 101"/>
                <a:gd name="T5" fmla="*/ 2 h 109"/>
                <a:gd name="T6" fmla="*/ 1 w 101"/>
                <a:gd name="T7" fmla="*/ 58 h 109"/>
                <a:gd name="T8" fmla="*/ 54 w 101"/>
                <a:gd name="T9" fmla="*/ 107 h 109"/>
              </a:gdLst>
              <a:ahLst/>
              <a:cxnLst>
                <a:cxn ang="0">
                  <a:pos x="T0" y="T1"/>
                </a:cxn>
                <a:cxn ang="0">
                  <a:pos x="T2" y="T3"/>
                </a:cxn>
                <a:cxn ang="0">
                  <a:pos x="T4" y="T5"/>
                </a:cxn>
                <a:cxn ang="0">
                  <a:pos x="T6" y="T7"/>
                </a:cxn>
                <a:cxn ang="0">
                  <a:pos x="T8" y="T9"/>
                </a:cxn>
              </a:cxnLst>
              <a:rect l="0" t="0" r="r" b="b"/>
              <a:pathLst>
                <a:path w="101" h="109">
                  <a:moveTo>
                    <a:pt x="54" y="107"/>
                  </a:moveTo>
                  <a:cubicBezTo>
                    <a:pt x="82" y="105"/>
                    <a:pt x="101" y="80"/>
                    <a:pt x="101" y="51"/>
                  </a:cubicBezTo>
                  <a:cubicBezTo>
                    <a:pt x="100" y="22"/>
                    <a:pt x="79" y="0"/>
                    <a:pt x="51" y="2"/>
                  </a:cubicBezTo>
                  <a:cubicBezTo>
                    <a:pt x="22" y="3"/>
                    <a:pt x="0" y="29"/>
                    <a:pt x="1" y="58"/>
                  </a:cubicBezTo>
                  <a:cubicBezTo>
                    <a:pt x="2" y="87"/>
                    <a:pt x="25" y="109"/>
                    <a:pt x="54" y="107"/>
                  </a:cubicBezTo>
                </a:path>
              </a:pathLst>
            </a:custGeom>
            <a:solidFill>
              <a:srgbClr val="95E6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38825"/>
              <a:endParaRPr lang="pt-PT" sz="2000">
                <a:solidFill>
                  <a:srgbClr val="000000"/>
                </a:solidFill>
              </a:endParaRPr>
            </a:p>
          </p:txBody>
        </p:sp>
        <p:sp>
          <p:nvSpPr>
            <p:cNvPr id="31" name="Freeform 35">
              <a:extLst>
                <a:ext uri="{FF2B5EF4-FFF2-40B4-BE49-F238E27FC236}">
                  <a16:creationId xmlns:a16="http://schemas.microsoft.com/office/drawing/2014/main" id="{6F95B647-B7B5-433E-A77A-04C22AF5DCBF}"/>
                </a:ext>
              </a:extLst>
            </p:cNvPr>
            <p:cNvSpPr>
              <a:spLocks/>
            </p:cNvSpPr>
            <p:nvPr/>
          </p:nvSpPr>
          <p:spPr bwMode="auto">
            <a:xfrm>
              <a:off x="1615" y="1878"/>
              <a:ext cx="238" cy="273"/>
            </a:xfrm>
            <a:custGeom>
              <a:avLst/>
              <a:gdLst>
                <a:gd name="T0" fmla="*/ 67 w 238"/>
                <a:gd name="T1" fmla="*/ 0 h 273"/>
                <a:gd name="T2" fmla="*/ 0 w 238"/>
                <a:gd name="T3" fmla="*/ 273 h 273"/>
                <a:gd name="T4" fmla="*/ 238 w 238"/>
                <a:gd name="T5" fmla="*/ 273 h 273"/>
                <a:gd name="T6" fmla="*/ 165 w 238"/>
                <a:gd name="T7" fmla="*/ 0 h 273"/>
                <a:gd name="T8" fmla="*/ 67 w 238"/>
                <a:gd name="T9" fmla="*/ 0 h 273"/>
              </a:gdLst>
              <a:ahLst/>
              <a:cxnLst>
                <a:cxn ang="0">
                  <a:pos x="T0" y="T1"/>
                </a:cxn>
                <a:cxn ang="0">
                  <a:pos x="T2" y="T3"/>
                </a:cxn>
                <a:cxn ang="0">
                  <a:pos x="T4" y="T5"/>
                </a:cxn>
                <a:cxn ang="0">
                  <a:pos x="T6" y="T7"/>
                </a:cxn>
                <a:cxn ang="0">
                  <a:pos x="T8" y="T9"/>
                </a:cxn>
              </a:cxnLst>
              <a:rect l="0" t="0" r="r" b="b"/>
              <a:pathLst>
                <a:path w="238" h="273">
                  <a:moveTo>
                    <a:pt x="67" y="0"/>
                  </a:moveTo>
                  <a:lnTo>
                    <a:pt x="0" y="273"/>
                  </a:lnTo>
                  <a:lnTo>
                    <a:pt x="238" y="273"/>
                  </a:lnTo>
                  <a:lnTo>
                    <a:pt x="165" y="0"/>
                  </a:lnTo>
                  <a:lnTo>
                    <a:pt x="67" y="0"/>
                  </a:lnTo>
                  <a:close/>
                </a:path>
              </a:pathLst>
            </a:custGeom>
            <a:solidFill>
              <a:srgbClr val="95E6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38825"/>
              <a:endParaRPr lang="pt-PT" sz="2000">
                <a:solidFill>
                  <a:srgbClr val="000000"/>
                </a:solidFill>
              </a:endParaRPr>
            </a:p>
          </p:txBody>
        </p:sp>
      </p:grpSp>
      <p:grpSp>
        <p:nvGrpSpPr>
          <p:cNvPr id="32" name="Group 12">
            <a:extLst>
              <a:ext uri="{FF2B5EF4-FFF2-40B4-BE49-F238E27FC236}">
                <a16:creationId xmlns:a16="http://schemas.microsoft.com/office/drawing/2014/main" id="{B03705AC-ADA5-4143-92DC-8EE15523316C}"/>
              </a:ext>
            </a:extLst>
          </p:cNvPr>
          <p:cNvGrpSpPr>
            <a:grpSpLocks noChangeAspect="1"/>
          </p:cNvGrpSpPr>
          <p:nvPr userDrawn="1"/>
        </p:nvGrpSpPr>
        <p:grpSpPr bwMode="auto">
          <a:xfrm>
            <a:off x="376728" y="5168264"/>
            <a:ext cx="1288365" cy="1201696"/>
            <a:chOff x="-60" y="-50"/>
            <a:chExt cx="996" cy="929"/>
          </a:xfrm>
        </p:grpSpPr>
        <p:sp>
          <p:nvSpPr>
            <p:cNvPr id="33" name="Freeform 13">
              <a:extLst>
                <a:ext uri="{FF2B5EF4-FFF2-40B4-BE49-F238E27FC236}">
                  <a16:creationId xmlns:a16="http://schemas.microsoft.com/office/drawing/2014/main" id="{9AE3823F-4D56-4BE9-8E66-6870A028182F}"/>
                </a:ext>
              </a:extLst>
            </p:cNvPr>
            <p:cNvSpPr>
              <a:spLocks/>
            </p:cNvSpPr>
            <p:nvPr/>
          </p:nvSpPr>
          <p:spPr bwMode="auto">
            <a:xfrm>
              <a:off x="-60" y="-50"/>
              <a:ext cx="996" cy="929"/>
            </a:xfrm>
            <a:custGeom>
              <a:avLst/>
              <a:gdLst>
                <a:gd name="T0" fmla="*/ 54 w 370"/>
                <a:gd name="T1" fmla="*/ 269 h 345"/>
                <a:gd name="T2" fmla="*/ 89 w 370"/>
                <a:gd name="T3" fmla="*/ 51 h 345"/>
                <a:gd name="T4" fmla="*/ 317 w 370"/>
                <a:gd name="T5" fmla="*/ 83 h 345"/>
                <a:gd name="T6" fmla="*/ 275 w 370"/>
                <a:gd name="T7" fmla="*/ 293 h 345"/>
                <a:gd name="T8" fmla="*/ 54 w 370"/>
                <a:gd name="T9" fmla="*/ 269 h 345"/>
              </a:gdLst>
              <a:ahLst/>
              <a:cxnLst>
                <a:cxn ang="0">
                  <a:pos x="T0" y="T1"/>
                </a:cxn>
                <a:cxn ang="0">
                  <a:pos x="T2" y="T3"/>
                </a:cxn>
                <a:cxn ang="0">
                  <a:pos x="T4" y="T5"/>
                </a:cxn>
                <a:cxn ang="0">
                  <a:pos x="T6" y="T7"/>
                </a:cxn>
                <a:cxn ang="0">
                  <a:pos x="T8" y="T9"/>
                </a:cxn>
              </a:cxnLst>
              <a:rect l="0" t="0" r="r" b="b"/>
              <a:pathLst>
                <a:path w="370" h="345">
                  <a:moveTo>
                    <a:pt x="54" y="269"/>
                  </a:moveTo>
                  <a:cubicBezTo>
                    <a:pt x="0" y="200"/>
                    <a:pt x="16" y="103"/>
                    <a:pt x="89" y="51"/>
                  </a:cubicBezTo>
                  <a:cubicBezTo>
                    <a:pt x="162" y="0"/>
                    <a:pt x="264" y="14"/>
                    <a:pt x="317" y="83"/>
                  </a:cubicBezTo>
                  <a:cubicBezTo>
                    <a:pt x="370" y="152"/>
                    <a:pt x="348" y="242"/>
                    <a:pt x="275" y="293"/>
                  </a:cubicBezTo>
                  <a:cubicBezTo>
                    <a:pt x="203" y="345"/>
                    <a:pt x="107" y="339"/>
                    <a:pt x="54" y="269"/>
                  </a:cubicBezTo>
                </a:path>
              </a:pathLst>
            </a:custGeom>
            <a:solidFill>
              <a:srgbClr val="14596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38825"/>
              <a:endParaRPr lang="pt-PT" sz="2000">
                <a:solidFill>
                  <a:srgbClr val="000000"/>
                </a:solidFill>
              </a:endParaRPr>
            </a:p>
          </p:txBody>
        </p:sp>
        <p:sp>
          <p:nvSpPr>
            <p:cNvPr id="34" name="Freeform 14">
              <a:extLst>
                <a:ext uri="{FF2B5EF4-FFF2-40B4-BE49-F238E27FC236}">
                  <a16:creationId xmlns:a16="http://schemas.microsoft.com/office/drawing/2014/main" id="{DAD44F77-C4A1-47A4-B417-D607A66BF50D}"/>
                </a:ext>
              </a:extLst>
            </p:cNvPr>
            <p:cNvSpPr>
              <a:spLocks/>
            </p:cNvSpPr>
            <p:nvPr/>
          </p:nvSpPr>
          <p:spPr bwMode="auto">
            <a:xfrm>
              <a:off x="287" y="152"/>
              <a:ext cx="296" cy="533"/>
            </a:xfrm>
            <a:custGeom>
              <a:avLst/>
              <a:gdLst>
                <a:gd name="T0" fmla="*/ 78 w 110"/>
                <a:gd name="T1" fmla="*/ 1 h 198"/>
                <a:gd name="T2" fmla="*/ 31 w 110"/>
                <a:gd name="T3" fmla="*/ 2 h 198"/>
                <a:gd name="T4" fmla="*/ 0 w 110"/>
                <a:gd name="T5" fmla="*/ 38 h 198"/>
                <a:gd name="T6" fmla="*/ 0 w 110"/>
                <a:gd name="T7" fmla="*/ 53 h 198"/>
                <a:gd name="T8" fmla="*/ 2 w 110"/>
                <a:gd name="T9" fmla="*/ 193 h 198"/>
                <a:gd name="T10" fmla="*/ 78 w 110"/>
                <a:gd name="T11" fmla="*/ 196 h 198"/>
                <a:gd name="T12" fmla="*/ 110 w 110"/>
                <a:gd name="T13" fmla="*/ 161 h 198"/>
                <a:gd name="T14" fmla="*/ 110 w 110"/>
                <a:gd name="T15" fmla="*/ 29 h 198"/>
                <a:gd name="T16" fmla="*/ 78 w 110"/>
                <a:gd name="T17" fmla="*/ 1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0" h="198">
                  <a:moveTo>
                    <a:pt x="78" y="1"/>
                  </a:moveTo>
                  <a:cubicBezTo>
                    <a:pt x="60" y="0"/>
                    <a:pt x="44" y="1"/>
                    <a:pt x="31" y="2"/>
                  </a:cubicBezTo>
                  <a:cubicBezTo>
                    <a:pt x="6" y="4"/>
                    <a:pt x="0" y="14"/>
                    <a:pt x="0" y="38"/>
                  </a:cubicBezTo>
                  <a:cubicBezTo>
                    <a:pt x="0" y="53"/>
                    <a:pt x="0" y="53"/>
                    <a:pt x="0" y="53"/>
                  </a:cubicBezTo>
                  <a:cubicBezTo>
                    <a:pt x="1" y="77"/>
                    <a:pt x="4" y="166"/>
                    <a:pt x="2" y="193"/>
                  </a:cubicBezTo>
                  <a:cubicBezTo>
                    <a:pt x="9" y="195"/>
                    <a:pt x="54" y="198"/>
                    <a:pt x="78" y="196"/>
                  </a:cubicBezTo>
                  <a:cubicBezTo>
                    <a:pt x="101" y="194"/>
                    <a:pt x="110" y="190"/>
                    <a:pt x="110" y="161"/>
                  </a:cubicBezTo>
                  <a:cubicBezTo>
                    <a:pt x="110" y="29"/>
                    <a:pt x="110" y="29"/>
                    <a:pt x="110" y="29"/>
                  </a:cubicBezTo>
                  <a:cubicBezTo>
                    <a:pt x="110" y="7"/>
                    <a:pt x="103" y="2"/>
                    <a:pt x="78" y="1"/>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38825"/>
              <a:endParaRPr lang="pt-PT" sz="2000">
                <a:solidFill>
                  <a:srgbClr val="000000"/>
                </a:solidFill>
              </a:endParaRPr>
            </a:p>
          </p:txBody>
        </p:sp>
        <p:sp>
          <p:nvSpPr>
            <p:cNvPr id="35" name="Freeform 15">
              <a:extLst>
                <a:ext uri="{FF2B5EF4-FFF2-40B4-BE49-F238E27FC236}">
                  <a16:creationId xmlns:a16="http://schemas.microsoft.com/office/drawing/2014/main" id="{1AE40BDF-76B3-472C-A714-97A9C9834ABE}"/>
                </a:ext>
              </a:extLst>
            </p:cNvPr>
            <p:cNvSpPr>
              <a:spLocks/>
            </p:cNvSpPr>
            <p:nvPr/>
          </p:nvSpPr>
          <p:spPr bwMode="auto">
            <a:xfrm>
              <a:off x="312" y="203"/>
              <a:ext cx="247" cy="369"/>
            </a:xfrm>
            <a:custGeom>
              <a:avLst/>
              <a:gdLst>
                <a:gd name="T0" fmla="*/ 90 w 92"/>
                <a:gd name="T1" fmla="*/ 137 h 137"/>
                <a:gd name="T2" fmla="*/ 3 w 92"/>
                <a:gd name="T3" fmla="*/ 135 h 137"/>
                <a:gd name="T4" fmla="*/ 2 w 92"/>
                <a:gd name="T5" fmla="*/ 4 h 137"/>
                <a:gd name="T6" fmla="*/ 91 w 92"/>
                <a:gd name="T7" fmla="*/ 2 h 137"/>
                <a:gd name="T8" fmla="*/ 90 w 92"/>
                <a:gd name="T9" fmla="*/ 137 h 137"/>
              </a:gdLst>
              <a:ahLst/>
              <a:cxnLst>
                <a:cxn ang="0">
                  <a:pos x="T0" y="T1"/>
                </a:cxn>
                <a:cxn ang="0">
                  <a:pos x="T2" y="T3"/>
                </a:cxn>
                <a:cxn ang="0">
                  <a:pos x="T4" y="T5"/>
                </a:cxn>
                <a:cxn ang="0">
                  <a:pos x="T6" y="T7"/>
                </a:cxn>
                <a:cxn ang="0">
                  <a:pos x="T8" y="T9"/>
                </a:cxn>
              </a:cxnLst>
              <a:rect l="0" t="0" r="r" b="b"/>
              <a:pathLst>
                <a:path w="92" h="137">
                  <a:moveTo>
                    <a:pt x="90" y="137"/>
                  </a:moveTo>
                  <a:cubicBezTo>
                    <a:pt x="3" y="135"/>
                    <a:pt x="3" y="135"/>
                    <a:pt x="3" y="135"/>
                  </a:cubicBezTo>
                  <a:cubicBezTo>
                    <a:pt x="3" y="135"/>
                    <a:pt x="0" y="49"/>
                    <a:pt x="2" y="4"/>
                  </a:cubicBezTo>
                  <a:cubicBezTo>
                    <a:pt x="29" y="1"/>
                    <a:pt x="65" y="0"/>
                    <a:pt x="91" y="2"/>
                  </a:cubicBezTo>
                  <a:cubicBezTo>
                    <a:pt x="92" y="64"/>
                    <a:pt x="90" y="137"/>
                    <a:pt x="90" y="137"/>
                  </a:cubicBezTo>
                </a:path>
              </a:pathLst>
            </a:custGeom>
            <a:solidFill>
              <a:srgbClr val="00C2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38825"/>
              <a:endParaRPr lang="pt-PT" sz="2000">
                <a:solidFill>
                  <a:srgbClr val="000000"/>
                </a:solidFill>
              </a:endParaRPr>
            </a:p>
          </p:txBody>
        </p:sp>
        <p:sp>
          <p:nvSpPr>
            <p:cNvPr id="36" name="Freeform 16">
              <a:extLst>
                <a:ext uri="{FF2B5EF4-FFF2-40B4-BE49-F238E27FC236}">
                  <a16:creationId xmlns:a16="http://schemas.microsoft.com/office/drawing/2014/main" id="{C9E568C6-E9E9-409D-8041-D5C9C44E705F}"/>
                </a:ext>
              </a:extLst>
            </p:cNvPr>
            <p:cNvSpPr>
              <a:spLocks/>
            </p:cNvSpPr>
            <p:nvPr/>
          </p:nvSpPr>
          <p:spPr bwMode="auto">
            <a:xfrm>
              <a:off x="411" y="596"/>
              <a:ext cx="49" cy="54"/>
            </a:xfrm>
            <a:custGeom>
              <a:avLst/>
              <a:gdLst>
                <a:gd name="T0" fmla="*/ 10 w 18"/>
                <a:gd name="T1" fmla="*/ 19 h 20"/>
                <a:gd name="T2" fmla="*/ 18 w 18"/>
                <a:gd name="T3" fmla="*/ 9 h 20"/>
                <a:gd name="T4" fmla="*/ 9 w 18"/>
                <a:gd name="T5" fmla="*/ 0 h 20"/>
                <a:gd name="T6" fmla="*/ 0 w 18"/>
                <a:gd name="T7" fmla="*/ 10 h 20"/>
                <a:gd name="T8" fmla="*/ 10 w 18"/>
                <a:gd name="T9" fmla="*/ 19 h 20"/>
              </a:gdLst>
              <a:ahLst/>
              <a:cxnLst>
                <a:cxn ang="0">
                  <a:pos x="T0" y="T1"/>
                </a:cxn>
                <a:cxn ang="0">
                  <a:pos x="T2" y="T3"/>
                </a:cxn>
                <a:cxn ang="0">
                  <a:pos x="T4" y="T5"/>
                </a:cxn>
                <a:cxn ang="0">
                  <a:pos x="T6" y="T7"/>
                </a:cxn>
                <a:cxn ang="0">
                  <a:pos x="T8" y="T9"/>
                </a:cxn>
              </a:cxnLst>
              <a:rect l="0" t="0" r="r" b="b"/>
              <a:pathLst>
                <a:path w="18" h="20">
                  <a:moveTo>
                    <a:pt x="10" y="19"/>
                  </a:moveTo>
                  <a:cubicBezTo>
                    <a:pt x="15" y="19"/>
                    <a:pt x="18" y="14"/>
                    <a:pt x="18" y="9"/>
                  </a:cubicBezTo>
                  <a:cubicBezTo>
                    <a:pt x="18" y="4"/>
                    <a:pt x="14" y="0"/>
                    <a:pt x="9" y="0"/>
                  </a:cubicBezTo>
                  <a:cubicBezTo>
                    <a:pt x="4" y="1"/>
                    <a:pt x="0" y="5"/>
                    <a:pt x="0" y="10"/>
                  </a:cubicBezTo>
                  <a:cubicBezTo>
                    <a:pt x="0" y="16"/>
                    <a:pt x="4" y="20"/>
                    <a:pt x="10" y="19"/>
                  </a:cubicBezTo>
                </a:path>
              </a:pathLst>
            </a:custGeom>
            <a:solidFill>
              <a:srgbClr val="95E6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38825"/>
              <a:endParaRPr lang="pt-PT" sz="2000">
                <a:solidFill>
                  <a:srgbClr val="000000"/>
                </a:solidFill>
              </a:endParaRPr>
            </a:p>
          </p:txBody>
        </p:sp>
      </p:grpSp>
    </p:spTree>
    <p:extLst>
      <p:ext uri="{BB962C8B-B14F-4D97-AF65-F5344CB8AC3E}">
        <p14:creationId xmlns:p14="http://schemas.microsoft.com/office/powerpoint/2010/main" val="324884410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4 Pie Charts ">
    <p:bg>
      <p:bgRef idx="1001">
        <a:schemeClr val="bg1"/>
      </p:bgRef>
    </p:bg>
    <p:spTree>
      <p:nvGrpSpPr>
        <p:cNvPr id="1" name=""/>
        <p:cNvGrpSpPr/>
        <p:nvPr/>
      </p:nvGrpSpPr>
      <p:grpSpPr>
        <a:xfrm>
          <a:off x="0" y="0"/>
          <a:ext cx="0" cy="0"/>
          <a:chOff x="0" y="0"/>
          <a:chExt cx="0" cy="0"/>
        </a:xfrm>
      </p:grpSpPr>
      <p:sp>
        <p:nvSpPr>
          <p:cNvPr id="45" name="Rectangle 44">
            <a:extLst>
              <a:ext uri="{FF2B5EF4-FFF2-40B4-BE49-F238E27FC236}">
                <a16:creationId xmlns:a16="http://schemas.microsoft.com/office/drawing/2014/main" id="{55C88D47-86DF-4336-A768-786DBD0060C8}"/>
              </a:ext>
            </a:extLst>
          </p:cNvPr>
          <p:cNvSpPr/>
          <p:nvPr userDrawn="1"/>
        </p:nvSpPr>
        <p:spPr>
          <a:xfrm>
            <a:off x="1" y="1773238"/>
            <a:ext cx="12192000" cy="3023914"/>
          </a:xfrm>
          <a:prstGeom prst="rect">
            <a:avLst/>
          </a:prstGeom>
          <a:solidFill>
            <a:srgbClr val="E6E7E7"/>
          </a:solidFill>
          <a:ln>
            <a:noFill/>
          </a:ln>
        </p:spPr>
        <p:style>
          <a:lnRef idx="2">
            <a:schemeClr val="accent1">
              <a:shade val="50000"/>
            </a:schemeClr>
          </a:lnRef>
          <a:fillRef idx="1">
            <a:schemeClr val="accent1"/>
          </a:fillRef>
          <a:effectRef idx="0">
            <a:schemeClr val="accent1"/>
          </a:effectRef>
          <a:fontRef idx="minor">
            <a:schemeClr val="lt1"/>
          </a:fontRef>
        </p:style>
        <p:txBody>
          <a:bodyPr lIns="103879" tIns="51940" rIns="103879" bIns="51940" rtlCol="0" anchor="ctr"/>
          <a:lstStyle/>
          <a:p>
            <a:pPr algn="ctr" defTabSz="1038825"/>
            <a:endParaRPr lang="pt-PT" sz="2000">
              <a:solidFill>
                <a:prstClr val="white"/>
              </a:solidFill>
            </a:endParaRPr>
          </a:p>
        </p:txBody>
      </p:sp>
      <p:sp>
        <p:nvSpPr>
          <p:cNvPr id="38" name="Chart Placeholder 29">
            <a:extLst>
              <a:ext uri="{FF2B5EF4-FFF2-40B4-BE49-F238E27FC236}">
                <a16:creationId xmlns:a16="http://schemas.microsoft.com/office/drawing/2014/main" id="{6F232C89-BD5F-4CA7-A3AA-F6F1576CFE6E}"/>
              </a:ext>
            </a:extLst>
          </p:cNvPr>
          <p:cNvSpPr>
            <a:spLocks noGrp="1"/>
          </p:cNvSpPr>
          <p:nvPr>
            <p:ph type="chart" sz="quarter" idx="39"/>
          </p:nvPr>
        </p:nvSpPr>
        <p:spPr>
          <a:xfrm>
            <a:off x="6601524" y="2032336"/>
            <a:ext cx="1728192" cy="1617453"/>
          </a:xfrm>
          <a:prstGeom prst="rect">
            <a:avLst/>
          </a:prstGeom>
        </p:spPr>
        <p:txBody>
          <a:bodyPr anchor="ctr"/>
          <a:lstStyle>
            <a:lvl1pPr algn="ctr">
              <a:defRPr/>
            </a:lvl1pPr>
          </a:lstStyle>
          <a:p>
            <a:endParaRPr lang="pt-PT" dirty="0"/>
          </a:p>
        </p:txBody>
      </p:sp>
      <p:sp>
        <p:nvSpPr>
          <p:cNvPr id="33" name="Text Placeholder 7">
            <a:extLst>
              <a:ext uri="{FF2B5EF4-FFF2-40B4-BE49-F238E27FC236}">
                <a16:creationId xmlns:a16="http://schemas.microsoft.com/office/drawing/2014/main" id="{D9223961-F190-4765-ADD3-748B8A88C5A4}"/>
              </a:ext>
            </a:extLst>
          </p:cNvPr>
          <p:cNvSpPr>
            <a:spLocks noGrp="1"/>
          </p:cNvSpPr>
          <p:nvPr>
            <p:ph type="body" sz="quarter" idx="34" hasCustomPrompt="1"/>
          </p:nvPr>
        </p:nvSpPr>
        <p:spPr>
          <a:xfrm>
            <a:off x="911426" y="3717033"/>
            <a:ext cx="2376264" cy="720080"/>
          </a:xfrm>
          <a:prstGeom prst="rect">
            <a:avLst/>
          </a:prstGeom>
        </p:spPr>
        <p:txBody>
          <a:bodyPr>
            <a:noAutofit/>
          </a:bodyPr>
          <a:lstStyle>
            <a:lvl1pPr algn="ctr">
              <a:lnSpc>
                <a:spcPts val="1591"/>
              </a:lnSpc>
              <a:spcBef>
                <a:spcPts val="682"/>
              </a:spcBef>
              <a:defRPr sz="14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Click to insert text</a:t>
            </a:r>
          </a:p>
        </p:txBody>
      </p:sp>
      <p:sp>
        <p:nvSpPr>
          <p:cNvPr id="30" name="Chart Placeholder 29">
            <a:extLst>
              <a:ext uri="{FF2B5EF4-FFF2-40B4-BE49-F238E27FC236}">
                <a16:creationId xmlns:a16="http://schemas.microsoft.com/office/drawing/2014/main" id="{667CB86F-C1D1-4D9A-BBD9-57EF8C95B524}"/>
              </a:ext>
            </a:extLst>
          </p:cNvPr>
          <p:cNvSpPr>
            <a:spLocks noGrp="1"/>
          </p:cNvSpPr>
          <p:nvPr userDrawn="1">
            <p:ph type="chart" sz="quarter" idx="10"/>
          </p:nvPr>
        </p:nvSpPr>
        <p:spPr>
          <a:xfrm>
            <a:off x="1235460" y="2027574"/>
            <a:ext cx="1728192" cy="1617453"/>
          </a:xfrm>
          <a:prstGeom prst="rect">
            <a:avLst/>
          </a:prstGeom>
        </p:spPr>
        <p:txBody>
          <a:bodyPr anchor="ctr"/>
          <a:lstStyle>
            <a:lvl1pPr algn="ctr">
              <a:defRPr/>
            </a:lvl1pPr>
          </a:lstStyle>
          <a:p>
            <a:endParaRPr lang="pt-PT" dirty="0"/>
          </a:p>
        </p:txBody>
      </p:sp>
      <p:sp>
        <p:nvSpPr>
          <p:cNvPr id="32" name="Text Placeholder 31">
            <a:extLst>
              <a:ext uri="{FF2B5EF4-FFF2-40B4-BE49-F238E27FC236}">
                <a16:creationId xmlns:a16="http://schemas.microsoft.com/office/drawing/2014/main" id="{B1204F05-191D-4ACA-AADF-FB43F1F07D83}"/>
              </a:ext>
            </a:extLst>
          </p:cNvPr>
          <p:cNvSpPr>
            <a:spLocks noGrp="1"/>
          </p:cNvSpPr>
          <p:nvPr userDrawn="1">
            <p:ph type="body" sz="quarter" idx="11" hasCustomPrompt="1"/>
          </p:nvPr>
        </p:nvSpPr>
        <p:spPr>
          <a:xfrm>
            <a:off x="1702767" y="2708279"/>
            <a:ext cx="864842" cy="314325"/>
          </a:xfrm>
          <a:prstGeom prst="rect">
            <a:avLst/>
          </a:prstGeom>
        </p:spPr>
        <p:txBody>
          <a:bodyPr anchor="ctr">
            <a:noAutofit/>
          </a:bodyPr>
          <a:lstStyle>
            <a:lvl1pPr algn="ctr">
              <a:defRPr sz="1800" b="1"/>
            </a:lvl1pPr>
          </a:lstStyle>
          <a:p>
            <a:pPr lvl="0"/>
            <a:r>
              <a:rPr lang="pt-PT" dirty="0"/>
              <a:t>XX%</a:t>
            </a:r>
          </a:p>
        </p:txBody>
      </p:sp>
      <p:sp>
        <p:nvSpPr>
          <p:cNvPr id="34" name="Text Placeholder 7">
            <a:extLst>
              <a:ext uri="{FF2B5EF4-FFF2-40B4-BE49-F238E27FC236}">
                <a16:creationId xmlns:a16="http://schemas.microsoft.com/office/drawing/2014/main" id="{3F48228B-C831-497E-A26D-61A81F63E42B}"/>
              </a:ext>
            </a:extLst>
          </p:cNvPr>
          <p:cNvSpPr>
            <a:spLocks noGrp="1"/>
          </p:cNvSpPr>
          <p:nvPr userDrawn="1">
            <p:ph type="body" sz="quarter" idx="35" hasCustomPrompt="1"/>
          </p:nvPr>
        </p:nvSpPr>
        <p:spPr>
          <a:xfrm>
            <a:off x="3594459" y="3717033"/>
            <a:ext cx="2376264" cy="720080"/>
          </a:xfrm>
          <a:prstGeom prst="rect">
            <a:avLst/>
          </a:prstGeom>
        </p:spPr>
        <p:txBody>
          <a:bodyPr>
            <a:noAutofit/>
          </a:bodyPr>
          <a:lstStyle>
            <a:lvl1pPr algn="ctr">
              <a:lnSpc>
                <a:spcPts val="1591"/>
              </a:lnSpc>
              <a:spcBef>
                <a:spcPts val="682"/>
              </a:spcBef>
              <a:defRPr sz="14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Click to insert text</a:t>
            </a:r>
          </a:p>
        </p:txBody>
      </p:sp>
      <p:sp>
        <p:nvSpPr>
          <p:cNvPr id="35" name="Chart Placeholder 29">
            <a:extLst>
              <a:ext uri="{FF2B5EF4-FFF2-40B4-BE49-F238E27FC236}">
                <a16:creationId xmlns:a16="http://schemas.microsoft.com/office/drawing/2014/main" id="{D061EF55-20AF-4182-B722-C227F72A880B}"/>
              </a:ext>
            </a:extLst>
          </p:cNvPr>
          <p:cNvSpPr>
            <a:spLocks noGrp="1"/>
          </p:cNvSpPr>
          <p:nvPr userDrawn="1">
            <p:ph type="chart" sz="quarter" idx="36"/>
          </p:nvPr>
        </p:nvSpPr>
        <p:spPr>
          <a:xfrm>
            <a:off x="3918493" y="2027574"/>
            <a:ext cx="1728192" cy="1617453"/>
          </a:xfrm>
          <a:prstGeom prst="rect">
            <a:avLst/>
          </a:prstGeom>
        </p:spPr>
        <p:txBody>
          <a:bodyPr anchor="ctr"/>
          <a:lstStyle>
            <a:lvl1pPr algn="ctr">
              <a:defRPr/>
            </a:lvl1pPr>
          </a:lstStyle>
          <a:p>
            <a:endParaRPr lang="pt-PT" dirty="0"/>
          </a:p>
        </p:txBody>
      </p:sp>
      <p:sp>
        <p:nvSpPr>
          <p:cNvPr id="36" name="Text Placeholder 31">
            <a:extLst>
              <a:ext uri="{FF2B5EF4-FFF2-40B4-BE49-F238E27FC236}">
                <a16:creationId xmlns:a16="http://schemas.microsoft.com/office/drawing/2014/main" id="{E682B04D-D1A2-4B73-BDB4-D4FBD2A9BEF1}"/>
              </a:ext>
            </a:extLst>
          </p:cNvPr>
          <p:cNvSpPr>
            <a:spLocks noGrp="1"/>
          </p:cNvSpPr>
          <p:nvPr userDrawn="1">
            <p:ph type="body" sz="quarter" idx="37" hasCustomPrompt="1"/>
          </p:nvPr>
        </p:nvSpPr>
        <p:spPr>
          <a:xfrm>
            <a:off x="4379764" y="2708279"/>
            <a:ext cx="864842" cy="314325"/>
          </a:xfrm>
          <a:prstGeom prst="rect">
            <a:avLst/>
          </a:prstGeom>
        </p:spPr>
        <p:txBody>
          <a:bodyPr anchor="ctr">
            <a:noAutofit/>
          </a:bodyPr>
          <a:lstStyle>
            <a:lvl1pPr algn="ctr">
              <a:defRPr sz="1800" b="1"/>
            </a:lvl1pPr>
          </a:lstStyle>
          <a:p>
            <a:pPr lvl="0"/>
            <a:r>
              <a:rPr lang="pt-PT" dirty="0"/>
              <a:t>XX%</a:t>
            </a:r>
          </a:p>
        </p:txBody>
      </p:sp>
      <p:sp>
        <p:nvSpPr>
          <p:cNvPr id="37" name="Text Placeholder 7">
            <a:extLst>
              <a:ext uri="{FF2B5EF4-FFF2-40B4-BE49-F238E27FC236}">
                <a16:creationId xmlns:a16="http://schemas.microsoft.com/office/drawing/2014/main" id="{3C81FA68-C8C6-4011-8666-EF35E85DCC96}"/>
              </a:ext>
            </a:extLst>
          </p:cNvPr>
          <p:cNvSpPr>
            <a:spLocks noGrp="1"/>
          </p:cNvSpPr>
          <p:nvPr userDrawn="1">
            <p:ph type="body" sz="quarter" idx="38" hasCustomPrompt="1"/>
          </p:nvPr>
        </p:nvSpPr>
        <p:spPr>
          <a:xfrm>
            <a:off x="6277491" y="3717033"/>
            <a:ext cx="2376264" cy="720080"/>
          </a:xfrm>
          <a:prstGeom prst="rect">
            <a:avLst/>
          </a:prstGeom>
        </p:spPr>
        <p:txBody>
          <a:bodyPr>
            <a:noAutofit/>
          </a:bodyPr>
          <a:lstStyle>
            <a:lvl1pPr algn="ctr">
              <a:lnSpc>
                <a:spcPts val="1591"/>
              </a:lnSpc>
              <a:spcBef>
                <a:spcPts val="682"/>
              </a:spcBef>
              <a:defRPr sz="14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Click to insert text</a:t>
            </a:r>
          </a:p>
        </p:txBody>
      </p:sp>
      <p:sp>
        <p:nvSpPr>
          <p:cNvPr id="39" name="Text Placeholder 31">
            <a:extLst>
              <a:ext uri="{FF2B5EF4-FFF2-40B4-BE49-F238E27FC236}">
                <a16:creationId xmlns:a16="http://schemas.microsoft.com/office/drawing/2014/main" id="{9EF5179D-59B1-44D7-BC86-E8A77DCFF84C}"/>
              </a:ext>
            </a:extLst>
          </p:cNvPr>
          <p:cNvSpPr>
            <a:spLocks noGrp="1"/>
          </p:cNvSpPr>
          <p:nvPr userDrawn="1">
            <p:ph type="body" sz="quarter" idx="40" hasCustomPrompt="1"/>
          </p:nvPr>
        </p:nvSpPr>
        <p:spPr>
          <a:xfrm>
            <a:off x="7046764" y="2708279"/>
            <a:ext cx="864842" cy="314325"/>
          </a:xfrm>
          <a:prstGeom prst="rect">
            <a:avLst/>
          </a:prstGeom>
        </p:spPr>
        <p:txBody>
          <a:bodyPr anchor="ctr">
            <a:noAutofit/>
          </a:bodyPr>
          <a:lstStyle>
            <a:lvl1pPr algn="ctr">
              <a:defRPr sz="1800" b="1"/>
            </a:lvl1pPr>
          </a:lstStyle>
          <a:p>
            <a:pPr lvl="0"/>
            <a:r>
              <a:rPr lang="pt-PT" dirty="0"/>
              <a:t>XX%</a:t>
            </a:r>
          </a:p>
        </p:txBody>
      </p:sp>
      <p:sp>
        <p:nvSpPr>
          <p:cNvPr id="40" name="Chart Placeholder 29">
            <a:extLst>
              <a:ext uri="{FF2B5EF4-FFF2-40B4-BE49-F238E27FC236}">
                <a16:creationId xmlns:a16="http://schemas.microsoft.com/office/drawing/2014/main" id="{D076F0C2-9B62-4C55-88BD-5D8F3A4066E8}"/>
              </a:ext>
            </a:extLst>
          </p:cNvPr>
          <p:cNvSpPr>
            <a:spLocks noGrp="1"/>
          </p:cNvSpPr>
          <p:nvPr userDrawn="1">
            <p:ph type="chart" sz="quarter" idx="41"/>
          </p:nvPr>
        </p:nvSpPr>
        <p:spPr>
          <a:xfrm>
            <a:off x="9284557" y="2032336"/>
            <a:ext cx="1728192" cy="1617453"/>
          </a:xfrm>
          <a:prstGeom prst="rect">
            <a:avLst/>
          </a:prstGeom>
        </p:spPr>
        <p:txBody>
          <a:bodyPr anchor="ctr"/>
          <a:lstStyle>
            <a:lvl1pPr algn="ctr">
              <a:defRPr/>
            </a:lvl1pPr>
          </a:lstStyle>
          <a:p>
            <a:endParaRPr lang="pt-PT" dirty="0"/>
          </a:p>
        </p:txBody>
      </p:sp>
      <p:sp>
        <p:nvSpPr>
          <p:cNvPr id="41" name="Text Placeholder 7">
            <a:extLst>
              <a:ext uri="{FF2B5EF4-FFF2-40B4-BE49-F238E27FC236}">
                <a16:creationId xmlns:a16="http://schemas.microsoft.com/office/drawing/2014/main" id="{E7590D3D-14BD-4608-AB95-0952261EAA1C}"/>
              </a:ext>
            </a:extLst>
          </p:cNvPr>
          <p:cNvSpPr>
            <a:spLocks noGrp="1"/>
          </p:cNvSpPr>
          <p:nvPr userDrawn="1">
            <p:ph type="body" sz="quarter" idx="42" hasCustomPrompt="1"/>
          </p:nvPr>
        </p:nvSpPr>
        <p:spPr>
          <a:xfrm>
            <a:off x="8960522" y="3717033"/>
            <a:ext cx="2376264" cy="720080"/>
          </a:xfrm>
          <a:prstGeom prst="rect">
            <a:avLst/>
          </a:prstGeom>
        </p:spPr>
        <p:txBody>
          <a:bodyPr>
            <a:noAutofit/>
          </a:bodyPr>
          <a:lstStyle>
            <a:lvl1pPr algn="ctr">
              <a:lnSpc>
                <a:spcPts val="1591"/>
              </a:lnSpc>
              <a:spcBef>
                <a:spcPts val="682"/>
              </a:spcBef>
              <a:defRPr sz="14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Click to insert text</a:t>
            </a:r>
          </a:p>
        </p:txBody>
      </p:sp>
      <p:sp>
        <p:nvSpPr>
          <p:cNvPr id="42" name="Text Placeholder 31">
            <a:extLst>
              <a:ext uri="{FF2B5EF4-FFF2-40B4-BE49-F238E27FC236}">
                <a16:creationId xmlns:a16="http://schemas.microsoft.com/office/drawing/2014/main" id="{93DCB675-62E7-4926-98A4-F120ABA92EBF}"/>
              </a:ext>
            </a:extLst>
          </p:cNvPr>
          <p:cNvSpPr>
            <a:spLocks noGrp="1"/>
          </p:cNvSpPr>
          <p:nvPr userDrawn="1">
            <p:ph type="body" sz="quarter" idx="43" hasCustomPrompt="1"/>
          </p:nvPr>
        </p:nvSpPr>
        <p:spPr>
          <a:xfrm>
            <a:off x="9751864" y="2708279"/>
            <a:ext cx="864842" cy="314325"/>
          </a:xfrm>
          <a:prstGeom prst="rect">
            <a:avLst/>
          </a:prstGeom>
        </p:spPr>
        <p:txBody>
          <a:bodyPr anchor="ctr">
            <a:noAutofit/>
          </a:bodyPr>
          <a:lstStyle>
            <a:lvl1pPr algn="ctr">
              <a:defRPr sz="1800" b="1"/>
            </a:lvl1pPr>
          </a:lstStyle>
          <a:p>
            <a:pPr lvl="0"/>
            <a:r>
              <a:rPr lang="pt-PT" dirty="0"/>
              <a:t>XX%</a:t>
            </a:r>
          </a:p>
        </p:txBody>
      </p:sp>
      <p:sp>
        <p:nvSpPr>
          <p:cNvPr id="43" name="Text Placeholder 7">
            <a:extLst>
              <a:ext uri="{FF2B5EF4-FFF2-40B4-BE49-F238E27FC236}">
                <a16:creationId xmlns:a16="http://schemas.microsoft.com/office/drawing/2014/main" id="{C70FC002-22B1-4B43-A640-05B3543D2B31}"/>
              </a:ext>
            </a:extLst>
          </p:cNvPr>
          <p:cNvSpPr>
            <a:spLocks noGrp="1"/>
          </p:cNvSpPr>
          <p:nvPr userDrawn="1">
            <p:ph type="body" sz="quarter" idx="44" hasCustomPrompt="1"/>
          </p:nvPr>
        </p:nvSpPr>
        <p:spPr>
          <a:xfrm>
            <a:off x="1127448" y="5308653"/>
            <a:ext cx="1656185" cy="576064"/>
          </a:xfrm>
          <a:prstGeom prst="rect">
            <a:avLst/>
          </a:prstGeom>
        </p:spPr>
        <p:txBody>
          <a:bodyPr anchor="ctr">
            <a:noAutofit/>
          </a:bodyPr>
          <a:lstStyle>
            <a:lvl1pPr algn="ctr">
              <a:lnSpc>
                <a:spcPts val="3635"/>
              </a:lnSpc>
              <a:defRPr sz="3199" b="1">
                <a:solidFill>
                  <a:srgbClr val="2B0A3D"/>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xx%</a:t>
            </a:r>
          </a:p>
        </p:txBody>
      </p:sp>
      <p:sp>
        <p:nvSpPr>
          <p:cNvPr id="44" name="Text Placeholder 7">
            <a:extLst>
              <a:ext uri="{FF2B5EF4-FFF2-40B4-BE49-F238E27FC236}">
                <a16:creationId xmlns:a16="http://schemas.microsoft.com/office/drawing/2014/main" id="{8E1CE648-2FAE-4439-A1A4-5BE3863514F4}"/>
              </a:ext>
            </a:extLst>
          </p:cNvPr>
          <p:cNvSpPr>
            <a:spLocks noGrp="1"/>
          </p:cNvSpPr>
          <p:nvPr>
            <p:ph type="body" sz="quarter" idx="45" hasCustomPrompt="1"/>
          </p:nvPr>
        </p:nvSpPr>
        <p:spPr>
          <a:xfrm>
            <a:off x="2883396" y="5163116"/>
            <a:ext cx="8399411" cy="867147"/>
          </a:xfrm>
          <a:prstGeom prst="rect">
            <a:avLst/>
          </a:prstGeom>
        </p:spPr>
        <p:txBody>
          <a:bodyPr anchor="ctr">
            <a:noAutofit/>
          </a:bodyPr>
          <a:lstStyle>
            <a:lvl1pPr algn="l">
              <a:lnSpc>
                <a:spcPts val="2045"/>
              </a:lnSpc>
              <a:spcBef>
                <a:spcPts val="682"/>
              </a:spcBef>
              <a:defRPr sz="18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Click to insert text</a:t>
            </a:r>
          </a:p>
        </p:txBody>
      </p:sp>
      <p:sp>
        <p:nvSpPr>
          <p:cNvPr id="18"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407988" y="404813"/>
            <a:ext cx="11016604" cy="863600"/>
          </a:xfrm>
          <a:prstGeom prst="rect">
            <a:avLst/>
          </a:prstGeom>
        </p:spPr>
        <p:txBody>
          <a:bodyPr vert="horz" lIns="0" tIns="0" rIns="0" bIns="0" rtlCol="0" anchor="t">
            <a:normAutofit/>
          </a:bodyPr>
          <a:lstStyle>
            <a:lvl1pPr>
              <a:defRPr lang="pt-PT" dirty="0"/>
            </a:lvl1pPr>
          </a:lstStyle>
          <a:p>
            <a:pPr lvl="0">
              <a:lnSpc>
                <a:spcPts val="3408"/>
              </a:lnSpc>
            </a:pPr>
            <a:r>
              <a:rPr lang="en-US" dirty="0"/>
              <a:t>Click to add title</a:t>
            </a:r>
            <a:endParaRPr lang="pt-PT" dirty="0"/>
          </a:p>
        </p:txBody>
      </p:sp>
      <p:sp>
        <p:nvSpPr>
          <p:cNvPr id="20" name="Retângulo 43">
            <a:extLst>
              <a:ext uri="{FF2B5EF4-FFF2-40B4-BE49-F238E27FC236}">
                <a16:creationId xmlns:a16="http://schemas.microsoft.com/office/drawing/2014/main" id="{25FC8637-25BD-4C09-AF25-56B4243DAB3D}"/>
              </a:ext>
            </a:extLst>
          </p:cNvPr>
          <p:cNvSpPr/>
          <p:nvPr userDrawn="1"/>
        </p:nvSpPr>
        <p:spPr>
          <a:xfrm>
            <a:off x="11616126" y="6555758"/>
            <a:ext cx="410263" cy="243362"/>
          </a:xfrm>
          <a:prstGeom prst="rect">
            <a:avLst/>
          </a:prstGeom>
        </p:spPr>
        <p:txBody>
          <a:bodyPr wrap="none" lIns="103879" tIns="51940" rIns="103879" bIns="51940">
            <a:spAutoFit/>
          </a:bodyPr>
          <a:lstStyle/>
          <a:p>
            <a:pPr algn="r" defTabSz="1038825"/>
            <a:fld id="{0502E5A9-B53C-401E-A0E0-4A359BB0A9E5}" type="slidenum">
              <a:rPr lang="en-US" sz="900" smtClean="0">
                <a:solidFill>
                  <a:prstClr val="black">
                    <a:lumMod val="50000"/>
                    <a:lumOff val="50000"/>
                  </a:prstClr>
                </a:solidFill>
                <a:cs typeface="Arial" panose="020B0604020202020204" pitchFamily="34" charset="0"/>
              </a:rPr>
              <a:pPr algn="r" defTabSz="1038825"/>
              <a:t>‹#›</a:t>
            </a:fld>
            <a:endParaRPr lang="en-US" sz="900" dirty="0">
              <a:solidFill>
                <a:prstClr val="black">
                  <a:lumMod val="50000"/>
                  <a:lumOff val="50000"/>
                </a:prstClr>
              </a:solidFill>
              <a:cs typeface="Arial" panose="020B0604020202020204" pitchFamily="34" charset="0"/>
            </a:endParaRPr>
          </a:p>
        </p:txBody>
      </p:sp>
      <p:cxnSp>
        <p:nvCxnSpPr>
          <p:cNvPr id="21"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3283673"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22" name="Rectangle 27">
            <a:hlinkClick r:id="rId2"/>
            <a:extLst>
              <a:ext uri="{FF2B5EF4-FFF2-40B4-BE49-F238E27FC236}">
                <a16:creationId xmlns:a16="http://schemas.microsoft.com/office/drawing/2014/main" id="{F376ABD1-4930-42EB-9A73-9A9C7C6BF2D3}"/>
              </a:ext>
            </a:extLst>
          </p:cNvPr>
          <p:cNvSpPr/>
          <p:nvPr userDrawn="1"/>
        </p:nvSpPr>
        <p:spPr>
          <a:xfrm>
            <a:off x="407991" y="6555972"/>
            <a:ext cx="2829007" cy="219456"/>
          </a:xfrm>
          <a:prstGeom prst="rect">
            <a:avLst/>
          </a:prstGeom>
        </p:spPr>
        <p:txBody>
          <a:bodyPr wrap="square" lIns="0" tIns="0" rIns="0" bIns="0" anchor="ctr" anchorCtr="0">
            <a:noAutofit/>
          </a:bodyPr>
          <a:lstStyle/>
          <a:p>
            <a:pPr defTabSz="1038825">
              <a:lnSpc>
                <a:spcPct val="85000"/>
              </a:lnSpc>
              <a:defRPr/>
            </a:pPr>
            <a:r>
              <a:rPr lang="pl-PL" sz="900" kern="0" dirty="0">
                <a:solidFill>
                  <a:srgbClr val="00458D"/>
                </a:solidFill>
                <a:cs typeface="Arial" panose="020B0604020202020204" pitchFamily="34" charset="0"/>
              </a:rPr>
              <a:t>BRM Review Deck</a:t>
            </a:r>
            <a:endParaRPr lang="en-US" sz="900" kern="0" dirty="0">
              <a:solidFill>
                <a:srgbClr val="00458D"/>
              </a:solidFill>
              <a:cs typeface="Arial" panose="020B0604020202020204" pitchFamily="34" charset="0"/>
            </a:endParaRPr>
          </a:p>
        </p:txBody>
      </p:sp>
      <p:sp>
        <p:nvSpPr>
          <p:cNvPr id="23" name="Retângulo 43">
            <a:extLst>
              <a:ext uri="{FF2B5EF4-FFF2-40B4-BE49-F238E27FC236}">
                <a16:creationId xmlns:a16="http://schemas.microsoft.com/office/drawing/2014/main" id="{834ADCB4-BFB1-450D-8F6D-64217F4CD92C}"/>
              </a:ext>
            </a:extLst>
          </p:cNvPr>
          <p:cNvSpPr/>
          <p:nvPr userDrawn="1"/>
        </p:nvSpPr>
        <p:spPr>
          <a:xfrm>
            <a:off x="3411380" y="6555759"/>
            <a:ext cx="2223686" cy="219456"/>
          </a:xfrm>
          <a:prstGeom prst="rect">
            <a:avLst/>
          </a:prstGeom>
        </p:spPr>
        <p:txBody>
          <a:bodyPr wrap="none" lIns="0" tIns="0" rIns="0" bIns="0" anchor="ctr">
            <a:noAutofit/>
          </a:bodyPr>
          <a:lstStyle/>
          <a:p>
            <a:pPr defTabSz="1038825"/>
            <a:r>
              <a:rPr lang="en-US" sz="900" dirty="0">
                <a:solidFill>
                  <a:srgbClr val="EDEDED">
                    <a:lumMod val="50000"/>
                  </a:srgbClr>
                </a:solidFill>
                <a:cs typeface="Arial" panose="020B0604020202020204" pitchFamily="34" charset="0"/>
              </a:rPr>
              <a:t>© 2017 Capgemini. All rights reserved.</a:t>
            </a:r>
          </a:p>
        </p:txBody>
      </p:sp>
    </p:spTree>
    <p:extLst>
      <p:ext uri="{BB962C8B-B14F-4D97-AF65-F5344CB8AC3E}">
        <p14:creationId xmlns:p14="http://schemas.microsoft.com/office/powerpoint/2010/main" val="2188539978"/>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3 columns">
    <p:bg>
      <p:bgRef idx="1001">
        <a:schemeClr val="bg1"/>
      </p:bgRef>
    </p:bg>
    <p:spTree>
      <p:nvGrpSpPr>
        <p:cNvPr id="1" name=""/>
        <p:cNvGrpSpPr/>
        <p:nvPr/>
      </p:nvGrpSpPr>
      <p:grpSpPr>
        <a:xfrm>
          <a:off x="0" y="0"/>
          <a:ext cx="0" cy="0"/>
          <a:chOff x="0" y="0"/>
          <a:chExt cx="0" cy="0"/>
        </a:xfrm>
      </p:grpSpPr>
      <p:pic>
        <p:nvPicPr>
          <p:cNvPr id="20" name="Graphic 19">
            <a:extLst>
              <a:ext uri="{FF2B5EF4-FFF2-40B4-BE49-F238E27FC236}">
                <a16:creationId xmlns:a16="http://schemas.microsoft.com/office/drawing/2014/main" id="{F28BC1D5-366F-454F-B964-C24C14979142}"/>
              </a:ext>
            </a:extLst>
          </p:cNvPr>
          <p:cNvPicPr>
            <a:picLocks noChangeAspect="1"/>
          </p:cNvPicPr>
          <p:nvPr userDrawn="1"/>
        </p:nvPicPr>
        <p:blipFill>
          <a:blip r:embed="rId2" cstate="print">
            <a:extLst>
              <a:ext uri="{96DAC541-7B7A-43D3-8B79-37D633B846F1}">
                <asvg:svgBlip xmlns:asvg="http://schemas.microsoft.com/office/drawing/2016/SVG/main" r:embed="rId3"/>
              </a:ext>
            </a:extLst>
          </a:blip>
          <a:stretch>
            <a:fillRect/>
          </a:stretch>
        </p:blipFill>
        <p:spPr>
          <a:xfrm rot="16200000">
            <a:off x="8823523" y="-1667562"/>
            <a:ext cx="1706401" cy="5030555"/>
          </a:xfrm>
          <a:prstGeom prst="rect">
            <a:avLst/>
          </a:prstGeom>
        </p:spPr>
      </p:pic>
      <p:sp>
        <p:nvSpPr>
          <p:cNvPr id="4" name="Rectangle 3">
            <a:extLst>
              <a:ext uri="{FF2B5EF4-FFF2-40B4-BE49-F238E27FC236}">
                <a16:creationId xmlns:a16="http://schemas.microsoft.com/office/drawing/2014/main" id="{9653C8D1-E525-4A1D-BA42-B310FCE0AA96}"/>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03879" tIns="51940" rIns="103879" bIns="51940" rtlCol="0" anchor="ctr"/>
          <a:lstStyle/>
          <a:p>
            <a:pPr algn="ctr" defTabSz="1038825"/>
            <a:endParaRPr lang="pt-PT" sz="2000">
              <a:solidFill>
                <a:prstClr val="white"/>
              </a:solidFill>
            </a:endParaRPr>
          </a:p>
        </p:txBody>
      </p:sp>
      <p:sp>
        <p:nvSpPr>
          <p:cNvPr id="5" name="Rectangle 4">
            <a:extLst>
              <a:ext uri="{FF2B5EF4-FFF2-40B4-BE49-F238E27FC236}">
                <a16:creationId xmlns:a16="http://schemas.microsoft.com/office/drawing/2014/main" id="{5D624820-6891-4116-9EE3-E6D3B41D5557}"/>
              </a:ext>
            </a:extLst>
          </p:cNvPr>
          <p:cNvSpPr/>
          <p:nvPr userDrawn="1"/>
        </p:nvSpPr>
        <p:spPr>
          <a:xfrm>
            <a:off x="4333877"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03879" tIns="51940" rIns="103879" bIns="51940" rtlCol="0" anchor="ctr"/>
          <a:lstStyle/>
          <a:p>
            <a:pPr algn="ctr" defTabSz="1038825"/>
            <a:endParaRPr lang="pt-PT" sz="2000">
              <a:solidFill>
                <a:prstClr val="white"/>
              </a:solidFill>
            </a:endParaRPr>
          </a:p>
        </p:txBody>
      </p:sp>
      <p:sp>
        <p:nvSpPr>
          <p:cNvPr id="6" name="Rectangle 5">
            <a:extLst>
              <a:ext uri="{FF2B5EF4-FFF2-40B4-BE49-F238E27FC236}">
                <a16:creationId xmlns:a16="http://schemas.microsoft.com/office/drawing/2014/main" id="{4ED1E18D-CB5A-40D2-9E0C-21B1DC24C582}"/>
              </a:ext>
            </a:extLst>
          </p:cNvPr>
          <p:cNvSpPr/>
          <p:nvPr userDrawn="1"/>
        </p:nvSpPr>
        <p:spPr>
          <a:xfrm>
            <a:off x="8259765"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03879" tIns="51940" rIns="103879" bIns="51940" rtlCol="0" anchor="ctr"/>
          <a:lstStyle/>
          <a:p>
            <a:pPr algn="ctr" defTabSz="1038825"/>
            <a:endParaRPr lang="pt-PT" sz="2000">
              <a:solidFill>
                <a:prstClr val="white"/>
              </a:solidFill>
            </a:endParaRPr>
          </a:p>
        </p:txBody>
      </p:sp>
      <p:sp>
        <p:nvSpPr>
          <p:cNvPr id="31" name="Text Placeholder 4">
            <a:extLst>
              <a:ext uri="{FF2B5EF4-FFF2-40B4-BE49-F238E27FC236}">
                <a16:creationId xmlns:a16="http://schemas.microsoft.com/office/drawing/2014/main" id="{5714BE43-18D4-460E-A270-8F2FA1EB1FE6}"/>
              </a:ext>
            </a:extLst>
          </p:cNvPr>
          <p:cNvSpPr>
            <a:spLocks noGrp="1"/>
          </p:cNvSpPr>
          <p:nvPr>
            <p:ph type="body" sz="quarter" idx="13" hasCustomPrompt="1"/>
          </p:nvPr>
        </p:nvSpPr>
        <p:spPr>
          <a:xfrm>
            <a:off x="725016" y="3332371"/>
            <a:ext cx="2890194" cy="645047"/>
          </a:xfrm>
          <a:prstGeom prst="rect">
            <a:avLst/>
          </a:prstGeom>
          <a:noFill/>
        </p:spPr>
        <p:txBody>
          <a:bodyPr anchor="ctr">
            <a:noAutofit/>
          </a:bodyPr>
          <a:lstStyle>
            <a:lvl1pPr algn="l">
              <a:lnSpc>
                <a:spcPts val="2045"/>
              </a:lnSpc>
              <a:defRPr sz="1800" b="1">
                <a:solidFill>
                  <a:srgbClr val="12ABDB"/>
                </a:solidFill>
              </a:defRPr>
            </a:lvl1pPr>
            <a:lvl2pPr>
              <a:defRPr sz="1600"/>
            </a:lvl2pPr>
            <a:lvl3pPr>
              <a:defRPr sz="1400"/>
            </a:lvl3pPr>
            <a:lvl4pPr>
              <a:defRPr sz="1200"/>
            </a:lvl4pPr>
            <a:lvl5pPr>
              <a:defRPr sz="1200"/>
            </a:lvl5pPr>
          </a:lstStyle>
          <a:p>
            <a:pPr lvl="0"/>
            <a:r>
              <a:rPr lang="en-US" dirty="0"/>
              <a:t>Click to insert title</a:t>
            </a:r>
          </a:p>
        </p:txBody>
      </p:sp>
      <p:sp>
        <p:nvSpPr>
          <p:cNvPr id="32" name="Text Placeholder 7">
            <a:extLst>
              <a:ext uri="{FF2B5EF4-FFF2-40B4-BE49-F238E27FC236}">
                <a16:creationId xmlns:a16="http://schemas.microsoft.com/office/drawing/2014/main" id="{DF3E2A1A-B668-4C6F-87C6-8F37A241C2C0}"/>
              </a:ext>
            </a:extLst>
          </p:cNvPr>
          <p:cNvSpPr>
            <a:spLocks noGrp="1"/>
          </p:cNvSpPr>
          <p:nvPr>
            <p:ph type="body" sz="quarter" idx="32" hasCustomPrompt="1"/>
          </p:nvPr>
        </p:nvSpPr>
        <p:spPr>
          <a:xfrm>
            <a:off x="725019" y="4079992"/>
            <a:ext cx="2874219" cy="1711208"/>
          </a:xfrm>
          <a:prstGeom prst="rect">
            <a:avLst/>
          </a:prstGeom>
        </p:spPr>
        <p:txBody>
          <a:bodyPr>
            <a:noAutofit/>
          </a:bodyPr>
          <a:lstStyle>
            <a:lvl1pPr>
              <a:lnSpc>
                <a:spcPct val="100000"/>
              </a:lnSpc>
              <a:defRPr sz="1600"/>
            </a:lvl1pPr>
            <a:lvl2pPr>
              <a:lnSpc>
                <a:spcPts val="1591"/>
              </a:lnSpc>
              <a:defRPr sz="1400"/>
            </a:lvl2pPr>
            <a:lvl3pPr>
              <a:lnSpc>
                <a:spcPts val="1477"/>
              </a:lnSpc>
              <a:defRPr sz="1200"/>
            </a:lvl3pPr>
            <a:lvl4pPr>
              <a:lnSpc>
                <a:spcPts val="1364"/>
              </a:lnSpc>
              <a:defRPr sz="1100"/>
            </a:lvl4pPr>
            <a:lvl5pPr>
              <a:lnSpc>
                <a:spcPct val="100000"/>
              </a:lnSpc>
              <a:defRPr sz="1400"/>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33" name="Text Placeholder 4">
            <a:extLst>
              <a:ext uri="{FF2B5EF4-FFF2-40B4-BE49-F238E27FC236}">
                <a16:creationId xmlns:a16="http://schemas.microsoft.com/office/drawing/2014/main" id="{A44485C3-4220-46B7-B1FC-AB2889C2B910}"/>
              </a:ext>
            </a:extLst>
          </p:cNvPr>
          <p:cNvSpPr>
            <a:spLocks noGrp="1"/>
          </p:cNvSpPr>
          <p:nvPr>
            <p:ph type="body" sz="quarter" idx="33" hasCustomPrompt="1"/>
          </p:nvPr>
        </p:nvSpPr>
        <p:spPr>
          <a:xfrm>
            <a:off x="4650905" y="3332371"/>
            <a:ext cx="2890194" cy="645047"/>
          </a:xfrm>
          <a:prstGeom prst="rect">
            <a:avLst/>
          </a:prstGeom>
          <a:noFill/>
        </p:spPr>
        <p:txBody>
          <a:bodyPr anchor="ctr">
            <a:noAutofit/>
          </a:bodyPr>
          <a:lstStyle>
            <a:lvl1pPr algn="l">
              <a:lnSpc>
                <a:spcPts val="2045"/>
              </a:lnSpc>
              <a:defRPr sz="1800" b="1">
                <a:solidFill>
                  <a:srgbClr val="FF304C"/>
                </a:solidFill>
              </a:defRPr>
            </a:lvl1pPr>
            <a:lvl2pPr>
              <a:defRPr sz="1600"/>
            </a:lvl2pPr>
            <a:lvl3pPr>
              <a:defRPr sz="1400"/>
            </a:lvl3pPr>
            <a:lvl4pPr>
              <a:defRPr sz="1200"/>
            </a:lvl4pPr>
            <a:lvl5pPr>
              <a:defRPr sz="1200"/>
            </a:lvl5pPr>
          </a:lstStyle>
          <a:p>
            <a:pPr lvl="0"/>
            <a:r>
              <a:rPr lang="en-US" dirty="0"/>
              <a:t>Click to insert title</a:t>
            </a:r>
          </a:p>
        </p:txBody>
      </p:sp>
      <p:sp>
        <p:nvSpPr>
          <p:cNvPr id="35" name="Text Placeholder 4">
            <a:extLst>
              <a:ext uri="{FF2B5EF4-FFF2-40B4-BE49-F238E27FC236}">
                <a16:creationId xmlns:a16="http://schemas.microsoft.com/office/drawing/2014/main" id="{310CE3C3-B1E7-4F6F-B7BE-DF93DF2ACD74}"/>
              </a:ext>
            </a:extLst>
          </p:cNvPr>
          <p:cNvSpPr>
            <a:spLocks noGrp="1"/>
          </p:cNvSpPr>
          <p:nvPr>
            <p:ph type="body" sz="quarter" idx="35" hasCustomPrompt="1"/>
          </p:nvPr>
        </p:nvSpPr>
        <p:spPr>
          <a:xfrm>
            <a:off x="8576793" y="3332371"/>
            <a:ext cx="2890194" cy="645047"/>
          </a:xfrm>
          <a:prstGeom prst="rect">
            <a:avLst/>
          </a:prstGeom>
          <a:noFill/>
        </p:spPr>
        <p:txBody>
          <a:bodyPr anchor="ctr">
            <a:noAutofit/>
          </a:bodyPr>
          <a:lstStyle>
            <a:lvl1pPr algn="l">
              <a:lnSpc>
                <a:spcPts val="2045"/>
              </a:lnSpc>
              <a:defRPr sz="1800" b="1">
                <a:solidFill>
                  <a:srgbClr val="2C004B"/>
                </a:solidFill>
              </a:defRPr>
            </a:lvl1pPr>
            <a:lvl2pPr>
              <a:defRPr sz="1600"/>
            </a:lvl2pPr>
            <a:lvl3pPr>
              <a:defRPr sz="1400"/>
            </a:lvl3pPr>
            <a:lvl4pPr>
              <a:defRPr sz="1200"/>
            </a:lvl4pPr>
            <a:lvl5pPr>
              <a:defRPr sz="1200"/>
            </a:lvl5pPr>
          </a:lstStyle>
          <a:p>
            <a:pPr lvl="0"/>
            <a:r>
              <a:rPr lang="en-US" dirty="0"/>
              <a:t>Click to insert title</a:t>
            </a:r>
          </a:p>
        </p:txBody>
      </p:sp>
      <p:sp>
        <p:nvSpPr>
          <p:cNvPr id="37" name="Text Placeholder 7">
            <a:extLst>
              <a:ext uri="{FF2B5EF4-FFF2-40B4-BE49-F238E27FC236}">
                <a16:creationId xmlns:a16="http://schemas.microsoft.com/office/drawing/2014/main" id="{32047331-01BE-47AE-BC0C-B787B1E9553B}"/>
              </a:ext>
            </a:extLst>
          </p:cNvPr>
          <p:cNvSpPr>
            <a:spLocks noGrp="1"/>
          </p:cNvSpPr>
          <p:nvPr>
            <p:ph type="body" sz="quarter" idx="37" hasCustomPrompt="1"/>
          </p:nvPr>
        </p:nvSpPr>
        <p:spPr>
          <a:xfrm>
            <a:off x="8498131" y="295729"/>
            <a:ext cx="2927906" cy="876300"/>
          </a:xfrm>
          <a:prstGeom prst="rect">
            <a:avLst/>
          </a:prstGeom>
        </p:spPr>
        <p:txBody>
          <a:bodyPr anchor="t">
            <a:noAutofit/>
          </a:bodyPr>
          <a:lstStyle>
            <a:lvl1pPr>
              <a:lnSpc>
                <a:spcPct val="100000"/>
              </a:lnSpc>
              <a:defRPr sz="1800" b="1"/>
            </a:lvl1pPr>
            <a:lvl2pPr>
              <a:lnSpc>
                <a:spcPct val="100000"/>
              </a:lnSpc>
              <a:defRPr sz="1800"/>
            </a:lvl2pPr>
            <a:lvl3pPr>
              <a:lnSpc>
                <a:spcPct val="100000"/>
              </a:lnSpc>
              <a:defRPr sz="1800"/>
            </a:lvl3pPr>
            <a:lvl4pPr>
              <a:lnSpc>
                <a:spcPct val="100000"/>
              </a:lnSpc>
              <a:defRPr sz="1800"/>
            </a:lvl4pPr>
            <a:lvl5pPr>
              <a:lnSpc>
                <a:spcPct val="100000"/>
              </a:lnSpc>
              <a:defRPr sz="1800"/>
            </a:lvl5pPr>
          </a:lstStyle>
          <a:p>
            <a:pPr lvl="0"/>
            <a:r>
              <a:rPr lang="en-US" dirty="0"/>
              <a:t>Click to insert text</a:t>
            </a:r>
          </a:p>
        </p:txBody>
      </p:sp>
      <p:pic>
        <p:nvPicPr>
          <p:cNvPr id="15" name="Graphic 14">
            <a:extLst>
              <a:ext uri="{FF2B5EF4-FFF2-40B4-BE49-F238E27FC236}">
                <a16:creationId xmlns:a16="http://schemas.microsoft.com/office/drawing/2014/main" id="{CA70D5E4-F0EE-4368-A09C-60021E85A04E}"/>
              </a:ext>
            </a:extLst>
          </p:cNvPr>
          <p:cNvPicPr>
            <a:picLocks noChangeAspect="1"/>
          </p:cNvPicPr>
          <p:nvPr userDrawn="1"/>
        </p:nvPicPr>
        <p:blipFill rotWithShape="1">
          <a:blip r:embed="rId4" cstate="print">
            <a:extLst>
              <a:ext uri="{96DAC541-7B7A-43D3-8B79-37D633B846F1}">
                <asvg:svgBlip xmlns:asvg="http://schemas.microsoft.com/office/drawing/2016/SVG/main" r:embed="rId5"/>
              </a:ext>
            </a:extLst>
          </a:blip>
          <a:srcRect l="81836" t="-4713" b="16530"/>
          <a:stretch/>
        </p:blipFill>
        <p:spPr>
          <a:xfrm>
            <a:off x="11491421" y="164829"/>
            <a:ext cx="424355" cy="459624"/>
          </a:xfrm>
          <a:prstGeom prst="rect">
            <a:avLst/>
          </a:prstGeom>
        </p:spPr>
      </p:pic>
      <p:sp>
        <p:nvSpPr>
          <p:cNvPr id="26"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407989" y="404813"/>
            <a:ext cx="6477232" cy="863600"/>
          </a:xfrm>
          <a:prstGeom prst="rect">
            <a:avLst/>
          </a:prstGeom>
        </p:spPr>
        <p:txBody>
          <a:bodyPr vert="horz" lIns="0" tIns="0" rIns="0" bIns="0" rtlCol="0" anchor="t">
            <a:normAutofit/>
          </a:bodyPr>
          <a:lstStyle>
            <a:lvl1pPr>
              <a:defRPr lang="pt-PT" dirty="0"/>
            </a:lvl1pPr>
          </a:lstStyle>
          <a:p>
            <a:pPr lvl="0">
              <a:lnSpc>
                <a:spcPts val="3408"/>
              </a:lnSpc>
            </a:pPr>
            <a:r>
              <a:rPr lang="en-US" dirty="0"/>
              <a:t>Click to add title</a:t>
            </a:r>
            <a:endParaRPr lang="pt-PT" dirty="0"/>
          </a:p>
        </p:txBody>
      </p:sp>
      <p:sp>
        <p:nvSpPr>
          <p:cNvPr id="27" name="Retângulo 43">
            <a:extLst>
              <a:ext uri="{FF2B5EF4-FFF2-40B4-BE49-F238E27FC236}">
                <a16:creationId xmlns:a16="http://schemas.microsoft.com/office/drawing/2014/main" id="{25FC8637-25BD-4C09-AF25-56B4243DAB3D}"/>
              </a:ext>
            </a:extLst>
          </p:cNvPr>
          <p:cNvSpPr/>
          <p:nvPr userDrawn="1"/>
        </p:nvSpPr>
        <p:spPr>
          <a:xfrm>
            <a:off x="11616126" y="6555758"/>
            <a:ext cx="410263" cy="243362"/>
          </a:xfrm>
          <a:prstGeom prst="rect">
            <a:avLst/>
          </a:prstGeom>
        </p:spPr>
        <p:txBody>
          <a:bodyPr wrap="none" lIns="103879" tIns="51940" rIns="103879" bIns="51940">
            <a:spAutoFit/>
          </a:bodyPr>
          <a:lstStyle/>
          <a:p>
            <a:pPr algn="r" defTabSz="1038825"/>
            <a:fld id="{0502E5A9-B53C-401E-A0E0-4A359BB0A9E5}" type="slidenum">
              <a:rPr lang="en-US" sz="900" smtClean="0">
                <a:solidFill>
                  <a:prstClr val="black">
                    <a:lumMod val="50000"/>
                    <a:lumOff val="50000"/>
                  </a:prstClr>
                </a:solidFill>
                <a:cs typeface="Arial" panose="020B0604020202020204" pitchFamily="34" charset="0"/>
              </a:rPr>
              <a:pPr algn="r" defTabSz="1038825"/>
              <a:t>‹#›</a:t>
            </a:fld>
            <a:endParaRPr lang="en-US" sz="900" dirty="0">
              <a:solidFill>
                <a:prstClr val="black">
                  <a:lumMod val="50000"/>
                  <a:lumOff val="50000"/>
                </a:prstClr>
              </a:solidFill>
              <a:cs typeface="Arial" panose="020B0604020202020204" pitchFamily="34" charset="0"/>
            </a:endParaRPr>
          </a:p>
        </p:txBody>
      </p:sp>
      <p:cxnSp>
        <p:nvCxnSpPr>
          <p:cNvPr id="28"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3283673"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29" name="Rectangle 27">
            <a:hlinkClick r:id="rId6"/>
            <a:extLst>
              <a:ext uri="{FF2B5EF4-FFF2-40B4-BE49-F238E27FC236}">
                <a16:creationId xmlns:a16="http://schemas.microsoft.com/office/drawing/2014/main" id="{F376ABD1-4930-42EB-9A73-9A9C7C6BF2D3}"/>
              </a:ext>
            </a:extLst>
          </p:cNvPr>
          <p:cNvSpPr/>
          <p:nvPr userDrawn="1"/>
        </p:nvSpPr>
        <p:spPr>
          <a:xfrm>
            <a:off x="407991" y="6555972"/>
            <a:ext cx="2829007" cy="219456"/>
          </a:xfrm>
          <a:prstGeom prst="rect">
            <a:avLst/>
          </a:prstGeom>
        </p:spPr>
        <p:txBody>
          <a:bodyPr wrap="square" lIns="0" tIns="0" rIns="0" bIns="0" anchor="ctr" anchorCtr="0">
            <a:noAutofit/>
          </a:bodyPr>
          <a:lstStyle/>
          <a:p>
            <a:pPr defTabSz="1038825">
              <a:lnSpc>
                <a:spcPct val="85000"/>
              </a:lnSpc>
              <a:defRPr/>
            </a:pPr>
            <a:r>
              <a:rPr lang="pl-PL" sz="900" kern="0" dirty="0">
                <a:solidFill>
                  <a:srgbClr val="00458D"/>
                </a:solidFill>
                <a:cs typeface="Arial" panose="020B0604020202020204" pitchFamily="34" charset="0"/>
              </a:rPr>
              <a:t>BRM Review Deck</a:t>
            </a:r>
            <a:endParaRPr lang="en-US" sz="900" kern="0" dirty="0">
              <a:solidFill>
                <a:srgbClr val="00458D"/>
              </a:solidFill>
              <a:cs typeface="Arial" panose="020B0604020202020204" pitchFamily="34" charset="0"/>
            </a:endParaRPr>
          </a:p>
        </p:txBody>
      </p:sp>
      <p:sp>
        <p:nvSpPr>
          <p:cNvPr id="38" name="Retângulo 43">
            <a:extLst>
              <a:ext uri="{FF2B5EF4-FFF2-40B4-BE49-F238E27FC236}">
                <a16:creationId xmlns:a16="http://schemas.microsoft.com/office/drawing/2014/main" id="{834ADCB4-BFB1-450D-8F6D-64217F4CD92C}"/>
              </a:ext>
            </a:extLst>
          </p:cNvPr>
          <p:cNvSpPr/>
          <p:nvPr userDrawn="1"/>
        </p:nvSpPr>
        <p:spPr>
          <a:xfrm>
            <a:off x="3411380" y="6555759"/>
            <a:ext cx="2223686" cy="219456"/>
          </a:xfrm>
          <a:prstGeom prst="rect">
            <a:avLst/>
          </a:prstGeom>
        </p:spPr>
        <p:txBody>
          <a:bodyPr wrap="none" lIns="0" tIns="0" rIns="0" bIns="0" anchor="ctr">
            <a:noAutofit/>
          </a:bodyPr>
          <a:lstStyle/>
          <a:p>
            <a:pPr defTabSz="1038825"/>
            <a:r>
              <a:rPr lang="en-US" sz="900" dirty="0">
                <a:solidFill>
                  <a:srgbClr val="EDEDED">
                    <a:lumMod val="50000"/>
                  </a:srgbClr>
                </a:solidFill>
                <a:cs typeface="Arial" panose="020B0604020202020204" pitchFamily="34" charset="0"/>
              </a:rPr>
              <a:t>© 2017 Capgemini. All rights reserved.</a:t>
            </a:r>
          </a:p>
        </p:txBody>
      </p:sp>
      <p:sp>
        <p:nvSpPr>
          <p:cNvPr id="39" name="Text Placeholder 7">
            <a:extLst>
              <a:ext uri="{FF2B5EF4-FFF2-40B4-BE49-F238E27FC236}">
                <a16:creationId xmlns:a16="http://schemas.microsoft.com/office/drawing/2014/main" id="{DF3E2A1A-B668-4C6F-87C6-8F37A241C2C0}"/>
              </a:ext>
            </a:extLst>
          </p:cNvPr>
          <p:cNvSpPr>
            <a:spLocks noGrp="1"/>
          </p:cNvSpPr>
          <p:nvPr>
            <p:ph type="body" sz="quarter" idx="38" hasCustomPrompt="1"/>
          </p:nvPr>
        </p:nvSpPr>
        <p:spPr>
          <a:xfrm>
            <a:off x="4666881" y="4079992"/>
            <a:ext cx="2874219" cy="1711208"/>
          </a:xfrm>
          <a:prstGeom prst="rect">
            <a:avLst/>
          </a:prstGeom>
        </p:spPr>
        <p:txBody>
          <a:bodyPr>
            <a:noAutofit/>
          </a:bodyPr>
          <a:lstStyle>
            <a:lvl1pPr>
              <a:lnSpc>
                <a:spcPct val="100000"/>
              </a:lnSpc>
              <a:defRPr sz="1600"/>
            </a:lvl1pPr>
            <a:lvl2pPr>
              <a:lnSpc>
                <a:spcPts val="1591"/>
              </a:lnSpc>
              <a:buClr>
                <a:schemeClr val="accent4"/>
              </a:buClr>
              <a:defRPr sz="1400"/>
            </a:lvl2pPr>
            <a:lvl3pPr>
              <a:lnSpc>
                <a:spcPts val="1477"/>
              </a:lnSpc>
              <a:buClr>
                <a:schemeClr val="accent4"/>
              </a:buClr>
              <a:defRPr sz="1200"/>
            </a:lvl3pPr>
            <a:lvl4pPr>
              <a:lnSpc>
                <a:spcPts val="1364"/>
              </a:lnSpc>
              <a:buClr>
                <a:schemeClr val="accent4"/>
              </a:buClr>
              <a:defRPr sz="1100"/>
            </a:lvl4pPr>
            <a:lvl5pPr>
              <a:lnSpc>
                <a:spcPct val="100000"/>
              </a:lnSpc>
              <a:defRPr sz="1400"/>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40" name="Text Placeholder 7">
            <a:extLst>
              <a:ext uri="{FF2B5EF4-FFF2-40B4-BE49-F238E27FC236}">
                <a16:creationId xmlns:a16="http://schemas.microsoft.com/office/drawing/2014/main" id="{DF3E2A1A-B668-4C6F-87C6-8F37A241C2C0}"/>
              </a:ext>
            </a:extLst>
          </p:cNvPr>
          <p:cNvSpPr>
            <a:spLocks noGrp="1"/>
          </p:cNvSpPr>
          <p:nvPr>
            <p:ph type="body" sz="quarter" idx="39" hasCustomPrompt="1"/>
          </p:nvPr>
        </p:nvSpPr>
        <p:spPr>
          <a:xfrm>
            <a:off x="8592769" y="4079992"/>
            <a:ext cx="2874219" cy="1711208"/>
          </a:xfrm>
          <a:prstGeom prst="rect">
            <a:avLst/>
          </a:prstGeom>
        </p:spPr>
        <p:txBody>
          <a:bodyPr>
            <a:noAutofit/>
          </a:bodyPr>
          <a:lstStyle>
            <a:lvl1pPr>
              <a:lnSpc>
                <a:spcPct val="100000"/>
              </a:lnSpc>
              <a:defRPr sz="1600"/>
            </a:lvl1pPr>
            <a:lvl2pPr>
              <a:lnSpc>
                <a:spcPts val="1591"/>
              </a:lnSpc>
              <a:buClr>
                <a:schemeClr val="accent3"/>
              </a:buClr>
              <a:defRPr sz="1400"/>
            </a:lvl2pPr>
            <a:lvl3pPr>
              <a:lnSpc>
                <a:spcPts val="1477"/>
              </a:lnSpc>
              <a:buClr>
                <a:schemeClr val="accent3"/>
              </a:buClr>
              <a:defRPr sz="1200"/>
            </a:lvl3pPr>
            <a:lvl4pPr>
              <a:lnSpc>
                <a:spcPts val="1364"/>
              </a:lnSpc>
              <a:buClr>
                <a:schemeClr val="accent3"/>
              </a:buClr>
              <a:defRPr sz="1100"/>
            </a:lvl4pPr>
            <a:lvl5pPr>
              <a:lnSpc>
                <a:spcPct val="100000"/>
              </a:lnSpc>
              <a:defRPr sz="1400"/>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3263089346"/>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 bullets with highlights">
    <p:bg>
      <p:bgRef idx="1001">
        <a:schemeClr val="bg1"/>
      </p:bgRef>
    </p:bg>
    <p:spTree>
      <p:nvGrpSpPr>
        <p:cNvPr id="1" name=""/>
        <p:cNvGrpSpPr/>
        <p:nvPr/>
      </p:nvGrpSpPr>
      <p:grpSpPr>
        <a:xfrm>
          <a:off x="0" y="0"/>
          <a:ext cx="0" cy="0"/>
          <a:chOff x="0" y="0"/>
          <a:chExt cx="0" cy="0"/>
        </a:xfrm>
      </p:grpSpPr>
      <p:sp>
        <p:nvSpPr>
          <p:cNvPr id="41" name="Oval 20">
            <a:extLst>
              <a:ext uri="{FF2B5EF4-FFF2-40B4-BE49-F238E27FC236}">
                <a16:creationId xmlns:a16="http://schemas.microsoft.com/office/drawing/2014/main" id="{ADB39E78-E9B7-40CD-9999-E8302C610DC2}"/>
              </a:ext>
            </a:extLst>
          </p:cNvPr>
          <p:cNvSpPr/>
          <p:nvPr userDrawn="1"/>
        </p:nvSpPr>
        <p:spPr>
          <a:xfrm>
            <a:off x="5563595" y="4734099"/>
            <a:ext cx="1204015" cy="1137595"/>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95E616"/>
          </a:solidFill>
          <a:ln>
            <a:noFill/>
          </a:ln>
        </p:spPr>
        <p:style>
          <a:lnRef idx="2">
            <a:schemeClr val="accent1">
              <a:shade val="50000"/>
            </a:schemeClr>
          </a:lnRef>
          <a:fillRef idx="1">
            <a:schemeClr val="accent1"/>
          </a:fillRef>
          <a:effectRef idx="0">
            <a:schemeClr val="accent1"/>
          </a:effectRef>
          <a:fontRef idx="minor">
            <a:schemeClr val="lt1"/>
          </a:fontRef>
        </p:style>
        <p:txBody>
          <a:bodyPr lIns="103879" tIns="51940" rIns="103879" bIns="51940" rtlCol="0" anchor="ctr"/>
          <a:lstStyle/>
          <a:p>
            <a:pPr algn="ctr" defTabSz="1038825"/>
            <a:endParaRPr lang="pt-PT" sz="2000">
              <a:solidFill>
                <a:prstClr val="white"/>
              </a:solidFill>
            </a:endParaRPr>
          </a:p>
        </p:txBody>
      </p:sp>
      <p:sp>
        <p:nvSpPr>
          <p:cNvPr id="42" name="Oval 20">
            <a:extLst>
              <a:ext uri="{FF2B5EF4-FFF2-40B4-BE49-F238E27FC236}">
                <a16:creationId xmlns:a16="http://schemas.microsoft.com/office/drawing/2014/main" id="{80DEC651-0810-4FD4-A2CA-C54974433D45}"/>
              </a:ext>
            </a:extLst>
          </p:cNvPr>
          <p:cNvSpPr/>
          <p:nvPr userDrawn="1"/>
        </p:nvSpPr>
        <p:spPr>
          <a:xfrm>
            <a:off x="5563595" y="2944152"/>
            <a:ext cx="1204015" cy="1137595"/>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FF304C"/>
          </a:solidFill>
          <a:ln>
            <a:noFill/>
          </a:ln>
        </p:spPr>
        <p:style>
          <a:lnRef idx="2">
            <a:schemeClr val="accent1">
              <a:shade val="50000"/>
            </a:schemeClr>
          </a:lnRef>
          <a:fillRef idx="1">
            <a:schemeClr val="accent1"/>
          </a:fillRef>
          <a:effectRef idx="0">
            <a:schemeClr val="accent1"/>
          </a:effectRef>
          <a:fontRef idx="minor">
            <a:schemeClr val="lt1"/>
          </a:fontRef>
        </p:style>
        <p:txBody>
          <a:bodyPr lIns="103879" tIns="51940" rIns="103879" bIns="51940" rtlCol="0" anchor="ctr"/>
          <a:lstStyle/>
          <a:p>
            <a:pPr algn="ctr" defTabSz="1038825"/>
            <a:endParaRPr lang="pt-PT" sz="2000">
              <a:solidFill>
                <a:prstClr val="white"/>
              </a:solidFill>
            </a:endParaRPr>
          </a:p>
        </p:txBody>
      </p:sp>
      <p:sp>
        <p:nvSpPr>
          <p:cNvPr id="43" name="Oval 20">
            <a:extLst>
              <a:ext uri="{FF2B5EF4-FFF2-40B4-BE49-F238E27FC236}">
                <a16:creationId xmlns:a16="http://schemas.microsoft.com/office/drawing/2014/main" id="{4F0142AD-298C-4A60-9F24-035D4F3F07D0}"/>
              </a:ext>
            </a:extLst>
          </p:cNvPr>
          <p:cNvSpPr/>
          <p:nvPr userDrawn="1"/>
        </p:nvSpPr>
        <p:spPr>
          <a:xfrm>
            <a:off x="5516146" y="1186059"/>
            <a:ext cx="1204015" cy="1137595"/>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12ABDB"/>
          </a:solidFill>
          <a:ln>
            <a:noFill/>
          </a:ln>
        </p:spPr>
        <p:style>
          <a:lnRef idx="2">
            <a:schemeClr val="accent1">
              <a:shade val="50000"/>
            </a:schemeClr>
          </a:lnRef>
          <a:fillRef idx="1">
            <a:schemeClr val="accent1"/>
          </a:fillRef>
          <a:effectRef idx="0">
            <a:schemeClr val="accent1"/>
          </a:effectRef>
          <a:fontRef idx="minor">
            <a:schemeClr val="lt1"/>
          </a:fontRef>
        </p:style>
        <p:txBody>
          <a:bodyPr lIns="103879" tIns="51940" rIns="103879" bIns="51940" rtlCol="0" anchor="ctr"/>
          <a:lstStyle/>
          <a:p>
            <a:pPr algn="ctr" defTabSz="1038825"/>
            <a:endParaRPr lang="pt-PT" sz="2000">
              <a:solidFill>
                <a:prstClr val="white"/>
              </a:solidFill>
            </a:endParaRPr>
          </a:p>
        </p:txBody>
      </p:sp>
      <p:sp>
        <p:nvSpPr>
          <p:cNvPr id="13" name="Rectangle 12">
            <a:extLst>
              <a:ext uri="{FF2B5EF4-FFF2-40B4-BE49-F238E27FC236}">
                <a16:creationId xmlns:a16="http://schemas.microsoft.com/office/drawing/2014/main" id="{9455EBB8-DB3C-45D2-B02F-0B36A58E555B}"/>
              </a:ext>
            </a:extLst>
          </p:cNvPr>
          <p:cNvSpPr/>
          <p:nvPr userDrawn="1"/>
        </p:nvSpPr>
        <p:spPr>
          <a:xfrm>
            <a:off x="2" y="0"/>
            <a:ext cx="4749298" cy="6858000"/>
          </a:xfrm>
          <a:prstGeom prst="rect">
            <a:avLst/>
          </a:prstGeom>
          <a:solidFill>
            <a:srgbClr val="E6E7E7"/>
          </a:solidFill>
          <a:ln>
            <a:noFill/>
          </a:ln>
        </p:spPr>
        <p:style>
          <a:lnRef idx="2">
            <a:schemeClr val="accent1">
              <a:shade val="50000"/>
            </a:schemeClr>
          </a:lnRef>
          <a:fillRef idx="1">
            <a:schemeClr val="accent1"/>
          </a:fillRef>
          <a:effectRef idx="0">
            <a:schemeClr val="accent1"/>
          </a:effectRef>
          <a:fontRef idx="minor">
            <a:schemeClr val="lt1"/>
          </a:fontRef>
        </p:style>
        <p:txBody>
          <a:bodyPr lIns="103879" tIns="51940" rIns="103879" bIns="51940" rtlCol="0" anchor="ctr"/>
          <a:lstStyle/>
          <a:p>
            <a:pPr algn="ctr" defTabSz="1038825"/>
            <a:endParaRPr lang="pt-PT" sz="2000">
              <a:solidFill>
                <a:prstClr val="white"/>
              </a:solidFill>
            </a:endParaRPr>
          </a:p>
        </p:txBody>
      </p:sp>
      <p:pic>
        <p:nvPicPr>
          <p:cNvPr id="14" name="Graphic 41">
            <a:extLst>
              <a:ext uri="{FF2B5EF4-FFF2-40B4-BE49-F238E27FC236}">
                <a16:creationId xmlns:a16="http://schemas.microsoft.com/office/drawing/2014/main" id="{39882BC4-7320-49FC-B1BE-AEB377EFC01A}"/>
              </a:ext>
            </a:extLst>
          </p:cNvPr>
          <p:cNvPicPr>
            <a:picLocks noChangeAspect="1"/>
          </p:cNvPicPr>
          <p:nvPr userDrawn="1"/>
        </p:nvPicPr>
        <p:blipFill>
          <a:blip r:embed="rId2" cstate="print">
            <a:extLst>
              <a:ext uri="{96DAC541-7B7A-43D3-8B79-37D633B846F1}">
                <asvg:svgBlip xmlns:asvg="http://schemas.microsoft.com/office/drawing/2016/SVG/main" r:embed="rId3"/>
              </a:ext>
            </a:extLst>
          </a:blip>
          <a:srcRect t="7669"/>
          <a:stretch>
            <a:fillRect/>
          </a:stretch>
        </p:blipFill>
        <p:spPr>
          <a:xfrm rot="7221508" flipH="1" flipV="1">
            <a:off x="-510399" y="-999749"/>
            <a:ext cx="4694967" cy="4418573"/>
          </a:xfrm>
          <a:custGeom>
            <a:avLst/>
            <a:gdLst>
              <a:gd name="connsiteX0" fmla="*/ 0 w 6728158"/>
              <a:gd name="connsiteY0" fmla="*/ 6332069 h 6332069"/>
              <a:gd name="connsiteX1" fmla="*/ 6728158 w 6728158"/>
              <a:gd name="connsiteY1" fmla="*/ 6332069 h 6332069"/>
              <a:gd name="connsiteX2" fmla="*/ 6728158 w 6728158"/>
              <a:gd name="connsiteY2" fmla="*/ 5480387 h 6332069"/>
              <a:gd name="connsiteX3" fmla="*/ 3518172 w 6728158"/>
              <a:gd name="connsiteY3" fmla="*/ 0 h 6332069"/>
              <a:gd name="connsiteX4" fmla="*/ 0 w 6728158"/>
              <a:gd name="connsiteY4" fmla="*/ 2060673 h 63320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28158" h="6332069">
                <a:moveTo>
                  <a:pt x="0" y="6332069"/>
                </a:moveTo>
                <a:lnTo>
                  <a:pt x="6728158" y="6332069"/>
                </a:lnTo>
                <a:lnTo>
                  <a:pt x="6728158" y="5480387"/>
                </a:lnTo>
                <a:lnTo>
                  <a:pt x="3518172" y="0"/>
                </a:lnTo>
                <a:lnTo>
                  <a:pt x="0" y="2060673"/>
                </a:lnTo>
                <a:close/>
              </a:path>
            </a:pathLst>
          </a:custGeom>
        </p:spPr>
      </p:pic>
      <p:sp>
        <p:nvSpPr>
          <p:cNvPr id="24" name="Text Placeholder 4">
            <a:extLst>
              <a:ext uri="{FF2B5EF4-FFF2-40B4-BE49-F238E27FC236}">
                <a16:creationId xmlns:a16="http://schemas.microsoft.com/office/drawing/2014/main" id="{B7C16A20-D927-494E-94A9-49AF2E1FA010}"/>
              </a:ext>
            </a:extLst>
          </p:cNvPr>
          <p:cNvSpPr>
            <a:spLocks noGrp="1"/>
          </p:cNvSpPr>
          <p:nvPr>
            <p:ph type="body" sz="quarter" idx="35" hasCustomPrompt="1"/>
          </p:nvPr>
        </p:nvSpPr>
        <p:spPr>
          <a:xfrm>
            <a:off x="5713878" y="1525461"/>
            <a:ext cx="863262" cy="482705"/>
          </a:xfrm>
          <a:prstGeom prst="rect">
            <a:avLst/>
          </a:prstGeom>
          <a:noFill/>
        </p:spPr>
        <p:txBody>
          <a:bodyPr anchor="ctr">
            <a:noAutofit/>
          </a:bodyPr>
          <a:lstStyle>
            <a:lvl1pPr algn="ctr">
              <a:lnSpc>
                <a:spcPts val="3408"/>
              </a:lnSpc>
              <a:defRPr sz="2999" b="0">
                <a:solidFill>
                  <a:srgbClr val="2C004B"/>
                </a:solidFill>
              </a:defRPr>
            </a:lvl1pPr>
            <a:lvl2pPr>
              <a:defRPr sz="1600"/>
            </a:lvl2pPr>
            <a:lvl3pPr>
              <a:defRPr sz="1400"/>
            </a:lvl3pPr>
            <a:lvl4pPr>
              <a:defRPr sz="1200"/>
            </a:lvl4pPr>
            <a:lvl5pPr>
              <a:defRPr sz="1200"/>
            </a:lvl5pPr>
          </a:lstStyle>
          <a:p>
            <a:pPr lvl="0"/>
            <a:r>
              <a:rPr lang="en-US" dirty="0"/>
              <a:t>Nº</a:t>
            </a:r>
          </a:p>
        </p:txBody>
      </p:sp>
      <p:sp>
        <p:nvSpPr>
          <p:cNvPr id="25" name="Text Placeholder 4">
            <a:extLst>
              <a:ext uri="{FF2B5EF4-FFF2-40B4-BE49-F238E27FC236}">
                <a16:creationId xmlns:a16="http://schemas.microsoft.com/office/drawing/2014/main" id="{936BACCD-6FBF-486E-81CB-3462560DA2CE}"/>
              </a:ext>
            </a:extLst>
          </p:cNvPr>
          <p:cNvSpPr>
            <a:spLocks noGrp="1"/>
          </p:cNvSpPr>
          <p:nvPr>
            <p:ph type="body" sz="quarter" idx="36" hasCustomPrompt="1"/>
          </p:nvPr>
        </p:nvSpPr>
        <p:spPr>
          <a:xfrm>
            <a:off x="5713878" y="3284124"/>
            <a:ext cx="863262" cy="482705"/>
          </a:xfrm>
          <a:prstGeom prst="rect">
            <a:avLst/>
          </a:prstGeom>
          <a:noFill/>
        </p:spPr>
        <p:txBody>
          <a:bodyPr anchor="ctr">
            <a:noAutofit/>
          </a:bodyPr>
          <a:lstStyle>
            <a:lvl1pPr algn="ctr">
              <a:lnSpc>
                <a:spcPts val="3408"/>
              </a:lnSpc>
              <a:defRPr sz="2999" b="0">
                <a:solidFill>
                  <a:srgbClr val="2C004B"/>
                </a:solidFill>
              </a:defRPr>
            </a:lvl1pPr>
            <a:lvl2pPr>
              <a:defRPr sz="1600"/>
            </a:lvl2pPr>
            <a:lvl3pPr>
              <a:defRPr sz="1400"/>
            </a:lvl3pPr>
            <a:lvl4pPr>
              <a:defRPr sz="1200"/>
            </a:lvl4pPr>
            <a:lvl5pPr>
              <a:defRPr sz="1200"/>
            </a:lvl5pPr>
          </a:lstStyle>
          <a:p>
            <a:pPr lvl="0"/>
            <a:r>
              <a:rPr lang="en-US" dirty="0"/>
              <a:t>Nº</a:t>
            </a:r>
          </a:p>
        </p:txBody>
      </p:sp>
      <p:sp>
        <p:nvSpPr>
          <p:cNvPr id="26" name="Text Placeholder 4">
            <a:extLst>
              <a:ext uri="{FF2B5EF4-FFF2-40B4-BE49-F238E27FC236}">
                <a16:creationId xmlns:a16="http://schemas.microsoft.com/office/drawing/2014/main" id="{48E9C506-31EA-4D04-B660-3B4DB0704112}"/>
              </a:ext>
            </a:extLst>
          </p:cNvPr>
          <p:cNvSpPr>
            <a:spLocks noGrp="1"/>
          </p:cNvSpPr>
          <p:nvPr>
            <p:ph type="body" sz="quarter" idx="37" hasCustomPrompt="1"/>
          </p:nvPr>
        </p:nvSpPr>
        <p:spPr>
          <a:xfrm>
            <a:off x="5713878" y="5061946"/>
            <a:ext cx="863262" cy="482705"/>
          </a:xfrm>
          <a:prstGeom prst="rect">
            <a:avLst/>
          </a:prstGeom>
          <a:noFill/>
        </p:spPr>
        <p:txBody>
          <a:bodyPr anchor="ctr">
            <a:noAutofit/>
          </a:bodyPr>
          <a:lstStyle>
            <a:lvl1pPr algn="ctr">
              <a:lnSpc>
                <a:spcPts val="3408"/>
              </a:lnSpc>
              <a:defRPr sz="2999" b="0">
                <a:solidFill>
                  <a:srgbClr val="2C004B"/>
                </a:solidFill>
              </a:defRPr>
            </a:lvl1pPr>
            <a:lvl2pPr>
              <a:defRPr sz="1600"/>
            </a:lvl2pPr>
            <a:lvl3pPr>
              <a:defRPr sz="1400"/>
            </a:lvl3pPr>
            <a:lvl4pPr>
              <a:defRPr sz="1200"/>
            </a:lvl4pPr>
            <a:lvl5pPr>
              <a:defRPr sz="1200"/>
            </a:lvl5pPr>
          </a:lstStyle>
          <a:p>
            <a:pPr lvl="0"/>
            <a:r>
              <a:rPr lang="en-US" dirty="0"/>
              <a:t>Nº</a:t>
            </a:r>
          </a:p>
        </p:txBody>
      </p:sp>
      <p:sp>
        <p:nvSpPr>
          <p:cNvPr id="27" name="Text Placeholder 7">
            <a:extLst>
              <a:ext uri="{FF2B5EF4-FFF2-40B4-BE49-F238E27FC236}">
                <a16:creationId xmlns:a16="http://schemas.microsoft.com/office/drawing/2014/main" id="{9949BCD6-E419-4ED2-9061-402DD5FF2406}"/>
              </a:ext>
            </a:extLst>
          </p:cNvPr>
          <p:cNvSpPr>
            <a:spLocks noGrp="1"/>
          </p:cNvSpPr>
          <p:nvPr>
            <p:ph type="body" sz="quarter" idx="38" hasCustomPrompt="1"/>
          </p:nvPr>
        </p:nvSpPr>
        <p:spPr>
          <a:xfrm>
            <a:off x="426716" y="3367133"/>
            <a:ext cx="3670826" cy="2993216"/>
          </a:xfrm>
          <a:prstGeom prst="rect">
            <a:avLst/>
          </a:prstGeom>
        </p:spPr>
        <p:txBody>
          <a:bodyPr>
            <a:noAutofit/>
          </a:bodyPr>
          <a:lstStyle>
            <a:lvl1pPr>
              <a:lnSpc>
                <a:spcPts val="2500"/>
              </a:lnSpc>
              <a:defRPr sz="2000"/>
            </a:lvl1pPr>
            <a:lvl2pPr>
              <a:lnSpc>
                <a:spcPts val="2045"/>
              </a:lnSpc>
              <a:buClr>
                <a:schemeClr val="accent3"/>
              </a:buClr>
              <a:defRPr sz="1800"/>
            </a:lvl2pPr>
            <a:lvl3pPr>
              <a:lnSpc>
                <a:spcPts val="1818"/>
              </a:lnSpc>
              <a:buClr>
                <a:schemeClr val="accent3"/>
              </a:buClr>
              <a:defRPr sz="1600"/>
            </a:lvl3pPr>
            <a:lvl4pPr>
              <a:lnSpc>
                <a:spcPts val="1591"/>
              </a:lnSpc>
              <a:buClr>
                <a:schemeClr val="accent3"/>
              </a:buClr>
              <a:defRPr sz="1400"/>
            </a:lvl4pPr>
            <a:lvl5pPr>
              <a:lnSpc>
                <a:spcPct val="100000"/>
              </a:lnSpc>
              <a:defRPr sz="1400"/>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15"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407988" y="404815"/>
            <a:ext cx="2663677" cy="1584027"/>
          </a:xfrm>
          <a:prstGeom prst="rect">
            <a:avLst/>
          </a:prstGeom>
        </p:spPr>
        <p:txBody>
          <a:bodyPr vert="horz" lIns="0" tIns="0" rIns="0" bIns="0" rtlCol="0" anchor="t">
            <a:normAutofit/>
          </a:bodyPr>
          <a:lstStyle>
            <a:lvl1pPr>
              <a:defRPr lang="pt-PT" dirty="0">
                <a:solidFill>
                  <a:schemeClr val="bg1"/>
                </a:solidFill>
              </a:defRPr>
            </a:lvl1pPr>
          </a:lstStyle>
          <a:p>
            <a:pPr lvl="0">
              <a:lnSpc>
                <a:spcPts val="3408"/>
              </a:lnSpc>
            </a:pPr>
            <a:r>
              <a:rPr lang="en-US" dirty="0"/>
              <a:t>Click to add title</a:t>
            </a:r>
            <a:endParaRPr lang="pt-PT" dirty="0"/>
          </a:p>
        </p:txBody>
      </p:sp>
      <p:sp>
        <p:nvSpPr>
          <p:cNvPr id="16" name="Text Placeholder 4">
            <a:extLst>
              <a:ext uri="{FF2B5EF4-FFF2-40B4-BE49-F238E27FC236}">
                <a16:creationId xmlns:a16="http://schemas.microsoft.com/office/drawing/2014/main" id="{04C1CAD0-39C3-4CE2-A9E9-8CA99EFF5357}"/>
              </a:ext>
            </a:extLst>
          </p:cNvPr>
          <p:cNvSpPr>
            <a:spLocks noGrp="1"/>
          </p:cNvSpPr>
          <p:nvPr>
            <p:ph type="body" sz="quarter" idx="13" hasCustomPrompt="1"/>
          </p:nvPr>
        </p:nvSpPr>
        <p:spPr>
          <a:xfrm>
            <a:off x="6917891" y="825196"/>
            <a:ext cx="4866123" cy="412363"/>
          </a:xfrm>
          <a:prstGeom prst="rect">
            <a:avLst/>
          </a:prstGeom>
          <a:noFill/>
        </p:spPr>
        <p:txBody>
          <a:bodyPr anchor="ctr">
            <a:noAutofit/>
          </a:bodyPr>
          <a:lstStyle>
            <a:lvl1pPr algn="l">
              <a:defRPr sz="2000" b="0">
                <a:solidFill>
                  <a:schemeClr val="tx2"/>
                </a:solidFill>
              </a:defRPr>
            </a:lvl1pPr>
            <a:lvl2pPr>
              <a:defRPr sz="1600"/>
            </a:lvl2pPr>
            <a:lvl3pPr>
              <a:defRPr sz="1400"/>
            </a:lvl3pPr>
            <a:lvl4pPr>
              <a:defRPr sz="1200"/>
            </a:lvl4pPr>
            <a:lvl5pPr>
              <a:defRPr sz="1200"/>
            </a:lvl5pPr>
          </a:lstStyle>
          <a:p>
            <a:pPr lvl="0"/>
            <a:r>
              <a:rPr lang="en-US" dirty="0"/>
              <a:t>Click to insert title</a:t>
            </a:r>
          </a:p>
        </p:txBody>
      </p:sp>
      <p:sp>
        <p:nvSpPr>
          <p:cNvPr id="17" name="Text Placeholder 7">
            <a:extLst>
              <a:ext uri="{FF2B5EF4-FFF2-40B4-BE49-F238E27FC236}">
                <a16:creationId xmlns:a16="http://schemas.microsoft.com/office/drawing/2014/main" id="{9228FC83-C11D-47F2-8BDE-B10D125E5E87}"/>
              </a:ext>
            </a:extLst>
          </p:cNvPr>
          <p:cNvSpPr>
            <a:spLocks noGrp="1"/>
          </p:cNvSpPr>
          <p:nvPr>
            <p:ph type="body" sz="quarter" idx="32" hasCustomPrompt="1"/>
          </p:nvPr>
        </p:nvSpPr>
        <p:spPr>
          <a:xfrm>
            <a:off x="6917891" y="1268416"/>
            <a:ext cx="4866123" cy="996793"/>
          </a:xfrm>
          <a:prstGeom prst="rect">
            <a:avLst/>
          </a:prstGeom>
        </p:spPr>
        <p:txBody>
          <a:bodyPr>
            <a:noAutofit/>
          </a:bodyPr>
          <a:lstStyle>
            <a:lvl1pPr>
              <a:lnSpc>
                <a:spcPts val="1818"/>
              </a:lnSpc>
              <a:defRPr sz="1600">
                <a:solidFill>
                  <a:schemeClr val="tx1"/>
                </a:solidFill>
              </a:defRPr>
            </a:lvl1pPr>
            <a:lvl2pPr marL="196584" indent="-191173">
              <a:lnSpc>
                <a:spcPts val="1591"/>
              </a:lnSpc>
              <a:buClr>
                <a:schemeClr val="accent3"/>
              </a:buClr>
              <a:defRPr sz="1400">
                <a:solidFill>
                  <a:schemeClr val="tx1"/>
                </a:solidFill>
              </a:defRPr>
            </a:lvl2pPr>
            <a:lvl3pPr marL="394970" indent="-198386">
              <a:lnSpc>
                <a:spcPts val="1591"/>
              </a:lnSpc>
              <a:buClr>
                <a:schemeClr val="accent3"/>
              </a:buClr>
              <a:defRPr sz="1400">
                <a:solidFill>
                  <a:schemeClr val="tx1"/>
                </a:solidFill>
              </a:defRPr>
            </a:lvl3pPr>
            <a:lvl4pPr marL="578929" indent="-183958">
              <a:lnSpc>
                <a:spcPts val="1364"/>
              </a:lnSpc>
              <a:buClr>
                <a:schemeClr val="accent3"/>
              </a:buClr>
              <a:defRPr sz="1200">
                <a:solidFill>
                  <a:schemeClr val="tx1"/>
                </a:solidFill>
              </a:defRPr>
            </a:lvl4pPr>
            <a:lvl5pPr>
              <a:lnSpc>
                <a:spcPct val="100000"/>
              </a:lnSpc>
              <a:defRPr sz="1400">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33" name="Text Placeholder 4">
            <a:extLst>
              <a:ext uri="{FF2B5EF4-FFF2-40B4-BE49-F238E27FC236}">
                <a16:creationId xmlns:a16="http://schemas.microsoft.com/office/drawing/2014/main" id="{04C1CAD0-39C3-4CE2-A9E9-8CA99EFF5357}"/>
              </a:ext>
            </a:extLst>
          </p:cNvPr>
          <p:cNvSpPr>
            <a:spLocks noGrp="1"/>
          </p:cNvSpPr>
          <p:nvPr>
            <p:ph type="body" sz="quarter" idx="39" hasCustomPrompt="1"/>
          </p:nvPr>
        </p:nvSpPr>
        <p:spPr>
          <a:xfrm>
            <a:off x="6917891" y="2583861"/>
            <a:ext cx="4866123" cy="412363"/>
          </a:xfrm>
          <a:prstGeom prst="rect">
            <a:avLst/>
          </a:prstGeom>
          <a:noFill/>
        </p:spPr>
        <p:txBody>
          <a:bodyPr anchor="ctr">
            <a:noAutofit/>
          </a:bodyPr>
          <a:lstStyle>
            <a:lvl1pPr algn="l">
              <a:defRPr sz="2000" b="0">
                <a:solidFill>
                  <a:schemeClr val="tx2"/>
                </a:solidFill>
              </a:defRPr>
            </a:lvl1pPr>
            <a:lvl2pPr>
              <a:defRPr sz="1600"/>
            </a:lvl2pPr>
            <a:lvl3pPr>
              <a:defRPr sz="1400"/>
            </a:lvl3pPr>
            <a:lvl4pPr>
              <a:defRPr sz="1200"/>
            </a:lvl4pPr>
            <a:lvl5pPr>
              <a:defRPr sz="1200"/>
            </a:lvl5pPr>
          </a:lstStyle>
          <a:p>
            <a:pPr lvl="0"/>
            <a:r>
              <a:rPr lang="en-US" dirty="0"/>
              <a:t>Click to insert title</a:t>
            </a:r>
          </a:p>
        </p:txBody>
      </p:sp>
      <p:sp>
        <p:nvSpPr>
          <p:cNvPr id="34" name="Text Placeholder 7">
            <a:extLst>
              <a:ext uri="{FF2B5EF4-FFF2-40B4-BE49-F238E27FC236}">
                <a16:creationId xmlns:a16="http://schemas.microsoft.com/office/drawing/2014/main" id="{9228FC83-C11D-47F2-8BDE-B10D125E5E87}"/>
              </a:ext>
            </a:extLst>
          </p:cNvPr>
          <p:cNvSpPr>
            <a:spLocks noGrp="1"/>
          </p:cNvSpPr>
          <p:nvPr>
            <p:ph type="body" sz="quarter" idx="40" hasCustomPrompt="1"/>
          </p:nvPr>
        </p:nvSpPr>
        <p:spPr>
          <a:xfrm>
            <a:off x="6917891" y="3027079"/>
            <a:ext cx="4866123" cy="996793"/>
          </a:xfrm>
          <a:prstGeom prst="rect">
            <a:avLst/>
          </a:prstGeom>
        </p:spPr>
        <p:txBody>
          <a:bodyPr>
            <a:noAutofit/>
          </a:bodyPr>
          <a:lstStyle>
            <a:lvl1pPr>
              <a:lnSpc>
                <a:spcPts val="1818"/>
              </a:lnSpc>
              <a:defRPr sz="1600">
                <a:solidFill>
                  <a:schemeClr val="tx1"/>
                </a:solidFill>
              </a:defRPr>
            </a:lvl1pPr>
            <a:lvl2pPr marL="196584" indent="-191173">
              <a:lnSpc>
                <a:spcPts val="1591"/>
              </a:lnSpc>
              <a:buClr>
                <a:schemeClr val="accent3"/>
              </a:buClr>
              <a:defRPr sz="1400">
                <a:solidFill>
                  <a:schemeClr val="tx1"/>
                </a:solidFill>
              </a:defRPr>
            </a:lvl2pPr>
            <a:lvl3pPr marL="394970" indent="-198386">
              <a:lnSpc>
                <a:spcPts val="1591"/>
              </a:lnSpc>
              <a:buClr>
                <a:schemeClr val="accent3"/>
              </a:buClr>
              <a:defRPr sz="1400">
                <a:solidFill>
                  <a:schemeClr val="tx1"/>
                </a:solidFill>
              </a:defRPr>
            </a:lvl3pPr>
            <a:lvl4pPr marL="578929" indent="-183958">
              <a:lnSpc>
                <a:spcPts val="1364"/>
              </a:lnSpc>
              <a:buClr>
                <a:schemeClr val="accent3"/>
              </a:buClr>
              <a:defRPr sz="1200">
                <a:solidFill>
                  <a:schemeClr val="tx1"/>
                </a:solidFill>
              </a:defRPr>
            </a:lvl4pPr>
            <a:lvl5pPr>
              <a:lnSpc>
                <a:spcPct val="100000"/>
              </a:lnSpc>
              <a:defRPr sz="1400">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35" name="Text Placeholder 4">
            <a:extLst>
              <a:ext uri="{FF2B5EF4-FFF2-40B4-BE49-F238E27FC236}">
                <a16:creationId xmlns:a16="http://schemas.microsoft.com/office/drawing/2014/main" id="{04C1CAD0-39C3-4CE2-A9E9-8CA99EFF5357}"/>
              </a:ext>
            </a:extLst>
          </p:cNvPr>
          <p:cNvSpPr>
            <a:spLocks noGrp="1"/>
          </p:cNvSpPr>
          <p:nvPr>
            <p:ph type="body" sz="quarter" idx="41" hasCustomPrompt="1"/>
          </p:nvPr>
        </p:nvSpPr>
        <p:spPr>
          <a:xfrm>
            <a:off x="6917891" y="4361684"/>
            <a:ext cx="4866123" cy="412363"/>
          </a:xfrm>
          <a:prstGeom prst="rect">
            <a:avLst/>
          </a:prstGeom>
          <a:noFill/>
        </p:spPr>
        <p:txBody>
          <a:bodyPr anchor="ctr">
            <a:noAutofit/>
          </a:bodyPr>
          <a:lstStyle>
            <a:lvl1pPr algn="l">
              <a:defRPr sz="2000" b="0">
                <a:solidFill>
                  <a:schemeClr val="tx2"/>
                </a:solidFill>
              </a:defRPr>
            </a:lvl1pPr>
            <a:lvl2pPr>
              <a:defRPr sz="1600"/>
            </a:lvl2pPr>
            <a:lvl3pPr>
              <a:defRPr sz="1400"/>
            </a:lvl3pPr>
            <a:lvl4pPr>
              <a:defRPr sz="1200"/>
            </a:lvl4pPr>
            <a:lvl5pPr>
              <a:defRPr sz="1200"/>
            </a:lvl5pPr>
          </a:lstStyle>
          <a:p>
            <a:pPr lvl="0"/>
            <a:r>
              <a:rPr lang="en-US" dirty="0"/>
              <a:t>Click to insert title</a:t>
            </a:r>
          </a:p>
        </p:txBody>
      </p:sp>
      <p:sp>
        <p:nvSpPr>
          <p:cNvPr id="36" name="Text Placeholder 7">
            <a:extLst>
              <a:ext uri="{FF2B5EF4-FFF2-40B4-BE49-F238E27FC236}">
                <a16:creationId xmlns:a16="http://schemas.microsoft.com/office/drawing/2014/main" id="{9228FC83-C11D-47F2-8BDE-B10D125E5E87}"/>
              </a:ext>
            </a:extLst>
          </p:cNvPr>
          <p:cNvSpPr>
            <a:spLocks noGrp="1"/>
          </p:cNvSpPr>
          <p:nvPr>
            <p:ph type="body" sz="quarter" idx="42" hasCustomPrompt="1"/>
          </p:nvPr>
        </p:nvSpPr>
        <p:spPr>
          <a:xfrm>
            <a:off x="6917891" y="4804901"/>
            <a:ext cx="4866123" cy="996793"/>
          </a:xfrm>
          <a:prstGeom prst="rect">
            <a:avLst/>
          </a:prstGeom>
        </p:spPr>
        <p:txBody>
          <a:bodyPr>
            <a:noAutofit/>
          </a:bodyPr>
          <a:lstStyle>
            <a:lvl1pPr>
              <a:lnSpc>
                <a:spcPts val="1818"/>
              </a:lnSpc>
              <a:defRPr sz="1600">
                <a:solidFill>
                  <a:schemeClr val="tx1"/>
                </a:solidFill>
              </a:defRPr>
            </a:lvl1pPr>
            <a:lvl2pPr marL="196584" indent="-191173">
              <a:lnSpc>
                <a:spcPts val="1591"/>
              </a:lnSpc>
              <a:buClr>
                <a:schemeClr val="accent3"/>
              </a:buClr>
              <a:defRPr sz="1400">
                <a:solidFill>
                  <a:schemeClr val="tx1"/>
                </a:solidFill>
              </a:defRPr>
            </a:lvl2pPr>
            <a:lvl3pPr marL="394970" indent="-198386">
              <a:lnSpc>
                <a:spcPts val="1591"/>
              </a:lnSpc>
              <a:buClr>
                <a:schemeClr val="accent3"/>
              </a:buClr>
              <a:defRPr sz="1400">
                <a:solidFill>
                  <a:schemeClr val="tx1"/>
                </a:solidFill>
              </a:defRPr>
            </a:lvl3pPr>
            <a:lvl4pPr marL="578929" indent="-183958">
              <a:lnSpc>
                <a:spcPts val="1364"/>
              </a:lnSpc>
              <a:buClr>
                <a:schemeClr val="accent3"/>
              </a:buClr>
              <a:defRPr sz="1200">
                <a:solidFill>
                  <a:schemeClr val="tx1"/>
                </a:solidFill>
              </a:defRPr>
            </a:lvl4pPr>
            <a:lvl5pPr>
              <a:lnSpc>
                <a:spcPct val="100000"/>
              </a:lnSpc>
              <a:defRPr sz="1400">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37" name="Retângulo 43">
            <a:extLst>
              <a:ext uri="{FF2B5EF4-FFF2-40B4-BE49-F238E27FC236}">
                <a16:creationId xmlns:a16="http://schemas.microsoft.com/office/drawing/2014/main" id="{25FC8637-25BD-4C09-AF25-56B4243DAB3D}"/>
              </a:ext>
            </a:extLst>
          </p:cNvPr>
          <p:cNvSpPr/>
          <p:nvPr userDrawn="1"/>
        </p:nvSpPr>
        <p:spPr>
          <a:xfrm>
            <a:off x="11616126" y="6555758"/>
            <a:ext cx="410263" cy="243362"/>
          </a:xfrm>
          <a:prstGeom prst="rect">
            <a:avLst/>
          </a:prstGeom>
        </p:spPr>
        <p:txBody>
          <a:bodyPr wrap="none" lIns="103879" tIns="51940" rIns="103879" bIns="51940">
            <a:spAutoFit/>
          </a:bodyPr>
          <a:lstStyle/>
          <a:p>
            <a:pPr algn="r" defTabSz="1038825"/>
            <a:fld id="{0502E5A9-B53C-401E-A0E0-4A359BB0A9E5}" type="slidenum">
              <a:rPr lang="en-US" sz="900" smtClean="0">
                <a:solidFill>
                  <a:prstClr val="black">
                    <a:lumMod val="50000"/>
                    <a:lumOff val="50000"/>
                  </a:prstClr>
                </a:solidFill>
                <a:cs typeface="Arial" panose="020B0604020202020204" pitchFamily="34" charset="0"/>
              </a:rPr>
              <a:pPr algn="r" defTabSz="1038825"/>
              <a:t>‹#›</a:t>
            </a:fld>
            <a:endParaRPr lang="en-US" sz="900" dirty="0">
              <a:solidFill>
                <a:prstClr val="black">
                  <a:lumMod val="50000"/>
                  <a:lumOff val="50000"/>
                </a:prstClr>
              </a:solidFill>
              <a:cs typeface="Arial" panose="020B0604020202020204" pitchFamily="34" charset="0"/>
            </a:endParaRPr>
          </a:p>
        </p:txBody>
      </p:sp>
      <p:sp>
        <p:nvSpPr>
          <p:cNvPr id="39" name="Rectangle 27">
            <a:hlinkClick r:id="rId4"/>
            <a:extLst>
              <a:ext uri="{FF2B5EF4-FFF2-40B4-BE49-F238E27FC236}">
                <a16:creationId xmlns:a16="http://schemas.microsoft.com/office/drawing/2014/main" id="{F376ABD1-4930-42EB-9A73-9A9C7C6BF2D3}"/>
              </a:ext>
            </a:extLst>
          </p:cNvPr>
          <p:cNvSpPr/>
          <p:nvPr userDrawn="1"/>
        </p:nvSpPr>
        <p:spPr>
          <a:xfrm>
            <a:off x="407991" y="6555972"/>
            <a:ext cx="2829007" cy="219456"/>
          </a:xfrm>
          <a:prstGeom prst="rect">
            <a:avLst/>
          </a:prstGeom>
        </p:spPr>
        <p:txBody>
          <a:bodyPr wrap="square" lIns="0" tIns="0" rIns="0" bIns="0" anchor="ctr" anchorCtr="0">
            <a:noAutofit/>
          </a:bodyPr>
          <a:lstStyle/>
          <a:p>
            <a:pPr defTabSz="1038825">
              <a:lnSpc>
                <a:spcPct val="85000"/>
              </a:lnSpc>
              <a:defRPr/>
            </a:pPr>
            <a:r>
              <a:rPr lang="pl-PL" sz="900" kern="0" dirty="0">
                <a:solidFill>
                  <a:srgbClr val="00458D"/>
                </a:solidFill>
                <a:cs typeface="Arial" panose="020B0604020202020204" pitchFamily="34" charset="0"/>
              </a:rPr>
              <a:t>BRM Review Deck</a:t>
            </a:r>
            <a:endParaRPr lang="en-US" sz="900" kern="0" dirty="0">
              <a:solidFill>
                <a:srgbClr val="00458D"/>
              </a:solidFill>
              <a:cs typeface="Arial" panose="020B0604020202020204" pitchFamily="34" charset="0"/>
            </a:endParaRPr>
          </a:p>
        </p:txBody>
      </p:sp>
      <p:sp>
        <p:nvSpPr>
          <p:cNvPr id="40" name="Retângulo 43">
            <a:extLst>
              <a:ext uri="{FF2B5EF4-FFF2-40B4-BE49-F238E27FC236}">
                <a16:creationId xmlns:a16="http://schemas.microsoft.com/office/drawing/2014/main" id="{834ADCB4-BFB1-450D-8F6D-64217F4CD92C}"/>
              </a:ext>
            </a:extLst>
          </p:cNvPr>
          <p:cNvSpPr/>
          <p:nvPr userDrawn="1"/>
        </p:nvSpPr>
        <p:spPr>
          <a:xfrm>
            <a:off x="9560328" y="6555759"/>
            <a:ext cx="2223686" cy="219456"/>
          </a:xfrm>
          <a:prstGeom prst="rect">
            <a:avLst/>
          </a:prstGeom>
        </p:spPr>
        <p:txBody>
          <a:bodyPr wrap="none" lIns="0" tIns="0" rIns="0" bIns="0" anchor="ctr">
            <a:noAutofit/>
          </a:bodyPr>
          <a:lstStyle/>
          <a:p>
            <a:pPr defTabSz="1038825"/>
            <a:r>
              <a:rPr lang="en-US" sz="900" dirty="0">
                <a:solidFill>
                  <a:srgbClr val="EDEDED">
                    <a:lumMod val="50000"/>
                  </a:srgbClr>
                </a:solidFill>
                <a:cs typeface="Arial" panose="020B0604020202020204" pitchFamily="34" charset="0"/>
              </a:rPr>
              <a:t>© 2017 Capgemini. All rights reserved.</a:t>
            </a:r>
          </a:p>
        </p:txBody>
      </p:sp>
    </p:spTree>
    <p:extLst>
      <p:ext uri="{BB962C8B-B14F-4D97-AF65-F5344CB8AC3E}">
        <p14:creationId xmlns:p14="http://schemas.microsoft.com/office/powerpoint/2010/main" val="298988291"/>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act information">
    <p:spTree>
      <p:nvGrpSpPr>
        <p:cNvPr id="1" name=""/>
        <p:cNvGrpSpPr/>
        <p:nvPr/>
      </p:nvGrpSpPr>
      <p:grpSpPr>
        <a:xfrm>
          <a:off x="0" y="0"/>
          <a:ext cx="0" cy="0"/>
          <a:chOff x="0" y="0"/>
          <a:chExt cx="0" cy="0"/>
        </a:xfrm>
      </p:grpSpPr>
      <p:sp>
        <p:nvSpPr>
          <p:cNvPr id="18" name="Picture Placeholder 17">
            <a:extLst>
              <a:ext uri="{FF2B5EF4-FFF2-40B4-BE49-F238E27FC236}">
                <a16:creationId xmlns:a16="http://schemas.microsoft.com/office/drawing/2014/main" id="{EC1A94F9-DC7A-4538-8277-70A44CA10105}"/>
              </a:ext>
            </a:extLst>
          </p:cNvPr>
          <p:cNvSpPr>
            <a:spLocks noGrp="1"/>
          </p:cNvSpPr>
          <p:nvPr>
            <p:ph type="pic" sz="quarter" idx="10"/>
          </p:nvPr>
        </p:nvSpPr>
        <p:spPr>
          <a:xfrm>
            <a:off x="624118" y="1903415"/>
            <a:ext cx="1452562" cy="1671637"/>
          </a:xfrm>
          <a:prstGeom prst="rect">
            <a:avLst/>
          </a:prstGeom>
          <a:solidFill>
            <a:srgbClr val="D9D9D9"/>
          </a:solidFill>
        </p:spPr>
        <p:txBody>
          <a:bodyPr anchor="ctr"/>
          <a:lstStyle>
            <a:lvl1pPr algn="ctr">
              <a:defRPr/>
            </a:lvl1pPr>
          </a:lstStyle>
          <a:p>
            <a:endParaRPr lang="pt-PT"/>
          </a:p>
        </p:txBody>
      </p:sp>
      <p:sp>
        <p:nvSpPr>
          <p:cNvPr id="19" name="Picture Placeholder 17">
            <a:extLst>
              <a:ext uri="{FF2B5EF4-FFF2-40B4-BE49-F238E27FC236}">
                <a16:creationId xmlns:a16="http://schemas.microsoft.com/office/drawing/2014/main" id="{74E803A8-AB56-45EC-B2C1-515FBB73BB37}"/>
              </a:ext>
            </a:extLst>
          </p:cNvPr>
          <p:cNvSpPr>
            <a:spLocks noGrp="1"/>
          </p:cNvSpPr>
          <p:nvPr>
            <p:ph type="pic" sz="quarter" idx="11"/>
          </p:nvPr>
        </p:nvSpPr>
        <p:spPr>
          <a:xfrm>
            <a:off x="6455198" y="1903415"/>
            <a:ext cx="1452562" cy="1671637"/>
          </a:xfrm>
          <a:prstGeom prst="rect">
            <a:avLst/>
          </a:prstGeom>
          <a:solidFill>
            <a:srgbClr val="D9D9D9"/>
          </a:solidFill>
        </p:spPr>
        <p:txBody>
          <a:bodyPr anchor="ctr"/>
          <a:lstStyle>
            <a:lvl1pPr algn="ctr">
              <a:defRPr/>
            </a:lvl1pPr>
          </a:lstStyle>
          <a:p>
            <a:endParaRPr lang="pt-PT"/>
          </a:p>
        </p:txBody>
      </p:sp>
      <p:sp>
        <p:nvSpPr>
          <p:cNvPr id="20" name="Picture Placeholder 17">
            <a:extLst>
              <a:ext uri="{FF2B5EF4-FFF2-40B4-BE49-F238E27FC236}">
                <a16:creationId xmlns:a16="http://schemas.microsoft.com/office/drawing/2014/main" id="{9D1BE315-6BE9-4C05-9EDD-2BF1E943154E}"/>
              </a:ext>
            </a:extLst>
          </p:cNvPr>
          <p:cNvSpPr>
            <a:spLocks noGrp="1"/>
          </p:cNvSpPr>
          <p:nvPr>
            <p:ph type="pic" sz="quarter" idx="12"/>
          </p:nvPr>
        </p:nvSpPr>
        <p:spPr>
          <a:xfrm>
            <a:off x="624118" y="4379457"/>
            <a:ext cx="1452562" cy="1671637"/>
          </a:xfrm>
          <a:prstGeom prst="rect">
            <a:avLst/>
          </a:prstGeom>
          <a:solidFill>
            <a:srgbClr val="D9D9D9"/>
          </a:solidFill>
        </p:spPr>
        <p:txBody>
          <a:bodyPr anchor="ctr"/>
          <a:lstStyle>
            <a:lvl1pPr algn="ctr">
              <a:defRPr/>
            </a:lvl1pPr>
          </a:lstStyle>
          <a:p>
            <a:endParaRPr lang="pt-PT"/>
          </a:p>
        </p:txBody>
      </p:sp>
      <p:sp>
        <p:nvSpPr>
          <p:cNvPr id="21" name="Picture Placeholder 17">
            <a:extLst>
              <a:ext uri="{FF2B5EF4-FFF2-40B4-BE49-F238E27FC236}">
                <a16:creationId xmlns:a16="http://schemas.microsoft.com/office/drawing/2014/main" id="{1281E9B6-7C84-4FF5-B198-C8FC0C8924EE}"/>
              </a:ext>
            </a:extLst>
          </p:cNvPr>
          <p:cNvSpPr>
            <a:spLocks noGrp="1"/>
          </p:cNvSpPr>
          <p:nvPr>
            <p:ph type="pic" sz="quarter" idx="13"/>
          </p:nvPr>
        </p:nvSpPr>
        <p:spPr>
          <a:xfrm>
            <a:off x="6455198" y="4379457"/>
            <a:ext cx="1452562" cy="1671637"/>
          </a:xfrm>
          <a:prstGeom prst="rect">
            <a:avLst/>
          </a:prstGeom>
          <a:solidFill>
            <a:srgbClr val="D9D9D9"/>
          </a:solidFill>
        </p:spPr>
        <p:txBody>
          <a:bodyPr anchor="ctr"/>
          <a:lstStyle>
            <a:lvl1pPr algn="ctr">
              <a:defRPr/>
            </a:lvl1pPr>
          </a:lstStyle>
          <a:p>
            <a:endParaRPr lang="pt-PT"/>
          </a:p>
        </p:txBody>
      </p:sp>
      <p:sp>
        <p:nvSpPr>
          <p:cNvPr id="11"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407988" y="404813"/>
            <a:ext cx="11016604" cy="863600"/>
          </a:xfrm>
          <a:prstGeom prst="rect">
            <a:avLst/>
          </a:prstGeom>
        </p:spPr>
        <p:txBody>
          <a:bodyPr vert="horz" lIns="0" tIns="0" rIns="0" bIns="0" rtlCol="0" anchor="t">
            <a:normAutofit/>
          </a:bodyPr>
          <a:lstStyle>
            <a:lvl1pPr>
              <a:defRPr lang="pt-PT" dirty="0"/>
            </a:lvl1pPr>
          </a:lstStyle>
          <a:p>
            <a:pPr lvl="0">
              <a:lnSpc>
                <a:spcPts val="3408"/>
              </a:lnSpc>
            </a:pPr>
            <a:r>
              <a:rPr lang="en-US" dirty="0"/>
              <a:t>Click to add title</a:t>
            </a:r>
            <a:endParaRPr lang="pt-PT" dirty="0"/>
          </a:p>
        </p:txBody>
      </p:sp>
      <p:sp>
        <p:nvSpPr>
          <p:cNvPr id="13" name="Retângulo 43">
            <a:extLst>
              <a:ext uri="{FF2B5EF4-FFF2-40B4-BE49-F238E27FC236}">
                <a16:creationId xmlns:a16="http://schemas.microsoft.com/office/drawing/2014/main" id="{25FC8637-25BD-4C09-AF25-56B4243DAB3D}"/>
              </a:ext>
            </a:extLst>
          </p:cNvPr>
          <p:cNvSpPr/>
          <p:nvPr userDrawn="1"/>
        </p:nvSpPr>
        <p:spPr>
          <a:xfrm>
            <a:off x="11616126" y="6555758"/>
            <a:ext cx="410263" cy="243362"/>
          </a:xfrm>
          <a:prstGeom prst="rect">
            <a:avLst/>
          </a:prstGeom>
        </p:spPr>
        <p:txBody>
          <a:bodyPr wrap="none" lIns="103879" tIns="51940" rIns="103879" bIns="51940">
            <a:spAutoFit/>
          </a:bodyPr>
          <a:lstStyle/>
          <a:p>
            <a:pPr algn="r" defTabSz="1038825"/>
            <a:fld id="{0502E5A9-B53C-401E-A0E0-4A359BB0A9E5}" type="slidenum">
              <a:rPr lang="en-US" sz="900" smtClean="0">
                <a:solidFill>
                  <a:prstClr val="black">
                    <a:lumMod val="50000"/>
                    <a:lumOff val="50000"/>
                  </a:prstClr>
                </a:solidFill>
                <a:cs typeface="Arial" panose="020B0604020202020204" pitchFamily="34" charset="0"/>
              </a:rPr>
              <a:pPr algn="r" defTabSz="1038825"/>
              <a:t>‹#›</a:t>
            </a:fld>
            <a:endParaRPr lang="en-US" sz="900" dirty="0">
              <a:solidFill>
                <a:prstClr val="black">
                  <a:lumMod val="50000"/>
                  <a:lumOff val="50000"/>
                </a:prstClr>
              </a:solidFill>
              <a:cs typeface="Arial" panose="020B0604020202020204" pitchFamily="34" charset="0"/>
            </a:endParaRPr>
          </a:p>
        </p:txBody>
      </p:sp>
      <p:cxnSp>
        <p:nvCxnSpPr>
          <p:cNvPr id="14"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3283673"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15" name="Rectangle 27">
            <a:hlinkClick r:id="rId2"/>
            <a:extLst>
              <a:ext uri="{FF2B5EF4-FFF2-40B4-BE49-F238E27FC236}">
                <a16:creationId xmlns:a16="http://schemas.microsoft.com/office/drawing/2014/main" id="{F376ABD1-4930-42EB-9A73-9A9C7C6BF2D3}"/>
              </a:ext>
            </a:extLst>
          </p:cNvPr>
          <p:cNvSpPr/>
          <p:nvPr userDrawn="1"/>
        </p:nvSpPr>
        <p:spPr>
          <a:xfrm>
            <a:off x="407991" y="6555972"/>
            <a:ext cx="2829007" cy="219456"/>
          </a:xfrm>
          <a:prstGeom prst="rect">
            <a:avLst/>
          </a:prstGeom>
        </p:spPr>
        <p:txBody>
          <a:bodyPr wrap="square" lIns="0" tIns="0" rIns="0" bIns="0" anchor="ctr" anchorCtr="0">
            <a:noAutofit/>
          </a:bodyPr>
          <a:lstStyle/>
          <a:p>
            <a:pPr defTabSz="1038825">
              <a:lnSpc>
                <a:spcPct val="85000"/>
              </a:lnSpc>
              <a:defRPr/>
            </a:pPr>
            <a:r>
              <a:rPr lang="pl-PL" sz="900" kern="0" dirty="0">
                <a:solidFill>
                  <a:srgbClr val="00458D"/>
                </a:solidFill>
                <a:cs typeface="Arial" panose="020B0604020202020204" pitchFamily="34" charset="0"/>
              </a:rPr>
              <a:t>BRM Review Deck</a:t>
            </a:r>
            <a:endParaRPr lang="en-US" sz="900" kern="0" dirty="0">
              <a:solidFill>
                <a:srgbClr val="00458D"/>
              </a:solidFill>
              <a:cs typeface="Arial" panose="020B0604020202020204" pitchFamily="34" charset="0"/>
            </a:endParaRPr>
          </a:p>
        </p:txBody>
      </p:sp>
      <p:sp>
        <p:nvSpPr>
          <p:cNvPr id="16" name="Retângulo 43">
            <a:extLst>
              <a:ext uri="{FF2B5EF4-FFF2-40B4-BE49-F238E27FC236}">
                <a16:creationId xmlns:a16="http://schemas.microsoft.com/office/drawing/2014/main" id="{834ADCB4-BFB1-450D-8F6D-64217F4CD92C}"/>
              </a:ext>
            </a:extLst>
          </p:cNvPr>
          <p:cNvSpPr/>
          <p:nvPr userDrawn="1"/>
        </p:nvSpPr>
        <p:spPr>
          <a:xfrm>
            <a:off x="3411380" y="6555759"/>
            <a:ext cx="2223686" cy="219456"/>
          </a:xfrm>
          <a:prstGeom prst="rect">
            <a:avLst/>
          </a:prstGeom>
        </p:spPr>
        <p:txBody>
          <a:bodyPr wrap="none" lIns="0" tIns="0" rIns="0" bIns="0" anchor="ctr">
            <a:noAutofit/>
          </a:bodyPr>
          <a:lstStyle/>
          <a:p>
            <a:pPr defTabSz="1038825"/>
            <a:r>
              <a:rPr lang="en-US" sz="900" dirty="0">
                <a:solidFill>
                  <a:srgbClr val="EDEDED">
                    <a:lumMod val="50000"/>
                  </a:srgbClr>
                </a:solidFill>
                <a:cs typeface="Arial" panose="020B0604020202020204" pitchFamily="34" charset="0"/>
              </a:rPr>
              <a:t>© 2017 Capgemini. All rights reserved.</a:t>
            </a:r>
          </a:p>
        </p:txBody>
      </p:sp>
      <p:sp>
        <p:nvSpPr>
          <p:cNvPr id="17" name="Text Placeholder 7">
            <a:extLst>
              <a:ext uri="{FF2B5EF4-FFF2-40B4-BE49-F238E27FC236}">
                <a16:creationId xmlns:a16="http://schemas.microsoft.com/office/drawing/2014/main" id="{9228FC83-C11D-47F2-8BDE-B10D125E5E87}"/>
              </a:ext>
            </a:extLst>
          </p:cNvPr>
          <p:cNvSpPr>
            <a:spLocks noGrp="1"/>
          </p:cNvSpPr>
          <p:nvPr>
            <p:ph type="body" sz="quarter" idx="32" hasCustomPrompt="1"/>
          </p:nvPr>
        </p:nvSpPr>
        <p:spPr>
          <a:xfrm>
            <a:off x="2207569" y="1903415"/>
            <a:ext cx="3743970" cy="1671637"/>
          </a:xfrm>
          <a:prstGeom prst="rect">
            <a:avLst/>
          </a:prstGeom>
        </p:spPr>
        <p:txBody>
          <a:bodyPr>
            <a:noAutofit/>
          </a:bodyPr>
          <a:lstStyle>
            <a:lvl1pPr>
              <a:lnSpc>
                <a:spcPts val="1818"/>
              </a:lnSpc>
              <a:defRPr sz="1600">
                <a:solidFill>
                  <a:schemeClr val="tx1"/>
                </a:solidFill>
              </a:defRPr>
            </a:lvl1pPr>
            <a:lvl2pPr marL="196584" indent="-191173">
              <a:lnSpc>
                <a:spcPts val="1591"/>
              </a:lnSpc>
              <a:buClr>
                <a:schemeClr val="accent1"/>
              </a:buClr>
              <a:defRPr sz="1400">
                <a:solidFill>
                  <a:schemeClr val="tx1"/>
                </a:solidFill>
              </a:defRPr>
            </a:lvl2pPr>
            <a:lvl3pPr marL="394970" indent="-198386">
              <a:lnSpc>
                <a:spcPts val="1591"/>
              </a:lnSpc>
              <a:buClr>
                <a:schemeClr val="accent1"/>
              </a:buClr>
              <a:defRPr sz="1400">
                <a:solidFill>
                  <a:schemeClr val="tx1"/>
                </a:solidFill>
              </a:defRPr>
            </a:lvl3pPr>
            <a:lvl4pPr marL="578929" indent="-183958">
              <a:lnSpc>
                <a:spcPts val="1364"/>
              </a:lnSpc>
              <a:buClr>
                <a:schemeClr val="accent1"/>
              </a:buClr>
              <a:defRPr sz="1200">
                <a:solidFill>
                  <a:schemeClr val="tx1"/>
                </a:solidFill>
              </a:defRPr>
            </a:lvl4pPr>
            <a:lvl5pPr>
              <a:lnSpc>
                <a:spcPct val="100000"/>
              </a:lnSpc>
              <a:defRPr sz="1400">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24" name="Text Placeholder 7">
            <a:extLst>
              <a:ext uri="{FF2B5EF4-FFF2-40B4-BE49-F238E27FC236}">
                <a16:creationId xmlns:a16="http://schemas.microsoft.com/office/drawing/2014/main" id="{9228FC83-C11D-47F2-8BDE-B10D125E5E87}"/>
              </a:ext>
            </a:extLst>
          </p:cNvPr>
          <p:cNvSpPr>
            <a:spLocks noGrp="1"/>
          </p:cNvSpPr>
          <p:nvPr>
            <p:ph type="body" sz="quarter" idx="33" hasCustomPrompt="1"/>
          </p:nvPr>
        </p:nvSpPr>
        <p:spPr>
          <a:xfrm>
            <a:off x="8040044" y="1903415"/>
            <a:ext cx="3743970" cy="1671637"/>
          </a:xfrm>
          <a:prstGeom prst="rect">
            <a:avLst/>
          </a:prstGeom>
        </p:spPr>
        <p:txBody>
          <a:bodyPr>
            <a:noAutofit/>
          </a:bodyPr>
          <a:lstStyle>
            <a:lvl1pPr>
              <a:lnSpc>
                <a:spcPts val="1818"/>
              </a:lnSpc>
              <a:defRPr sz="1600">
                <a:solidFill>
                  <a:schemeClr val="tx1"/>
                </a:solidFill>
              </a:defRPr>
            </a:lvl1pPr>
            <a:lvl2pPr marL="196584" indent="-191173">
              <a:lnSpc>
                <a:spcPts val="1591"/>
              </a:lnSpc>
              <a:buClr>
                <a:schemeClr val="accent1"/>
              </a:buClr>
              <a:defRPr sz="1400">
                <a:solidFill>
                  <a:schemeClr val="tx1"/>
                </a:solidFill>
              </a:defRPr>
            </a:lvl2pPr>
            <a:lvl3pPr marL="394970" indent="-198386">
              <a:lnSpc>
                <a:spcPts val="1591"/>
              </a:lnSpc>
              <a:buClr>
                <a:schemeClr val="accent1"/>
              </a:buClr>
              <a:defRPr sz="1400">
                <a:solidFill>
                  <a:schemeClr val="tx1"/>
                </a:solidFill>
              </a:defRPr>
            </a:lvl3pPr>
            <a:lvl4pPr marL="578929" indent="-183958">
              <a:lnSpc>
                <a:spcPts val="1364"/>
              </a:lnSpc>
              <a:buClr>
                <a:schemeClr val="accent1"/>
              </a:buClr>
              <a:defRPr sz="1200">
                <a:solidFill>
                  <a:schemeClr val="tx1"/>
                </a:solidFill>
              </a:defRPr>
            </a:lvl4pPr>
            <a:lvl5pPr>
              <a:lnSpc>
                <a:spcPct val="100000"/>
              </a:lnSpc>
              <a:defRPr sz="1400">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27" name="Text Placeholder 7">
            <a:extLst>
              <a:ext uri="{FF2B5EF4-FFF2-40B4-BE49-F238E27FC236}">
                <a16:creationId xmlns:a16="http://schemas.microsoft.com/office/drawing/2014/main" id="{9228FC83-C11D-47F2-8BDE-B10D125E5E87}"/>
              </a:ext>
            </a:extLst>
          </p:cNvPr>
          <p:cNvSpPr>
            <a:spLocks noGrp="1"/>
          </p:cNvSpPr>
          <p:nvPr>
            <p:ph type="body" sz="quarter" idx="34" hasCustomPrompt="1"/>
          </p:nvPr>
        </p:nvSpPr>
        <p:spPr>
          <a:xfrm>
            <a:off x="2207569" y="4379457"/>
            <a:ext cx="3743970" cy="1671637"/>
          </a:xfrm>
          <a:prstGeom prst="rect">
            <a:avLst/>
          </a:prstGeom>
        </p:spPr>
        <p:txBody>
          <a:bodyPr>
            <a:noAutofit/>
          </a:bodyPr>
          <a:lstStyle>
            <a:lvl1pPr>
              <a:lnSpc>
                <a:spcPts val="1818"/>
              </a:lnSpc>
              <a:defRPr sz="1600">
                <a:solidFill>
                  <a:schemeClr val="tx1"/>
                </a:solidFill>
              </a:defRPr>
            </a:lvl1pPr>
            <a:lvl2pPr marL="196584" indent="-191173">
              <a:lnSpc>
                <a:spcPts val="1591"/>
              </a:lnSpc>
              <a:buClr>
                <a:schemeClr val="accent1"/>
              </a:buClr>
              <a:defRPr sz="1400">
                <a:solidFill>
                  <a:schemeClr val="tx1"/>
                </a:solidFill>
              </a:defRPr>
            </a:lvl2pPr>
            <a:lvl3pPr marL="394970" indent="-198386">
              <a:lnSpc>
                <a:spcPts val="1591"/>
              </a:lnSpc>
              <a:buClr>
                <a:schemeClr val="accent1"/>
              </a:buClr>
              <a:defRPr sz="1400">
                <a:solidFill>
                  <a:schemeClr val="tx1"/>
                </a:solidFill>
              </a:defRPr>
            </a:lvl3pPr>
            <a:lvl4pPr marL="578929" indent="-183958">
              <a:lnSpc>
                <a:spcPts val="1364"/>
              </a:lnSpc>
              <a:buClr>
                <a:schemeClr val="accent1"/>
              </a:buClr>
              <a:defRPr sz="1200">
                <a:solidFill>
                  <a:schemeClr val="tx1"/>
                </a:solidFill>
              </a:defRPr>
            </a:lvl4pPr>
            <a:lvl5pPr>
              <a:lnSpc>
                <a:spcPct val="100000"/>
              </a:lnSpc>
              <a:defRPr sz="1400">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28" name="Text Placeholder 7">
            <a:extLst>
              <a:ext uri="{FF2B5EF4-FFF2-40B4-BE49-F238E27FC236}">
                <a16:creationId xmlns:a16="http://schemas.microsoft.com/office/drawing/2014/main" id="{9228FC83-C11D-47F2-8BDE-B10D125E5E87}"/>
              </a:ext>
            </a:extLst>
          </p:cNvPr>
          <p:cNvSpPr>
            <a:spLocks noGrp="1"/>
          </p:cNvSpPr>
          <p:nvPr>
            <p:ph type="body" sz="quarter" idx="35" hasCustomPrompt="1"/>
          </p:nvPr>
        </p:nvSpPr>
        <p:spPr>
          <a:xfrm>
            <a:off x="8040044" y="4379457"/>
            <a:ext cx="3743970" cy="1671637"/>
          </a:xfrm>
          <a:prstGeom prst="rect">
            <a:avLst/>
          </a:prstGeom>
        </p:spPr>
        <p:txBody>
          <a:bodyPr>
            <a:noAutofit/>
          </a:bodyPr>
          <a:lstStyle>
            <a:lvl1pPr>
              <a:lnSpc>
                <a:spcPts val="1818"/>
              </a:lnSpc>
              <a:defRPr sz="1600">
                <a:solidFill>
                  <a:schemeClr val="tx1"/>
                </a:solidFill>
              </a:defRPr>
            </a:lvl1pPr>
            <a:lvl2pPr marL="196584" indent="-191173">
              <a:lnSpc>
                <a:spcPts val="1591"/>
              </a:lnSpc>
              <a:buClr>
                <a:schemeClr val="accent1"/>
              </a:buClr>
              <a:defRPr sz="1400">
                <a:solidFill>
                  <a:schemeClr val="tx1"/>
                </a:solidFill>
              </a:defRPr>
            </a:lvl2pPr>
            <a:lvl3pPr marL="394970" indent="-198386">
              <a:lnSpc>
                <a:spcPts val="1591"/>
              </a:lnSpc>
              <a:buClr>
                <a:schemeClr val="accent1"/>
              </a:buClr>
              <a:defRPr sz="1400">
                <a:solidFill>
                  <a:schemeClr val="tx1"/>
                </a:solidFill>
              </a:defRPr>
            </a:lvl3pPr>
            <a:lvl4pPr marL="578929" indent="-183958">
              <a:lnSpc>
                <a:spcPts val="1364"/>
              </a:lnSpc>
              <a:buClr>
                <a:schemeClr val="accent1"/>
              </a:buClr>
              <a:defRPr sz="1200">
                <a:solidFill>
                  <a:schemeClr val="tx1"/>
                </a:solidFill>
              </a:defRPr>
            </a:lvl4pPr>
            <a:lvl5pPr>
              <a:lnSpc>
                <a:spcPct val="100000"/>
              </a:lnSpc>
              <a:defRPr sz="1400">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124455528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act details">
    <p:spTree>
      <p:nvGrpSpPr>
        <p:cNvPr id="1" name=""/>
        <p:cNvGrpSpPr/>
        <p:nvPr/>
      </p:nvGrpSpPr>
      <p:grpSpPr>
        <a:xfrm>
          <a:off x="0" y="0"/>
          <a:ext cx="0" cy="0"/>
          <a:chOff x="0" y="0"/>
          <a:chExt cx="0" cy="0"/>
        </a:xfrm>
      </p:grpSpPr>
      <p:sp>
        <p:nvSpPr>
          <p:cNvPr id="15" name="Text Placeholder 4">
            <a:extLst>
              <a:ext uri="{FF2B5EF4-FFF2-40B4-BE49-F238E27FC236}">
                <a16:creationId xmlns:a16="http://schemas.microsoft.com/office/drawing/2014/main" id="{38EB8B05-1295-4FBE-8D2F-3BFEB534AE51}"/>
              </a:ext>
            </a:extLst>
          </p:cNvPr>
          <p:cNvSpPr>
            <a:spLocks noGrp="1"/>
          </p:cNvSpPr>
          <p:nvPr>
            <p:ph type="body" sz="quarter" idx="29"/>
          </p:nvPr>
        </p:nvSpPr>
        <p:spPr>
          <a:xfrm>
            <a:off x="6638116" y="662162"/>
            <a:ext cx="4883669" cy="412363"/>
          </a:xfrm>
          <a:prstGeom prst="rect">
            <a:avLst/>
          </a:prstGeom>
          <a:noFill/>
        </p:spPr>
        <p:txBody>
          <a:bodyPr anchor="ctr">
            <a:noAutofit/>
          </a:bodyPr>
          <a:lstStyle>
            <a:lvl1pPr algn="l">
              <a:lnSpc>
                <a:spcPts val="3408"/>
              </a:lnSpc>
              <a:defRPr sz="2999" b="0">
                <a:solidFill>
                  <a:srgbClr val="12ABDB"/>
                </a:solidFill>
              </a:defRPr>
            </a:lvl1pPr>
            <a:lvl2pPr>
              <a:defRPr sz="1600"/>
            </a:lvl2pPr>
            <a:lvl3pPr>
              <a:defRPr sz="1400"/>
            </a:lvl3pPr>
            <a:lvl4pPr>
              <a:defRPr sz="1200"/>
            </a:lvl4pPr>
            <a:lvl5pPr>
              <a:defRPr sz="1200"/>
            </a:lvl5pPr>
          </a:lstStyle>
          <a:p>
            <a:pPr lvl="0"/>
            <a:r>
              <a:rPr lang="en-US" dirty="0"/>
              <a:t>Edit Master text styles</a:t>
            </a:r>
          </a:p>
        </p:txBody>
      </p:sp>
      <p:sp>
        <p:nvSpPr>
          <p:cNvPr id="16" name="Text Placeholder 4">
            <a:extLst>
              <a:ext uri="{FF2B5EF4-FFF2-40B4-BE49-F238E27FC236}">
                <a16:creationId xmlns:a16="http://schemas.microsoft.com/office/drawing/2014/main" id="{89F369BB-997D-4351-8E94-506F593BC826}"/>
              </a:ext>
            </a:extLst>
          </p:cNvPr>
          <p:cNvSpPr>
            <a:spLocks noGrp="1"/>
          </p:cNvSpPr>
          <p:nvPr>
            <p:ph type="body" sz="quarter" idx="30"/>
          </p:nvPr>
        </p:nvSpPr>
        <p:spPr>
          <a:xfrm>
            <a:off x="6638116" y="4374301"/>
            <a:ext cx="4883669" cy="412363"/>
          </a:xfrm>
          <a:prstGeom prst="rect">
            <a:avLst/>
          </a:prstGeom>
          <a:noFill/>
        </p:spPr>
        <p:txBody>
          <a:bodyPr anchor="ctr">
            <a:noAutofit/>
          </a:bodyPr>
          <a:lstStyle>
            <a:lvl1pPr algn="l">
              <a:lnSpc>
                <a:spcPts val="3408"/>
              </a:lnSpc>
              <a:defRPr sz="2999" b="0">
                <a:solidFill>
                  <a:srgbClr val="12ABDB"/>
                </a:solidFill>
              </a:defRPr>
            </a:lvl1pPr>
            <a:lvl2pPr>
              <a:defRPr sz="1600"/>
            </a:lvl2pPr>
            <a:lvl3pPr>
              <a:defRPr sz="1400"/>
            </a:lvl3pPr>
            <a:lvl4pPr>
              <a:defRPr sz="1200"/>
            </a:lvl4pPr>
            <a:lvl5pPr>
              <a:defRPr sz="1200"/>
            </a:lvl5pPr>
          </a:lstStyle>
          <a:p>
            <a:pPr lvl="0"/>
            <a:r>
              <a:rPr lang="en-US" dirty="0"/>
              <a:t>Edit Master text styles</a:t>
            </a:r>
          </a:p>
        </p:txBody>
      </p:sp>
      <p:sp>
        <p:nvSpPr>
          <p:cNvPr id="17" name="Text Placeholder 7">
            <a:extLst>
              <a:ext uri="{FF2B5EF4-FFF2-40B4-BE49-F238E27FC236}">
                <a16:creationId xmlns:a16="http://schemas.microsoft.com/office/drawing/2014/main" id="{1DC896E0-16D3-438F-B293-ED80E1183A74}"/>
              </a:ext>
            </a:extLst>
          </p:cNvPr>
          <p:cNvSpPr>
            <a:spLocks noGrp="1"/>
          </p:cNvSpPr>
          <p:nvPr>
            <p:ph type="body" sz="quarter" idx="31"/>
          </p:nvPr>
        </p:nvSpPr>
        <p:spPr>
          <a:xfrm>
            <a:off x="6638113" y="4810703"/>
            <a:ext cx="4883670" cy="1717101"/>
          </a:xfrm>
          <a:prstGeom prst="rect">
            <a:avLst/>
          </a:prstGeom>
        </p:spPr>
        <p:txBody>
          <a:bodyPr>
            <a:noAutofit/>
          </a:bodyPr>
          <a:lstStyle>
            <a:lvl1pPr>
              <a:lnSpc>
                <a:spcPts val="1818"/>
              </a:lnSpc>
              <a:defRPr sz="1600"/>
            </a:lvl1pPr>
            <a:lvl2pPr marL="196584" indent="-191173">
              <a:lnSpc>
                <a:spcPts val="1591"/>
              </a:lnSpc>
              <a:defRPr sz="1400"/>
            </a:lvl2pPr>
            <a:lvl3pPr marL="394970" indent="-198386">
              <a:lnSpc>
                <a:spcPts val="1364"/>
              </a:lnSpc>
              <a:defRPr sz="1200"/>
            </a:lvl3pPr>
            <a:lvl4pPr marL="459897" indent="-131658">
              <a:lnSpc>
                <a:spcPts val="1250"/>
              </a:lnSpc>
              <a:defRPr sz="1100"/>
            </a:lvl4pPr>
            <a:lvl5pPr>
              <a:lnSpc>
                <a:spcPct val="100000"/>
              </a:lnSpc>
              <a:defRPr sz="1400"/>
            </a:lvl5pPr>
          </a:lstStyle>
          <a:p>
            <a:pPr lvl="0"/>
            <a:r>
              <a:rPr lang="en-US" dirty="0"/>
              <a:t>Edit Master text styles</a:t>
            </a:r>
          </a:p>
          <a:p>
            <a:pPr lvl="1"/>
            <a:r>
              <a:rPr lang="en-US" dirty="0"/>
              <a:t>Second level</a:t>
            </a:r>
          </a:p>
          <a:p>
            <a:pPr lvl="2"/>
            <a:r>
              <a:rPr lang="en-US" dirty="0"/>
              <a:t>Third level</a:t>
            </a:r>
          </a:p>
          <a:p>
            <a:pPr lvl="3"/>
            <a:r>
              <a:rPr lang="en-US" dirty="0"/>
              <a:t>Fourth level</a:t>
            </a:r>
          </a:p>
        </p:txBody>
      </p:sp>
      <p:sp>
        <p:nvSpPr>
          <p:cNvPr id="18" name="Text Placeholder 7">
            <a:extLst>
              <a:ext uri="{FF2B5EF4-FFF2-40B4-BE49-F238E27FC236}">
                <a16:creationId xmlns:a16="http://schemas.microsoft.com/office/drawing/2014/main" id="{766AF42E-C565-4CFD-A0C6-69ADC5ED724D}"/>
              </a:ext>
            </a:extLst>
          </p:cNvPr>
          <p:cNvSpPr>
            <a:spLocks noGrp="1"/>
          </p:cNvSpPr>
          <p:nvPr>
            <p:ph type="body" sz="quarter" idx="32"/>
          </p:nvPr>
        </p:nvSpPr>
        <p:spPr>
          <a:xfrm>
            <a:off x="6638115" y="1265730"/>
            <a:ext cx="1981648" cy="1058371"/>
          </a:xfrm>
          <a:prstGeom prst="rect">
            <a:avLst/>
          </a:prstGeom>
        </p:spPr>
        <p:txBody>
          <a:bodyPr>
            <a:noAutofit/>
          </a:bodyPr>
          <a:lstStyle>
            <a:lvl1pPr>
              <a:lnSpc>
                <a:spcPts val="1591"/>
              </a:lnSpc>
              <a:defRPr sz="1400"/>
            </a:lvl1pPr>
            <a:lvl2pPr>
              <a:lnSpc>
                <a:spcPct val="100000"/>
              </a:lnSpc>
              <a:defRPr sz="1600"/>
            </a:lvl2pPr>
            <a:lvl3pPr>
              <a:lnSpc>
                <a:spcPct val="100000"/>
              </a:lnSpc>
              <a:defRPr sz="1600"/>
            </a:lvl3pPr>
            <a:lvl4pPr>
              <a:lnSpc>
                <a:spcPct val="100000"/>
              </a:lnSpc>
              <a:defRPr sz="1600"/>
            </a:lvl4pPr>
            <a:lvl5pPr>
              <a:lnSpc>
                <a:spcPct val="100000"/>
              </a:lnSpc>
              <a:defRPr sz="1400"/>
            </a:lvl5pPr>
          </a:lstStyle>
          <a:p>
            <a:pPr lvl="0"/>
            <a:r>
              <a:rPr lang="en-US" dirty="0"/>
              <a:t>Edit Master text styles</a:t>
            </a:r>
          </a:p>
        </p:txBody>
      </p:sp>
      <p:sp>
        <p:nvSpPr>
          <p:cNvPr id="19" name="Text Placeholder 7">
            <a:extLst>
              <a:ext uri="{FF2B5EF4-FFF2-40B4-BE49-F238E27FC236}">
                <a16:creationId xmlns:a16="http://schemas.microsoft.com/office/drawing/2014/main" id="{FEEE7B4B-7781-4178-8912-CB53DC7910B1}"/>
              </a:ext>
            </a:extLst>
          </p:cNvPr>
          <p:cNvSpPr>
            <a:spLocks noGrp="1"/>
          </p:cNvSpPr>
          <p:nvPr>
            <p:ph type="body" sz="quarter" idx="33"/>
          </p:nvPr>
        </p:nvSpPr>
        <p:spPr>
          <a:xfrm>
            <a:off x="9473097" y="1265730"/>
            <a:ext cx="1981648" cy="1058371"/>
          </a:xfrm>
          <a:prstGeom prst="rect">
            <a:avLst/>
          </a:prstGeom>
        </p:spPr>
        <p:txBody>
          <a:bodyPr>
            <a:noAutofit/>
          </a:bodyPr>
          <a:lstStyle>
            <a:lvl1pPr>
              <a:lnSpc>
                <a:spcPts val="1591"/>
              </a:lnSpc>
              <a:defRPr sz="1400"/>
            </a:lvl1pPr>
            <a:lvl2pPr>
              <a:lnSpc>
                <a:spcPct val="100000"/>
              </a:lnSpc>
              <a:defRPr sz="1600"/>
            </a:lvl2pPr>
            <a:lvl3pPr>
              <a:lnSpc>
                <a:spcPct val="100000"/>
              </a:lnSpc>
              <a:defRPr sz="1600"/>
            </a:lvl3pPr>
            <a:lvl4pPr>
              <a:lnSpc>
                <a:spcPct val="100000"/>
              </a:lnSpc>
              <a:defRPr sz="1600"/>
            </a:lvl4pPr>
            <a:lvl5pPr>
              <a:lnSpc>
                <a:spcPct val="100000"/>
              </a:lnSpc>
              <a:defRPr sz="1400"/>
            </a:lvl5pPr>
          </a:lstStyle>
          <a:p>
            <a:pPr lvl="0"/>
            <a:r>
              <a:rPr lang="en-US" dirty="0"/>
              <a:t>Edit Master text styles</a:t>
            </a:r>
          </a:p>
        </p:txBody>
      </p:sp>
      <p:sp>
        <p:nvSpPr>
          <p:cNvPr id="20" name="Text Placeholder 7">
            <a:extLst>
              <a:ext uri="{FF2B5EF4-FFF2-40B4-BE49-F238E27FC236}">
                <a16:creationId xmlns:a16="http://schemas.microsoft.com/office/drawing/2014/main" id="{65D71B9F-4F61-41D4-A7CC-FD63E71DC5A6}"/>
              </a:ext>
            </a:extLst>
          </p:cNvPr>
          <p:cNvSpPr>
            <a:spLocks noGrp="1"/>
          </p:cNvSpPr>
          <p:nvPr>
            <p:ph type="body" sz="quarter" idx="34"/>
          </p:nvPr>
        </p:nvSpPr>
        <p:spPr>
          <a:xfrm>
            <a:off x="6638115" y="2455547"/>
            <a:ext cx="1981648" cy="1058371"/>
          </a:xfrm>
          <a:prstGeom prst="rect">
            <a:avLst/>
          </a:prstGeom>
        </p:spPr>
        <p:txBody>
          <a:bodyPr>
            <a:noAutofit/>
          </a:bodyPr>
          <a:lstStyle>
            <a:lvl1pPr>
              <a:lnSpc>
                <a:spcPts val="1591"/>
              </a:lnSpc>
              <a:defRPr sz="1400"/>
            </a:lvl1pPr>
            <a:lvl2pPr>
              <a:lnSpc>
                <a:spcPct val="100000"/>
              </a:lnSpc>
              <a:defRPr sz="1600"/>
            </a:lvl2pPr>
            <a:lvl3pPr>
              <a:lnSpc>
                <a:spcPct val="100000"/>
              </a:lnSpc>
              <a:defRPr sz="1600"/>
            </a:lvl3pPr>
            <a:lvl4pPr>
              <a:lnSpc>
                <a:spcPct val="100000"/>
              </a:lnSpc>
              <a:defRPr sz="1600"/>
            </a:lvl4pPr>
            <a:lvl5pPr>
              <a:lnSpc>
                <a:spcPct val="100000"/>
              </a:lnSpc>
              <a:defRPr sz="1400"/>
            </a:lvl5pPr>
          </a:lstStyle>
          <a:p>
            <a:pPr lvl="0"/>
            <a:r>
              <a:rPr lang="en-US" dirty="0"/>
              <a:t>Edit Master text styles</a:t>
            </a:r>
          </a:p>
        </p:txBody>
      </p:sp>
      <p:sp>
        <p:nvSpPr>
          <p:cNvPr id="21" name="Text Placeholder 7">
            <a:extLst>
              <a:ext uri="{FF2B5EF4-FFF2-40B4-BE49-F238E27FC236}">
                <a16:creationId xmlns:a16="http://schemas.microsoft.com/office/drawing/2014/main" id="{1BD170B4-C089-4F45-8016-02293706DE36}"/>
              </a:ext>
            </a:extLst>
          </p:cNvPr>
          <p:cNvSpPr>
            <a:spLocks noGrp="1"/>
          </p:cNvSpPr>
          <p:nvPr>
            <p:ph type="body" sz="quarter" idx="35"/>
          </p:nvPr>
        </p:nvSpPr>
        <p:spPr>
          <a:xfrm>
            <a:off x="9473097" y="2455547"/>
            <a:ext cx="1981648" cy="1058371"/>
          </a:xfrm>
          <a:prstGeom prst="rect">
            <a:avLst/>
          </a:prstGeom>
        </p:spPr>
        <p:txBody>
          <a:bodyPr>
            <a:noAutofit/>
          </a:bodyPr>
          <a:lstStyle>
            <a:lvl1pPr>
              <a:lnSpc>
                <a:spcPts val="1591"/>
              </a:lnSpc>
              <a:defRPr sz="1400"/>
            </a:lvl1pPr>
            <a:lvl2pPr>
              <a:lnSpc>
                <a:spcPct val="100000"/>
              </a:lnSpc>
              <a:defRPr sz="1600"/>
            </a:lvl2pPr>
            <a:lvl3pPr>
              <a:lnSpc>
                <a:spcPct val="100000"/>
              </a:lnSpc>
              <a:defRPr sz="1600"/>
            </a:lvl3pPr>
            <a:lvl4pPr>
              <a:lnSpc>
                <a:spcPct val="100000"/>
              </a:lnSpc>
              <a:defRPr sz="1600"/>
            </a:lvl4pPr>
            <a:lvl5pPr>
              <a:lnSpc>
                <a:spcPct val="100000"/>
              </a:lnSpc>
              <a:defRPr sz="1400"/>
            </a:lvl5pPr>
          </a:lstStyle>
          <a:p>
            <a:pPr lvl="0"/>
            <a:r>
              <a:rPr lang="en-US" dirty="0"/>
              <a:t>Edit Master text styles</a:t>
            </a:r>
          </a:p>
        </p:txBody>
      </p:sp>
      <p:sp>
        <p:nvSpPr>
          <p:cNvPr id="22" name="Freeform: Shape 21">
            <a:extLst>
              <a:ext uri="{FF2B5EF4-FFF2-40B4-BE49-F238E27FC236}">
                <a16:creationId xmlns:a16="http://schemas.microsoft.com/office/drawing/2014/main" id="{E1D38B64-120F-4B33-BFE3-9536C55688C0}"/>
              </a:ext>
            </a:extLst>
          </p:cNvPr>
          <p:cNvSpPr>
            <a:spLocks/>
          </p:cNvSpPr>
          <p:nvPr userDrawn="1"/>
        </p:nvSpPr>
        <p:spPr bwMode="auto">
          <a:xfrm>
            <a:off x="1" y="0"/>
            <a:ext cx="6314265" cy="6858000"/>
          </a:xfrm>
          <a:custGeom>
            <a:avLst/>
            <a:gdLst>
              <a:gd name="connsiteX0" fmla="*/ 0 w 6314264"/>
              <a:gd name="connsiteY0" fmla="*/ 0 h 6850062"/>
              <a:gd name="connsiteX1" fmla="*/ 2371778 w 6314264"/>
              <a:gd name="connsiteY1" fmla="*/ 0 h 6850062"/>
              <a:gd name="connsiteX2" fmla="*/ 5821131 w 6314264"/>
              <a:gd name="connsiteY2" fmla="*/ 4462172 h 6850062"/>
              <a:gd name="connsiteX3" fmla="*/ 5967979 w 6314264"/>
              <a:gd name="connsiteY3" fmla="*/ 6737018 h 6850062"/>
              <a:gd name="connsiteX4" fmla="*/ 5901053 w 6314264"/>
              <a:gd name="connsiteY4" fmla="*/ 6850062 h 6850062"/>
              <a:gd name="connsiteX5" fmla="*/ 0 w 6314264"/>
              <a:gd name="connsiteY5" fmla="*/ 6850062 h 6850062"/>
              <a:gd name="connsiteX6" fmla="*/ 0 w 6314264"/>
              <a:gd name="connsiteY6" fmla="*/ 6791481 h 6850062"/>
              <a:gd name="connsiteX7" fmla="*/ 0 w 6314264"/>
              <a:gd name="connsiteY7" fmla="*/ 0 h 6850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14264" h="6850062">
                <a:moveTo>
                  <a:pt x="0" y="0"/>
                </a:moveTo>
                <a:cubicBezTo>
                  <a:pt x="0" y="0"/>
                  <a:pt x="0" y="0"/>
                  <a:pt x="2371778" y="0"/>
                </a:cubicBezTo>
                <a:cubicBezTo>
                  <a:pt x="2402328" y="4520519"/>
                  <a:pt x="6334924" y="5918074"/>
                  <a:pt x="5821131" y="4462172"/>
                </a:cubicBezTo>
                <a:cubicBezTo>
                  <a:pt x="6272436" y="4633046"/>
                  <a:pt x="6588349" y="5598554"/>
                  <a:pt x="5967979" y="6737018"/>
                </a:cubicBezTo>
                <a:lnTo>
                  <a:pt x="5901053" y="6850062"/>
                </a:lnTo>
                <a:lnTo>
                  <a:pt x="0" y="6850062"/>
                </a:lnTo>
                <a:lnTo>
                  <a:pt x="0" y="6791481"/>
                </a:lnTo>
                <a:cubicBezTo>
                  <a:pt x="0" y="5305461"/>
                  <a:pt x="0" y="3143977"/>
                  <a:pt x="0" y="0"/>
                </a:cubicBezTo>
                <a:close/>
              </a:path>
            </a:pathLst>
          </a:custGeom>
          <a:solidFill>
            <a:srgbClr val="2C00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03879" tIns="51940" rIns="103879" bIns="51940" numCol="1" anchor="t" anchorCtr="0" compatLnSpc="1">
            <a:prstTxWarp prst="textNoShape">
              <a:avLst/>
            </a:prstTxWarp>
            <a:noAutofit/>
          </a:bodyPr>
          <a:lstStyle/>
          <a:p>
            <a:pPr defTabSz="1038825"/>
            <a:endParaRPr lang="pt-PT" sz="2000">
              <a:solidFill>
                <a:srgbClr val="000000"/>
              </a:solidFill>
            </a:endParaRPr>
          </a:p>
        </p:txBody>
      </p:sp>
      <p:sp>
        <p:nvSpPr>
          <p:cNvPr id="23" name="Freeform 26">
            <a:extLst>
              <a:ext uri="{FF2B5EF4-FFF2-40B4-BE49-F238E27FC236}">
                <a16:creationId xmlns:a16="http://schemas.microsoft.com/office/drawing/2014/main" id="{B017E329-98D6-4441-B449-FBAD88FAA377}"/>
              </a:ext>
            </a:extLst>
          </p:cNvPr>
          <p:cNvSpPr>
            <a:spLocks/>
          </p:cNvSpPr>
          <p:nvPr userDrawn="1"/>
        </p:nvSpPr>
        <p:spPr bwMode="auto">
          <a:xfrm>
            <a:off x="5688408" y="4703085"/>
            <a:ext cx="414339" cy="339383"/>
          </a:xfrm>
          <a:custGeom>
            <a:avLst/>
            <a:gdLst>
              <a:gd name="T0" fmla="*/ 99 w 149"/>
              <a:gd name="T1" fmla="*/ 85 h 122"/>
              <a:gd name="T2" fmla="*/ 149 w 149"/>
              <a:gd name="T3" fmla="*/ 34 h 122"/>
              <a:gd name="T4" fmla="*/ 112 w 149"/>
              <a:gd name="T5" fmla="*/ 0 h 122"/>
              <a:gd name="T6" fmla="*/ 39 w 149"/>
              <a:gd name="T7" fmla="*/ 78 h 122"/>
              <a:gd name="T8" fmla="*/ 0 w 149"/>
              <a:gd name="T9" fmla="*/ 114 h 122"/>
              <a:gd name="T10" fmla="*/ 29 w 149"/>
              <a:gd name="T11" fmla="*/ 122 h 122"/>
              <a:gd name="T12" fmla="*/ 99 w 149"/>
              <a:gd name="T13" fmla="*/ 99 h 122"/>
              <a:gd name="T14" fmla="*/ 64 w 149"/>
              <a:gd name="T15" fmla="*/ 68 h 122"/>
              <a:gd name="T16" fmla="*/ 99 w 149"/>
              <a:gd name="T17" fmla="*/ 85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9" h="122">
                <a:moveTo>
                  <a:pt x="99" y="85"/>
                </a:moveTo>
                <a:cubicBezTo>
                  <a:pt x="127" y="85"/>
                  <a:pt x="149" y="62"/>
                  <a:pt x="149" y="34"/>
                </a:cubicBezTo>
                <a:cubicBezTo>
                  <a:pt x="147" y="22"/>
                  <a:pt x="143" y="0"/>
                  <a:pt x="112" y="0"/>
                </a:cubicBezTo>
                <a:cubicBezTo>
                  <a:pt x="78" y="0"/>
                  <a:pt x="67" y="48"/>
                  <a:pt x="39" y="78"/>
                </a:cubicBezTo>
                <a:cubicBezTo>
                  <a:pt x="37" y="96"/>
                  <a:pt x="20" y="111"/>
                  <a:pt x="0" y="114"/>
                </a:cubicBezTo>
                <a:cubicBezTo>
                  <a:pt x="5" y="119"/>
                  <a:pt x="16" y="122"/>
                  <a:pt x="29" y="122"/>
                </a:cubicBezTo>
                <a:cubicBezTo>
                  <a:pt x="54" y="122"/>
                  <a:pt x="84" y="115"/>
                  <a:pt x="99" y="99"/>
                </a:cubicBezTo>
                <a:cubicBezTo>
                  <a:pt x="78" y="100"/>
                  <a:pt x="65" y="86"/>
                  <a:pt x="64" y="68"/>
                </a:cubicBezTo>
                <a:cubicBezTo>
                  <a:pt x="74" y="80"/>
                  <a:pt x="85" y="85"/>
                  <a:pt x="99" y="85"/>
                </a:cubicBezTo>
              </a:path>
            </a:pathLst>
          </a:custGeom>
          <a:solidFill>
            <a:srgbClr val="00B9E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03879" tIns="51940" rIns="103879" bIns="51940" numCol="1" anchor="t" anchorCtr="0" compatLnSpc="1">
            <a:prstTxWarp prst="textNoShape">
              <a:avLst/>
            </a:prstTxWarp>
          </a:bodyPr>
          <a:lstStyle/>
          <a:p>
            <a:pPr defTabSz="1038825"/>
            <a:endParaRPr lang="pt-PT" sz="2000" b="1">
              <a:solidFill>
                <a:srgbClr val="000000"/>
              </a:solidFill>
            </a:endParaRPr>
          </a:p>
        </p:txBody>
      </p:sp>
      <p:sp>
        <p:nvSpPr>
          <p:cNvPr id="24" name="Freeform 27">
            <a:extLst>
              <a:ext uri="{FF2B5EF4-FFF2-40B4-BE49-F238E27FC236}">
                <a16:creationId xmlns:a16="http://schemas.microsoft.com/office/drawing/2014/main" id="{8015E310-A729-4C80-936F-71D663EE6DA7}"/>
              </a:ext>
            </a:extLst>
          </p:cNvPr>
          <p:cNvSpPr>
            <a:spLocks/>
          </p:cNvSpPr>
          <p:nvPr userDrawn="1"/>
        </p:nvSpPr>
        <p:spPr bwMode="auto">
          <a:xfrm>
            <a:off x="5471870" y="4458435"/>
            <a:ext cx="630877" cy="536142"/>
          </a:xfrm>
          <a:custGeom>
            <a:avLst/>
            <a:gdLst>
              <a:gd name="T0" fmla="*/ 227 w 227"/>
              <a:gd name="T1" fmla="*/ 120 h 193"/>
              <a:gd name="T2" fmla="*/ 188 w 227"/>
              <a:gd name="T3" fmla="*/ 40 h 193"/>
              <a:gd name="T4" fmla="*/ 127 w 227"/>
              <a:gd name="T5" fmla="*/ 3 h 193"/>
              <a:gd name="T6" fmla="*/ 122 w 227"/>
              <a:gd name="T7" fmla="*/ 0 h 193"/>
              <a:gd name="T8" fmla="*/ 122 w 227"/>
              <a:gd name="T9" fmla="*/ 0 h 193"/>
              <a:gd name="T10" fmla="*/ 0 w 227"/>
              <a:gd name="T11" fmla="*/ 125 h 193"/>
              <a:gd name="T12" fmla="*/ 42 w 227"/>
              <a:gd name="T13" fmla="*/ 187 h 193"/>
              <a:gd name="T14" fmla="*/ 85 w 227"/>
              <a:gd name="T15" fmla="*/ 188 h 193"/>
              <a:gd name="T16" fmla="*/ 117 w 227"/>
              <a:gd name="T17" fmla="*/ 166 h 193"/>
              <a:gd name="T18" fmla="*/ 190 w 227"/>
              <a:gd name="T19" fmla="*/ 88 h 193"/>
              <a:gd name="T20" fmla="*/ 227 w 227"/>
              <a:gd name="T21" fmla="*/ 122 h 193"/>
              <a:gd name="T22" fmla="*/ 227 w 227"/>
              <a:gd name="T23" fmla="*/ 120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7" h="193">
                <a:moveTo>
                  <a:pt x="227" y="120"/>
                </a:moveTo>
                <a:cubicBezTo>
                  <a:pt x="226" y="89"/>
                  <a:pt x="211" y="62"/>
                  <a:pt x="188" y="40"/>
                </a:cubicBezTo>
                <a:cubicBezTo>
                  <a:pt x="170" y="24"/>
                  <a:pt x="149" y="12"/>
                  <a:pt x="127" y="3"/>
                </a:cubicBezTo>
                <a:cubicBezTo>
                  <a:pt x="125" y="2"/>
                  <a:pt x="123" y="1"/>
                  <a:pt x="122" y="0"/>
                </a:cubicBezTo>
                <a:cubicBezTo>
                  <a:pt x="122" y="0"/>
                  <a:pt x="122" y="0"/>
                  <a:pt x="122" y="0"/>
                </a:cubicBezTo>
                <a:cubicBezTo>
                  <a:pt x="94" y="33"/>
                  <a:pt x="0" y="57"/>
                  <a:pt x="0" y="125"/>
                </a:cubicBezTo>
                <a:cubicBezTo>
                  <a:pt x="0" y="152"/>
                  <a:pt x="17" y="177"/>
                  <a:pt x="42" y="187"/>
                </a:cubicBezTo>
                <a:cubicBezTo>
                  <a:pt x="56" y="193"/>
                  <a:pt x="71" y="193"/>
                  <a:pt x="85" y="188"/>
                </a:cubicBezTo>
                <a:cubicBezTo>
                  <a:pt x="98" y="184"/>
                  <a:pt x="108" y="176"/>
                  <a:pt x="117" y="166"/>
                </a:cubicBezTo>
                <a:cubicBezTo>
                  <a:pt x="145" y="136"/>
                  <a:pt x="156" y="88"/>
                  <a:pt x="190" y="88"/>
                </a:cubicBezTo>
                <a:cubicBezTo>
                  <a:pt x="221" y="88"/>
                  <a:pt x="225" y="110"/>
                  <a:pt x="227" y="122"/>
                </a:cubicBezTo>
                <a:cubicBezTo>
                  <a:pt x="227" y="122"/>
                  <a:pt x="227" y="121"/>
                  <a:pt x="227" y="120"/>
                </a:cubicBezTo>
              </a:path>
            </a:pathLst>
          </a:custGeom>
          <a:solidFill>
            <a:srgbClr val="007DB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03879" tIns="51940" rIns="103879" bIns="51940" numCol="1" anchor="t" anchorCtr="0" compatLnSpc="1">
            <a:prstTxWarp prst="textNoShape">
              <a:avLst/>
            </a:prstTxWarp>
          </a:bodyPr>
          <a:lstStyle/>
          <a:p>
            <a:pPr defTabSz="1038825"/>
            <a:endParaRPr lang="pt-PT" sz="2000" b="1">
              <a:solidFill>
                <a:srgbClr val="000000"/>
              </a:solidFill>
            </a:endParaRPr>
          </a:p>
        </p:txBody>
      </p:sp>
      <p:sp>
        <p:nvSpPr>
          <p:cNvPr id="25" name="Text Placeholder 7">
            <a:extLst>
              <a:ext uri="{FF2B5EF4-FFF2-40B4-BE49-F238E27FC236}">
                <a16:creationId xmlns:a16="http://schemas.microsoft.com/office/drawing/2014/main" id="{BBB56F29-6918-4BD4-9377-61503A926466}"/>
              </a:ext>
            </a:extLst>
          </p:cNvPr>
          <p:cNvSpPr>
            <a:spLocks noGrp="1"/>
          </p:cNvSpPr>
          <p:nvPr>
            <p:ph type="body" sz="quarter" idx="36"/>
          </p:nvPr>
        </p:nvSpPr>
        <p:spPr>
          <a:xfrm>
            <a:off x="412695" y="4869077"/>
            <a:ext cx="3344087" cy="1088820"/>
          </a:xfrm>
          <a:prstGeom prst="rect">
            <a:avLst/>
          </a:prstGeom>
        </p:spPr>
        <p:txBody>
          <a:bodyPr anchor="b">
            <a:noAutofit/>
          </a:bodyPr>
          <a:lstStyle>
            <a:lvl1pPr>
              <a:lnSpc>
                <a:spcPts val="1818"/>
              </a:lnSpc>
              <a:spcAft>
                <a:spcPts val="0"/>
              </a:spcAft>
              <a:defRPr sz="1600">
                <a:solidFill>
                  <a:schemeClr val="bg1"/>
                </a:solidFill>
              </a:defRPr>
            </a:lvl1pPr>
            <a:lvl2pPr>
              <a:lnSpc>
                <a:spcPct val="100000"/>
              </a:lnSpc>
              <a:defRPr sz="1600"/>
            </a:lvl2pPr>
            <a:lvl3pPr>
              <a:lnSpc>
                <a:spcPct val="100000"/>
              </a:lnSpc>
              <a:defRPr sz="1600"/>
            </a:lvl3pPr>
            <a:lvl4pPr>
              <a:lnSpc>
                <a:spcPct val="100000"/>
              </a:lnSpc>
              <a:defRPr sz="1600"/>
            </a:lvl4pPr>
            <a:lvl5pPr>
              <a:lnSpc>
                <a:spcPct val="100000"/>
              </a:lnSpc>
              <a:defRPr sz="1400"/>
            </a:lvl5pPr>
          </a:lstStyle>
          <a:p>
            <a:pPr lvl="0"/>
            <a:r>
              <a:rPr lang="en-US" dirty="0"/>
              <a:t>Edit Master text styles</a:t>
            </a:r>
          </a:p>
        </p:txBody>
      </p:sp>
      <p:sp>
        <p:nvSpPr>
          <p:cNvPr id="13" name="Retângulo 43">
            <a:extLst>
              <a:ext uri="{FF2B5EF4-FFF2-40B4-BE49-F238E27FC236}">
                <a16:creationId xmlns:a16="http://schemas.microsoft.com/office/drawing/2014/main" id="{25FC8637-25BD-4C09-AF25-56B4243DAB3D}"/>
              </a:ext>
            </a:extLst>
          </p:cNvPr>
          <p:cNvSpPr/>
          <p:nvPr userDrawn="1"/>
        </p:nvSpPr>
        <p:spPr>
          <a:xfrm>
            <a:off x="11616126" y="6555758"/>
            <a:ext cx="410263" cy="243362"/>
          </a:xfrm>
          <a:prstGeom prst="rect">
            <a:avLst/>
          </a:prstGeom>
        </p:spPr>
        <p:txBody>
          <a:bodyPr wrap="none" lIns="103879" tIns="51940" rIns="103879" bIns="51940">
            <a:spAutoFit/>
          </a:bodyPr>
          <a:lstStyle/>
          <a:p>
            <a:pPr algn="r" defTabSz="1038825"/>
            <a:fld id="{0502E5A9-B53C-401E-A0E0-4A359BB0A9E5}" type="slidenum">
              <a:rPr lang="en-US" sz="900" smtClean="0">
                <a:solidFill>
                  <a:prstClr val="black">
                    <a:lumMod val="50000"/>
                    <a:lumOff val="50000"/>
                  </a:prstClr>
                </a:solidFill>
                <a:cs typeface="Arial" panose="020B0604020202020204" pitchFamily="34" charset="0"/>
              </a:rPr>
              <a:pPr algn="r" defTabSz="1038825"/>
              <a:t>‹#›</a:t>
            </a:fld>
            <a:endParaRPr lang="en-US" sz="900" dirty="0">
              <a:solidFill>
                <a:prstClr val="black">
                  <a:lumMod val="50000"/>
                  <a:lumOff val="50000"/>
                </a:prstClr>
              </a:solidFill>
              <a:cs typeface="Arial" panose="020B0604020202020204" pitchFamily="34" charset="0"/>
            </a:endParaRPr>
          </a:p>
        </p:txBody>
      </p:sp>
      <p:cxnSp>
        <p:nvCxnSpPr>
          <p:cNvPr id="14"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3283673" y="6587911"/>
            <a:ext cx="0" cy="155576"/>
          </a:xfrm>
          <a:prstGeom prst="line">
            <a:avLst/>
          </a:prstGeom>
          <a:solidFill>
            <a:schemeClr val="tx1"/>
          </a:solidFill>
          <a:ln w="12700" cap="rnd">
            <a:solidFill>
              <a:schemeClr val="bg1"/>
            </a:solidFill>
            <a:round/>
          </a:ln>
        </p:spPr>
        <p:style>
          <a:lnRef idx="1">
            <a:schemeClr val="accent1"/>
          </a:lnRef>
          <a:fillRef idx="0">
            <a:schemeClr val="accent1"/>
          </a:fillRef>
          <a:effectRef idx="0">
            <a:schemeClr val="accent1"/>
          </a:effectRef>
          <a:fontRef idx="minor">
            <a:schemeClr val="tx1"/>
          </a:fontRef>
        </p:style>
      </p:cxnSp>
      <p:sp>
        <p:nvSpPr>
          <p:cNvPr id="26" name="Rectangle 27">
            <a:hlinkClick r:id="rId2"/>
            <a:extLst>
              <a:ext uri="{FF2B5EF4-FFF2-40B4-BE49-F238E27FC236}">
                <a16:creationId xmlns:a16="http://schemas.microsoft.com/office/drawing/2014/main" id="{F376ABD1-4930-42EB-9A73-9A9C7C6BF2D3}"/>
              </a:ext>
            </a:extLst>
          </p:cNvPr>
          <p:cNvSpPr/>
          <p:nvPr userDrawn="1"/>
        </p:nvSpPr>
        <p:spPr>
          <a:xfrm>
            <a:off x="407991" y="6555972"/>
            <a:ext cx="2829007" cy="219456"/>
          </a:xfrm>
          <a:prstGeom prst="rect">
            <a:avLst/>
          </a:prstGeom>
        </p:spPr>
        <p:txBody>
          <a:bodyPr wrap="square" lIns="0" tIns="0" rIns="0" bIns="0" anchor="ctr" anchorCtr="0">
            <a:noAutofit/>
          </a:bodyPr>
          <a:lstStyle/>
          <a:p>
            <a:pPr defTabSz="1038825">
              <a:lnSpc>
                <a:spcPct val="85000"/>
              </a:lnSpc>
              <a:defRPr/>
            </a:pPr>
            <a:r>
              <a:rPr lang="pl-PL" sz="900" kern="0" dirty="0">
                <a:solidFill>
                  <a:srgbClr val="00458D"/>
                </a:solidFill>
                <a:cs typeface="Arial" panose="020B0604020202020204" pitchFamily="34" charset="0"/>
              </a:rPr>
              <a:t>BRM Review Deck</a:t>
            </a:r>
            <a:endParaRPr lang="en-US" sz="900" kern="0" dirty="0">
              <a:solidFill>
                <a:srgbClr val="00458D"/>
              </a:solidFill>
              <a:cs typeface="Arial" panose="020B0604020202020204" pitchFamily="34" charset="0"/>
            </a:endParaRPr>
          </a:p>
        </p:txBody>
      </p:sp>
      <p:sp>
        <p:nvSpPr>
          <p:cNvPr id="27" name="Retângulo 43">
            <a:extLst>
              <a:ext uri="{FF2B5EF4-FFF2-40B4-BE49-F238E27FC236}">
                <a16:creationId xmlns:a16="http://schemas.microsoft.com/office/drawing/2014/main" id="{834ADCB4-BFB1-450D-8F6D-64217F4CD92C}"/>
              </a:ext>
            </a:extLst>
          </p:cNvPr>
          <p:cNvSpPr/>
          <p:nvPr userDrawn="1"/>
        </p:nvSpPr>
        <p:spPr>
          <a:xfrm>
            <a:off x="3411380" y="6555759"/>
            <a:ext cx="2223686" cy="219456"/>
          </a:xfrm>
          <a:prstGeom prst="rect">
            <a:avLst/>
          </a:prstGeom>
        </p:spPr>
        <p:txBody>
          <a:bodyPr wrap="none" lIns="0" tIns="0" rIns="0" bIns="0" anchor="ctr">
            <a:noAutofit/>
          </a:bodyPr>
          <a:lstStyle/>
          <a:p>
            <a:pPr defTabSz="1038825"/>
            <a:r>
              <a:rPr lang="en-US" sz="900" dirty="0">
                <a:solidFill>
                  <a:prstClr val="white"/>
                </a:solidFill>
                <a:cs typeface="Arial" panose="020B0604020202020204" pitchFamily="34" charset="0"/>
              </a:rPr>
              <a:t>© 2017 Capgemini. All rights reserved.</a:t>
            </a:r>
          </a:p>
        </p:txBody>
      </p:sp>
    </p:spTree>
    <p:extLst>
      <p:ext uri="{BB962C8B-B14F-4D97-AF65-F5344CB8AC3E}">
        <p14:creationId xmlns:p14="http://schemas.microsoft.com/office/powerpoint/2010/main" val="31584211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ext with Shapes - Layout4">
    <p:bg>
      <p:bgRef idx="1001">
        <a:schemeClr val="bg1"/>
      </p:bgRef>
    </p:bg>
    <p:spTree>
      <p:nvGrpSpPr>
        <p:cNvPr id="1" name=""/>
        <p:cNvGrpSpPr/>
        <p:nvPr/>
      </p:nvGrpSpPr>
      <p:grpSpPr>
        <a:xfrm>
          <a:off x="0" y="0"/>
          <a:ext cx="0" cy="0"/>
          <a:chOff x="0" y="0"/>
          <a:chExt cx="0" cy="0"/>
        </a:xfrm>
      </p:grpSpPr>
      <p:pic>
        <p:nvPicPr>
          <p:cNvPr id="16" name="Graphic 15">
            <a:extLst>
              <a:ext uri="{FF2B5EF4-FFF2-40B4-BE49-F238E27FC236}">
                <a16:creationId xmlns:a16="http://schemas.microsoft.com/office/drawing/2014/main" id="{9816AFFC-77B8-4D07-A4F8-5D71746F909B}"/>
              </a:ext>
            </a:extLst>
          </p:cNvPr>
          <p:cNvPicPr>
            <a:picLocks noChangeAspect="1"/>
          </p:cNvPicPr>
          <p:nvPr userDrawn="1"/>
        </p:nvPicPr>
        <p:blipFill rotWithShape="1">
          <a:blip r:embed="rId2" cstate="print">
            <a:extLst>
              <a:ext uri="{96DAC541-7B7A-43D3-8B79-37D633B846F1}">
                <asvg:svgBlip xmlns:asvg="http://schemas.microsoft.com/office/drawing/2016/SVG/main" r:embed="rId3"/>
              </a:ext>
            </a:extLst>
          </a:blip>
          <a:srcRect t="9060"/>
          <a:stretch/>
        </p:blipFill>
        <p:spPr>
          <a:xfrm flipH="1">
            <a:off x="0" y="0"/>
            <a:ext cx="6728158" cy="6236668"/>
          </a:xfrm>
          <a:prstGeom prst="rect">
            <a:avLst/>
          </a:prstGeom>
        </p:spPr>
      </p:pic>
      <p:sp>
        <p:nvSpPr>
          <p:cNvPr id="19" name="Text Placeholder 7">
            <a:extLst>
              <a:ext uri="{FF2B5EF4-FFF2-40B4-BE49-F238E27FC236}">
                <a16:creationId xmlns:a16="http://schemas.microsoft.com/office/drawing/2014/main" id="{F44B07A7-FBF2-491D-B0F6-7A5448F53F32}"/>
              </a:ext>
            </a:extLst>
          </p:cNvPr>
          <p:cNvSpPr>
            <a:spLocks noGrp="1"/>
          </p:cNvSpPr>
          <p:nvPr>
            <p:ph type="body" sz="quarter" idx="35" hasCustomPrompt="1"/>
          </p:nvPr>
        </p:nvSpPr>
        <p:spPr>
          <a:xfrm>
            <a:off x="407991" y="2439343"/>
            <a:ext cx="4940178" cy="1008112"/>
          </a:xfrm>
          <a:prstGeom prst="rect">
            <a:avLst/>
          </a:prstGeom>
        </p:spPr>
        <p:txBody>
          <a:bodyPr anchor="t">
            <a:noAutofit/>
          </a:bodyPr>
          <a:lstStyle>
            <a:lvl1pPr algn="l">
              <a:lnSpc>
                <a:spcPts val="2045"/>
              </a:lnSpc>
              <a:spcAft>
                <a:spcPts val="682"/>
              </a:spcAft>
              <a:defRPr sz="1800">
                <a:solidFill>
                  <a:schemeClr val="bg1"/>
                </a:solidFill>
              </a:defRPr>
            </a:lvl1pPr>
            <a:lvl2pPr>
              <a:lnSpc>
                <a:spcPct val="100000"/>
              </a:lnSpc>
              <a:defRPr sz="1600"/>
            </a:lvl2pPr>
            <a:lvl3pPr>
              <a:lnSpc>
                <a:spcPct val="100000"/>
              </a:lnSpc>
              <a:defRPr sz="1600"/>
            </a:lvl3pPr>
            <a:lvl4pPr>
              <a:lnSpc>
                <a:spcPct val="100000"/>
              </a:lnSpc>
              <a:defRPr sz="1600"/>
            </a:lvl4pPr>
            <a:lvl5pPr>
              <a:lnSpc>
                <a:spcPct val="100000"/>
              </a:lnSpc>
              <a:defRPr sz="1400"/>
            </a:lvl5pPr>
          </a:lstStyle>
          <a:p>
            <a:pPr lvl="0"/>
            <a:r>
              <a:rPr lang="en-US" dirty="0"/>
              <a:t>Click to insert text</a:t>
            </a:r>
          </a:p>
        </p:txBody>
      </p:sp>
      <p:sp>
        <p:nvSpPr>
          <p:cNvPr id="20" name="Text Placeholder 7">
            <a:extLst>
              <a:ext uri="{FF2B5EF4-FFF2-40B4-BE49-F238E27FC236}">
                <a16:creationId xmlns:a16="http://schemas.microsoft.com/office/drawing/2014/main" id="{6956FD36-565A-4468-BCC4-CB7785266950}"/>
              </a:ext>
            </a:extLst>
          </p:cNvPr>
          <p:cNvSpPr>
            <a:spLocks noGrp="1"/>
          </p:cNvSpPr>
          <p:nvPr>
            <p:ph type="body" sz="quarter" idx="36" hasCustomPrompt="1"/>
          </p:nvPr>
        </p:nvSpPr>
        <p:spPr>
          <a:xfrm>
            <a:off x="7896202" y="1404921"/>
            <a:ext cx="3887813" cy="524886"/>
          </a:xfrm>
          <a:prstGeom prst="rect">
            <a:avLst/>
          </a:prstGeom>
        </p:spPr>
        <p:txBody>
          <a:bodyPr anchor="ctr">
            <a:noAutofit/>
          </a:bodyPr>
          <a:lstStyle>
            <a:lvl1pPr algn="l">
              <a:lnSpc>
                <a:spcPts val="1818"/>
              </a:lnSpc>
              <a:defRPr sz="1600">
                <a:solidFill>
                  <a:schemeClr val="tx1"/>
                </a:solidFill>
              </a:defRPr>
            </a:lvl1pPr>
            <a:lvl2pPr>
              <a:lnSpc>
                <a:spcPct val="100000"/>
              </a:lnSpc>
              <a:defRPr sz="1600"/>
            </a:lvl2pPr>
            <a:lvl3pPr>
              <a:lnSpc>
                <a:spcPct val="100000"/>
              </a:lnSpc>
              <a:defRPr sz="1600"/>
            </a:lvl3pPr>
            <a:lvl4pPr>
              <a:lnSpc>
                <a:spcPct val="100000"/>
              </a:lnSpc>
              <a:defRPr sz="1600"/>
            </a:lvl4pPr>
            <a:lvl5pPr>
              <a:lnSpc>
                <a:spcPct val="100000"/>
              </a:lnSpc>
              <a:defRPr sz="1400"/>
            </a:lvl5pPr>
          </a:lstStyle>
          <a:p>
            <a:pPr lvl="0"/>
            <a:r>
              <a:rPr lang="en-US" dirty="0"/>
              <a:t>Click to insert text</a:t>
            </a:r>
          </a:p>
        </p:txBody>
      </p:sp>
      <p:sp>
        <p:nvSpPr>
          <p:cNvPr id="21" name="Text Placeholder 7">
            <a:extLst>
              <a:ext uri="{FF2B5EF4-FFF2-40B4-BE49-F238E27FC236}">
                <a16:creationId xmlns:a16="http://schemas.microsoft.com/office/drawing/2014/main" id="{16278310-82AA-4E47-A510-E54DC245FB2B}"/>
              </a:ext>
            </a:extLst>
          </p:cNvPr>
          <p:cNvSpPr>
            <a:spLocks noGrp="1"/>
          </p:cNvSpPr>
          <p:nvPr>
            <p:ph type="body" sz="quarter" idx="37" hasCustomPrompt="1"/>
          </p:nvPr>
        </p:nvSpPr>
        <p:spPr>
          <a:xfrm>
            <a:off x="7896202" y="5918247"/>
            <a:ext cx="3887813" cy="524886"/>
          </a:xfrm>
          <a:prstGeom prst="rect">
            <a:avLst/>
          </a:prstGeom>
        </p:spPr>
        <p:txBody>
          <a:bodyPr anchor="ctr">
            <a:noAutofit/>
          </a:bodyPr>
          <a:lstStyle>
            <a:lvl1pPr algn="l">
              <a:lnSpc>
                <a:spcPts val="1818"/>
              </a:lnSpc>
              <a:defRPr sz="1600">
                <a:solidFill>
                  <a:schemeClr val="tx1"/>
                </a:solidFill>
              </a:defRPr>
            </a:lvl1pPr>
            <a:lvl2pPr>
              <a:lnSpc>
                <a:spcPct val="100000"/>
              </a:lnSpc>
              <a:defRPr sz="1600"/>
            </a:lvl2pPr>
            <a:lvl3pPr>
              <a:lnSpc>
                <a:spcPct val="100000"/>
              </a:lnSpc>
              <a:defRPr sz="1600"/>
            </a:lvl3pPr>
            <a:lvl4pPr>
              <a:lnSpc>
                <a:spcPct val="100000"/>
              </a:lnSpc>
              <a:defRPr sz="1600"/>
            </a:lvl4pPr>
            <a:lvl5pPr>
              <a:lnSpc>
                <a:spcPct val="100000"/>
              </a:lnSpc>
              <a:defRPr sz="1400"/>
            </a:lvl5pPr>
          </a:lstStyle>
          <a:p>
            <a:pPr lvl="0"/>
            <a:r>
              <a:rPr lang="en-US" dirty="0"/>
              <a:t>Click to insert text</a:t>
            </a:r>
          </a:p>
        </p:txBody>
      </p:sp>
      <p:sp>
        <p:nvSpPr>
          <p:cNvPr id="22" name="Text Placeholder 7">
            <a:extLst>
              <a:ext uri="{FF2B5EF4-FFF2-40B4-BE49-F238E27FC236}">
                <a16:creationId xmlns:a16="http://schemas.microsoft.com/office/drawing/2014/main" id="{ABF327CC-2917-45F5-82B2-75A9F742E63A}"/>
              </a:ext>
            </a:extLst>
          </p:cNvPr>
          <p:cNvSpPr>
            <a:spLocks noGrp="1"/>
          </p:cNvSpPr>
          <p:nvPr>
            <p:ph type="body" sz="quarter" idx="38" hasCustomPrompt="1"/>
          </p:nvPr>
        </p:nvSpPr>
        <p:spPr>
          <a:xfrm>
            <a:off x="7896202" y="5015581"/>
            <a:ext cx="3887813" cy="524886"/>
          </a:xfrm>
          <a:prstGeom prst="rect">
            <a:avLst/>
          </a:prstGeom>
        </p:spPr>
        <p:txBody>
          <a:bodyPr anchor="ctr">
            <a:noAutofit/>
          </a:bodyPr>
          <a:lstStyle>
            <a:lvl1pPr algn="l">
              <a:lnSpc>
                <a:spcPts val="1818"/>
              </a:lnSpc>
              <a:defRPr sz="1600">
                <a:solidFill>
                  <a:schemeClr val="tx1"/>
                </a:solidFill>
              </a:defRPr>
            </a:lvl1pPr>
            <a:lvl2pPr>
              <a:lnSpc>
                <a:spcPct val="100000"/>
              </a:lnSpc>
              <a:defRPr sz="1600"/>
            </a:lvl2pPr>
            <a:lvl3pPr>
              <a:lnSpc>
                <a:spcPct val="100000"/>
              </a:lnSpc>
              <a:defRPr sz="1600"/>
            </a:lvl3pPr>
            <a:lvl4pPr>
              <a:lnSpc>
                <a:spcPct val="100000"/>
              </a:lnSpc>
              <a:defRPr sz="1600"/>
            </a:lvl4pPr>
            <a:lvl5pPr>
              <a:lnSpc>
                <a:spcPct val="100000"/>
              </a:lnSpc>
              <a:defRPr sz="1400"/>
            </a:lvl5pPr>
          </a:lstStyle>
          <a:p>
            <a:pPr lvl="0"/>
            <a:r>
              <a:rPr lang="en-US" dirty="0"/>
              <a:t>Click to insert text</a:t>
            </a:r>
          </a:p>
        </p:txBody>
      </p:sp>
      <p:sp>
        <p:nvSpPr>
          <p:cNvPr id="23" name="Text Placeholder 7">
            <a:extLst>
              <a:ext uri="{FF2B5EF4-FFF2-40B4-BE49-F238E27FC236}">
                <a16:creationId xmlns:a16="http://schemas.microsoft.com/office/drawing/2014/main" id="{169195DA-4761-45A5-B68F-E20845F04F0C}"/>
              </a:ext>
            </a:extLst>
          </p:cNvPr>
          <p:cNvSpPr>
            <a:spLocks noGrp="1"/>
          </p:cNvSpPr>
          <p:nvPr>
            <p:ph type="body" sz="quarter" idx="39" hasCustomPrompt="1"/>
          </p:nvPr>
        </p:nvSpPr>
        <p:spPr>
          <a:xfrm>
            <a:off x="7896202" y="4112916"/>
            <a:ext cx="3887813" cy="524886"/>
          </a:xfrm>
          <a:prstGeom prst="rect">
            <a:avLst/>
          </a:prstGeom>
        </p:spPr>
        <p:txBody>
          <a:bodyPr anchor="ctr">
            <a:noAutofit/>
          </a:bodyPr>
          <a:lstStyle>
            <a:lvl1pPr algn="l">
              <a:lnSpc>
                <a:spcPts val="1818"/>
              </a:lnSpc>
              <a:defRPr sz="1600">
                <a:solidFill>
                  <a:schemeClr val="tx1"/>
                </a:solidFill>
              </a:defRPr>
            </a:lvl1pPr>
            <a:lvl2pPr>
              <a:lnSpc>
                <a:spcPct val="100000"/>
              </a:lnSpc>
              <a:defRPr sz="1600"/>
            </a:lvl2pPr>
            <a:lvl3pPr>
              <a:lnSpc>
                <a:spcPct val="100000"/>
              </a:lnSpc>
              <a:defRPr sz="1600"/>
            </a:lvl3pPr>
            <a:lvl4pPr>
              <a:lnSpc>
                <a:spcPct val="100000"/>
              </a:lnSpc>
              <a:defRPr sz="1600"/>
            </a:lvl4pPr>
            <a:lvl5pPr>
              <a:lnSpc>
                <a:spcPct val="100000"/>
              </a:lnSpc>
              <a:defRPr sz="1400"/>
            </a:lvl5pPr>
          </a:lstStyle>
          <a:p>
            <a:pPr lvl="0"/>
            <a:r>
              <a:rPr lang="en-US" dirty="0"/>
              <a:t>Click to insert text</a:t>
            </a:r>
          </a:p>
        </p:txBody>
      </p:sp>
      <p:sp>
        <p:nvSpPr>
          <p:cNvPr id="24" name="Text Placeholder 7">
            <a:extLst>
              <a:ext uri="{FF2B5EF4-FFF2-40B4-BE49-F238E27FC236}">
                <a16:creationId xmlns:a16="http://schemas.microsoft.com/office/drawing/2014/main" id="{343313FC-7C2A-4C39-A322-E5328A14AED9}"/>
              </a:ext>
            </a:extLst>
          </p:cNvPr>
          <p:cNvSpPr>
            <a:spLocks noGrp="1"/>
          </p:cNvSpPr>
          <p:nvPr>
            <p:ph type="body" sz="quarter" idx="40" hasCustomPrompt="1"/>
          </p:nvPr>
        </p:nvSpPr>
        <p:spPr>
          <a:xfrm>
            <a:off x="7896202" y="3210251"/>
            <a:ext cx="3887813" cy="524886"/>
          </a:xfrm>
          <a:prstGeom prst="rect">
            <a:avLst/>
          </a:prstGeom>
        </p:spPr>
        <p:txBody>
          <a:bodyPr anchor="ctr">
            <a:noAutofit/>
          </a:bodyPr>
          <a:lstStyle>
            <a:lvl1pPr algn="l">
              <a:lnSpc>
                <a:spcPts val="1818"/>
              </a:lnSpc>
              <a:defRPr sz="1600">
                <a:solidFill>
                  <a:schemeClr val="tx1"/>
                </a:solidFill>
              </a:defRPr>
            </a:lvl1pPr>
            <a:lvl2pPr>
              <a:lnSpc>
                <a:spcPct val="100000"/>
              </a:lnSpc>
              <a:defRPr sz="1600"/>
            </a:lvl2pPr>
            <a:lvl3pPr>
              <a:lnSpc>
                <a:spcPct val="100000"/>
              </a:lnSpc>
              <a:defRPr sz="1600"/>
            </a:lvl3pPr>
            <a:lvl4pPr>
              <a:lnSpc>
                <a:spcPct val="100000"/>
              </a:lnSpc>
              <a:defRPr sz="1600"/>
            </a:lvl4pPr>
            <a:lvl5pPr>
              <a:lnSpc>
                <a:spcPct val="100000"/>
              </a:lnSpc>
              <a:defRPr sz="1400"/>
            </a:lvl5pPr>
          </a:lstStyle>
          <a:p>
            <a:pPr lvl="0"/>
            <a:r>
              <a:rPr lang="en-US" dirty="0"/>
              <a:t>Click to insert text</a:t>
            </a:r>
          </a:p>
        </p:txBody>
      </p:sp>
      <p:sp>
        <p:nvSpPr>
          <p:cNvPr id="25" name="Text Placeholder 7">
            <a:extLst>
              <a:ext uri="{FF2B5EF4-FFF2-40B4-BE49-F238E27FC236}">
                <a16:creationId xmlns:a16="http://schemas.microsoft.com/office/drawing/2014/main" id="{C9E896F1-84B5-4E7A-BD88-FFAFED8559EB}"/>
              </a:ext>
            </a:extLst>
          </p:cNvPr>
          <p:cNvSpPr>
            <a:spLocks noGrp="1"/>
          </p:cNvSpPr>
          <p:nvPr>
            <p:ph type="body" sz="quarter" idx="41" hasCustomPrompt="1"/>
          </p:nvPr>
        </p:nvSpPr>
        <p:spPr>
          <a:xfrm>
            <a:off x="7896202" y="2307586"/>
            <a:ext cx="3887813" cy="524886"/>
          </a:xfrm>
          <a:prstGeom prst="rect">
            <a:avLst/>
          </a:prstGeom>
        </p:spPr>
        <p:txBody>
          <a:bodyPr anchor="ctr">
            <a:noAutofit/>
          </a:bodyPr>
          <a:lstStyle>
            <a:lvl1pPr algn="l">
              <a:lnSpc>
                <a:spcPts val="1818"/>
              </a:lnSpc>
              <a:defRPr sz="1600">
                <a:solidFill>
                  <a:schemeClr val="tx1"/>
                </a:solidFill>
              </a:defRPr>
            </a:lvl1pPr>
            <a:lvl2pPr>
              <a:lnSpc>
                <a:spcPct val="100000"/>
              </a:lnSpc>
              <a:defRPr sz="1600"/>
            </a:lvl2pPr>
            <a:lvl3pPr>
              <a:lnSpc>
                <a:spcPct val="100000"/>
              </a:lnSpc>
              <a:defRPr sz="1600"/>
            </a:lvl3pPr>
            <a:lvl4pPr>
              <a:lnSpc>
                <a:spcPct val="100000"/>
              </a:lnSpc>
              <a:defRPr sz="1600"/>
            </a:lvl4pPr>
            <a:lvl5pPr>
              <a:lnSpc>
                <a:spcPct val="100000"/>
              </a:lnSpc>
              <a:defRPr sz="1400"/>
            </a:lvl5pPr>
          </a:lstStyle>
          <a:p>
            <a:pPr lvl="0"/>
            <a:r>
              <a:rPr lang="en-US" dirty="0"/>
              <a:t>Click to insert text</a:t>
            </a:r>
          </a:p>
        </p:txBody>
      </p:sp>
      <p:sp>
        <p:nvSpPr>
          <p:cNvPr id="11"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407989" y="1447298"/>
            <a:ext cx="5471987" cy="863600"/>
          </a:xfrm>
          <a:prstGeom prst="rect">
            <a:avLst/>
          </a:prstGeom>
        </p:spPr>
        <p:txBody>
          <a:bodyPr vert="horz" lIns="0" tIns="0" rIns="0" bIns="0" rtlCol="0" anchor="t">
            <a:normAutofit/>
          </a:bodyPr>
          <a:lstStyle>
            <a:lvl1pPr>
              <a:defRPr lang="pt-PT" dirty="0">
                <a:solidFill>
                  <a:schemeClr val="bg1"/>
                </a:solidFill>
              </a:defRPr>
            </a:lvl1pPr>
          </a:lstStyle>
          <a:p>
            <a:pPr lvl="0">
              <a:lnSpc>
                <a:spcPts val="3408"/>
              </a:lnSpc>
            </a:pPr>
            <a:r>
              <a:rPr lang="en-US" dirty="0"/>
              <a:t>Click to add title</a:t>
            </a:r>
            <a:endParaRPr lang="pt-PT" dirty="0"/>
          </a:p>
        </p:txBody>
      </p:sp>
      <p:sp>
        <p:nvSpPr>
          <p:cNvPr id="12" name="Retângulo 43">
            <a:extLst>
              <a:ext uri="{FF2B5EF4-FFF2-40B4-BE49-F238E27FC236}">
                <a16:creationId xmlns:a16="http://schemas.microsoft.com/office/drawing/2014/main" id="{25FC8637-25BD-4C09-AF25-56B4243DAB3D}"/>
              </a:ext>
            </a:extLst>
          </p:cNvPr>
          <p:cNvSpPr/>
          <p:nvPr userDrawn="1"/>
        </p:nvSpPr>
        <p:spPr>
          <a:xfrm>
            <a:off x="11616126" y="6555758"/>
            <a:ext cx="410263" cy="243362"/>
          </a:xfrm>
          <a:prstGeom prst="rect">
            <a:avLst/>
          </a:prstGeom>
        </p:spPr>
        <p:txBody>
          <a:bodyPr wrap="none" lIns="103879" tIns="51940" rIns="103879" bIns="51940">
            <a:spAutoFit/>
          </a:bodyPr>
          <a:lstStyle/>
          <a:p>
            <a:pPr algn="r" defTabSz="1038825"/>
            <a:fld id="{0502E5A9-B53C-401E-A0E0-4A359BB0A9E5}" type="slidenum">
              <a:rPr lang="en-US" sz="900" smtClean="0">
                <a:solidFill>
                  <a:prstClr val="black">
                    <a:lumMod val="50000"/>
                    <a:lumOff val="50000"/>
                  </a:prstClr>
                </a:solidFill>
                <a:cs typeface="Arial" panose="020B0604020202020204" pitchFamily="34" charset="0"/>
              </a:rPr>
              <a:pPr algn="r" defTabSz="1038825"/>
              <a:t>‹#›</a:t>
            </a:fld>
            <a:endParaRPr lang="en-US" sz="900" dirty="0">
              <a:solidFill>
                <a:prstClr val="black">
                  <a:lumMod val="50000"/>
                  <a:lumOff val="50000"/>
                </a:prstClr>
              </a:solidFill>
              <a:cs typeface="Arial" panose="020B0604020202020204" pitchFamily="34" charset="0"/>
            </a:endParaRPr>
          </a:p>
        </p:txBody>
      </p:sp>
      <p:cxnSp>
        <p:nvCxnSpPr>
          <p:cNvPr id="13"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3283673"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14" name="Rectangle 27">
            <a:hlinkClick r:id="rId4"/>
            <a:extLst>
              <a:ext uri="{FF2B5EF4-FFF2-40B4-BE49-F238E27FC236}">
                <a16:creationId xmlns:a16="http://schemas.microsoft.com/office/drawing/2014/main" id="{F376ABD1-4930-42EB-9A73-9A9C7C6BF2D3}"/>
              </a:ext>
            </a:extLst>
          </p:cNvPr>
          <p:cNvSpPr/>
          <p:nvPr userDrawn="1"/>
        </p:nvSpPr>
        <p:spPr>
          <a:xfrm>
            <a:off x="407991" y="6555972"/>
            <a:ext cx="2829007" cy="219456"/>
          </a:xfrm>
          <a:prstGeom prst="rect">
            <a:avLst/>
          </a:prstGeom>
        </p:spPr>
        <p:txBody>
          <a:bodyPr wrap="square" lIns="0" tIns="0" rIns="0" bIns="0" anchor="ctr" anchorCtr="0">
            <a:noAutofit/>
          </a:bodyPr>
          <a:lstStyle/>
          <a:p>
            <a:pPr defTabSz="1038825">
              <a:lnSpc>
                <a:spcPct val="85000"/>
              </a:lnSpc>
              <a:defRPr/>
            </a:pPr>
            <a:r>
              <a:rPr lang="pl-PL" sz="900" kern="0" dirty="0">
                <a:solidFill>
                  <a:srgbClr val="00458D"/>
                </a:solidFill>
                <a:cs typeface="Arial" panose="020B0604020202020204" pitchFamily="34" charset="0"/>
              </a:rPr>
              <a:t>BRM Review Deck</a:t>
            </a:r>
            <a:endParaRPr lang="en-US" sz="900" kern="0" dirty="0">
              <a:solidFill>
                <a:srgbClr val="00458D"/>
              </a:solidFill>
              <a:cs typeface="Arial" panose="020B0604020202020204" pitchFamily="34" charset="0"/>
            </a:endParaRPr>
          </a:p>
        </p:txBody>
      </p:sp>
      <p:sp>
        <p:nvSpPr>
          <p:cNvPr id="15" name="Retângulo 43">
            <a:extLst>
              <a:ext uri="{FF2B5EF4-FFF2-40B4-BE49-F238E27FC236}">
                <a16:creationId xmlns:a16="http://schemas.microsoft.com/office/drawing/2014/main" id="{834ADCB4-BFB1-450D-8F6D-64217F4CD92C}"/>
              </a:ext>
            </a:extLst>
          </p:cNvPr>
          <p:cNvSpPr/>
          <p:nvPr userDrawn="1"/>
        </p:nvSpPr>
        <p:spPr>
          <a:xfrm>
            <a:off x="3411380" y="6555759"/>
            <a:ext cx="2223686" cy="219456"/>
          </a:xfrm>
          <a:prstGeom prst="rect">
            <a:avLst/>
          </a:prstGeom>
        </p:spPr>
        <p:txBody>
          <a:bodyPr wrap="none" lIns="0" tIns="0" rIns="0" bIns="0" anchor="ctr">
            <a:noAutofit/>
          </a:bodyPr>
          <a:lstStyle/>
          <a:p>
            <a:pPr defTabSz="1038825"/>
            <a:r>
              <a:rPr lang="en-US" sz="900" dirty="0">
                <a:solidFill>
                  <a:srgbClr val="EDEDED">
                    <a:lumMod val="50000"/>
                  </a:srgbClr>
                </a:solidFill>
                <a:cs typeface="Arial" panose="020B0604020202020204" pitchFamily="34" charset="0"/>
              </a:rPr>
              <a:t>© 2017 Capgemini. All rights reserved.</a:t>
            </a:r>
          </a:p>
        </p:txBody>
      </p:sp>
    </p:spTree>
    <p:extLst>
      <p:ext uri="{BB962C8B-B14F-4D97-AF65-F5344CB8AC3E}">
        <p14:creationId xmlns:p14="http://schemas.microsoft.com/office/powerpoint/2010/main" val="1731215558"/>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3-columns with signature circle">
    <p:bg>
      <p:bgRef idx="1001">
        <a:schemeClr val="bg1"/>
      </p:bgRef>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46919663-CB01-46C8-8B1A-7D7C5FFB79D0}"/>
              </a:ext>
            </a:extLst>
          </p:cNvPr>
          <p:cNvSpPr/>
          <p:nvPr userDrawn="1"/>
        </p:nvSpPr>
        <p:spPr>
          <a:xfrm>
            <a:off x="998107" y="2708998"/>
            <a:ext cx="3017520" cy="3528293"/>
          </a:xfrm>
          <a:prstGeom prst="rect">
            <a:avLst/>
          </a:prstGeom>
          <a:noFill/>
          <a:ln w="38100">
            <a:solidFill>
              <a:srgbClr val="E6E7E7"/>
            </a:solidFill>
          </a:ln>
        </p:spPr>
        <p:style>
          <a:lnRef idx="2">
            <a:schemeClr val="accent1">
              <a:shade val="50000"/>
            </a:schemeClr>
          </a:lnRef>
          <a:fillRef idx="1">
            <a:schemeClr val="accent1"/>
          </a:fillRef>
          <a:effectRef idx="0">
            <a:schemeClr val="accent1"/>
          </a:effectRef>
          <a:fontRef idx="minor">
            <a:schemeClr val="lt1"/>
          </a:fontRef>
        </p:style>
        <p:txBody>
          <a:bodyPr lIns="103879" tIns="51940" rIns="103879" bIns="51940" rtlCol="0" anchor="ctr"/>
          <a:lstStyle/>
          <a:p>
            <a:pPr algn="ctr" defTabSz="1038825"/>
            <a:endParaRPr lang="pt-PT" sz="2000">
              <a:solidFill>
                <a:prstClr val="white"/>
              </a:solidFill>
            </a:endParaRPr>
          </a:p>
        </p:txBody>
      </p:sp>
      <p:sp>
        <p:nvSpPr>
          <p:cNvPr id="16" name="Rectangle 15">
            <a:extLst>
              <a:ext uri="{FF2B5EF4-FFF2-40B4-BE49-F238E27FC236}">
                <a16:creationId xmlns:a16="http://schemas.microsoft.com/office/drawing/2014/main" id="{07A11129-008D-4898-86B9-B6C83562FA3A}"/>
              </a:ext>
            </a:extLst>
          </p:cNvPr>
          <p:cNvSpPr/>
          <p:nvPr userDrawn="1"/>
        </p:nvSpPr>
        <p:spPr>
          <a:xfrm>
            <a:off x="4601267" y="2744282"/>
            <a:ext cx="3017520" cy="3528293"/>
          </a:xfrm>
          <a:prstGeom prst="rect">
            <a:avLst/>
          </a:prstGeom>
          <a:noFill/>
          <a:ln w="38100">
            <a:solidFill>
              <a:srgbClr val="E6E7E7"/>
            </a:solidFill>
          </a:ln>
        </p:spPr>
        <p:style>
          <a:lnRef idx="2">
            <a:schemeClr val="accent1">
              <a:shade val="50000"/>
            </a:schemeClr>
          </a:lnRef>
          <a:fillRef idx="1">
            <a:schemeClr val="accent1"/>
          </a:fillRef>
          <a:effectRef idx="0">
            <a:schemeClr val="accent1"/>
          </a:effectRef>
          <a:fontRef idx="minor">
            <a:schemeClr val="lt1"/>
          </a:fontRef>
        </p:style>
        <p:txBody>
          <a:bodyPr lIns="103879" tIns="51940" rIns="103879" bIns="51940" rtlCol="0" anchor="ctr"/>
          <a:lstStyle/>
          <a:p>
            <a:pPr algn="ctr" defTabSz="1038825"/>
            <a:endParaRPr lang="pt-PT" sz="2000">
              <a:solidFill>
                <a:prstClr val="white"/>
              </a:solidFill>
            </a:endParaRPr>
          </a:p>
        </p:txBody>
      </p:sp>
      <p:sp>
        <p:nvSpPr>
          <p:cNvPr id="17" name="Rectangle 16">
            <a:extLst>
              <a:ext uri="{FF2B5EF4-FFF2-40B4-BE49-F238E27FC236}">
                <a16:creationId xmlns:a16="http://schemas.microsoft.com/office/drawing/2014/main" id="{92D1F7AF-5F53-4627-A1CF-B58FCC387FCC}"/>
              </a:ext>
            </a:extLst>
          </p:cNvPr>
          <p:cNvSpPr/>
          <p:nvPr userDrawn="1"/>
        </p:nvSpPr>
        <p:spPr>
          <a:xfrm>
            <a:off x="8204425" y="2744282"/>
            <a:ext cx="3017520" cy="3528293"/>
          </a:xfrm>
          <a:prstGeom prst="rect">
            <a:avLst/>
          </a:prstGeom>
          <a:noFill/>
          <a:ln w="38100">
            <a:solidFill>
              <a:srgbClr val="E6E7E7"/>
            </a:solidFill>
          </a:ln>
        </p:spPr>
        <p:style>
          <a:lnRef idx="2">
            <a:schemeClr val="accent1">
              <a:shade val="50000"/>
            </a:schemeClr>
          </a:lnRef>
          <a:fillRef idx="1">
            <a:schemeClr val="accent1"/>
          </a:fillRef>
          <a:effectRef idx="0">
            <a:schemeClr val="accent1"/>
          </a:effectRef>
          <a:fontRef idx="minor">
            <a:schemeClr val="lt1"/>
          </a:fontRef>
        </p:style>
        <p:txBody>
          <a:bodyPr lIns="103879" tIns="51940" rIns="103879" bIns="51940" rtlCol="0" anchor="ctr"/>
          <a:lstStyle/>
          <a:p>
            <a:pPr algn="ctr" defTabSz="1038825"/>
            <a:endParaRPr lang="pt-PT" sz="2000">
              <a:solidFill>
                <a:prstClr val="white"/>
              </a:solidFill>
            </a:endParaRPr>
          </a:p>
        </p:txBody>
      </p:sp>
      <p:sp>
        <p:nvSpPr>
          <p:cNvPr id="12" name="Oval 20">
            <a:extLst>
              <a:ext uri="{FF2B5EF4-FFF2-40B4-BE49-F238E27FC236}">
                <a16:creationId xmlns:a16="http://schemas.microsoft.com/office/drawing/2014/main" id="{C5DBDB28-88AB-4F14-9F73-9D7C1E6EE4B1}"/>
              </a:ext>
            </a:extLst>
          </p:cNvPr>
          <p:cNvSpPr/>
          <p:nvPr userDrawn="1"/>
        </p:nvSpPr>
        <p:spPr>
          <a:xfrm>
            <a:off x="8674836" y="1772819"/>
            <a:ext cx="2076702" cy="1962143"/>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95E616"/>
          </a:solidFill>
          <a:ln>
            <a:noFill/>
          </a:ln>
        </p:spPr>
        <p:style>
          <a:lnRef idx="2">
            <a:schemeClr val="accent1">
              <a:shade val="50000"/>
            </a:schemeClr>
          </a:lnRef>
          <a:fillRef idx="1">
            <a:schemeClr val="accent1"/>
          </a:fillRef>
          <a:effectRef idx="0">
            <a:schemeClr val="accent1"/>
          </a:effectRef>
          <a:fontRef idx="minor">
            <a:schemeClr val="lt1"/>
          </a:fontRef>
        </p:style>
        <p:txBody>
          <a:bodyPr lIns="103879" tIns="51940" rIns="103879" bIns="51940" rtlCol="0" anchor="ctr"/>
          <a:lstStyle/>
          <a:p>
            <a:pPr algn="ctr" defTabSz="1038825"/>
            <a:endParaRPr lang="pt-PT" sz="2000">
              <a:solidFill>
                <a:prstClr val="white"/>
              </a:solidFill>
            </a:endParaRPr>
          </a:p>
        </p:txBody>
      </p:sp>
      <p:sp>
        <p:nvSpPr>
          <p:cNvPr id="13" name="Oval 20">
            <a:extLst>
              <a:ext uri="{FF2B5EF4-FFF2-40B4-BE49-F238E27FC236}">
                <a16:creationId xmlns:a16="http://schemas.microsoft.com/office/drawing/2014/main" id="{2F532516-8DF9-44A4-935A-3131E96D437E}"/>
              </a:ext>
            </a:extLst>
          </p:cNvPr>
          <p:cNvSpPr/>
          <p:nvPr userDrawn="1"/>
        </p:nvSpPr>
        <p:spPr>
          <a:xfrm>
            <a:off x="5071677" y="1772819"/>
            <a:ext cx="2076702" cy="1962143"/>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12ABDB"/>
          </a:solidFill>
          <a:ln>
            <a:noFill/>
          </a:ln>
        </p:spPr>
        <p:style>
          <a:lnRef idx="2">
            <a:schemeClr val="accent1">
              <a:shade val="50000"/>
            </a:schemeClr>
          </a:lnRef>
          <a:fillRef idx="1">
            <a:schemeClr val="accent1"/>
          </a:fillRef>
          <a:effectRef idx="0">
            <a:schemeClr val="accent1"/>
          </a:effectRef>
          <a:fontRef idx="minor">
            <a:schemeClr val="lt1"/>
          </a:fontRef>
        </p:style>
        <p:txBody>
          <a:bodyPr lIns="103879" tIns="51940" rIns="103879" bIns="51940" rtlCol="0" anchor="ctr"/>
          <a:lstStyle/>
          <a:p>
            <a:pPr algn="ctr" defTabSz="1038825"/>
            <a:endParaRPr lang="pt-PT" sz="2000">
              <a:solidFill>
                <a:prstClr val="white"/>
              </a:solidFill>
            </a:endParaRPr>
          </a:p>
        </p:txBody>
      </p:sp>
      <p:sp>
        <p:nvSpPr>
          <p:cNvPr id="14" name="Oval 20">
            <a:extLst>
              <a:ext uri="{FF2B5EF4-FFF2-40B4-BE49-F238E27FC236}">
                <a16:creationId xmlns:a16="http://schemas.microsoft.com/office/drawing/2014/main" id="{41ACABC2-6590-4E4B-9507-376785C34C7E}"/>
              </a:ext>
            </a:extLst>
          </p:cNvPr>
          <p:cNvSpPr/>
          <p:nvPr userDrawn="1"/>
        </p:nvSpPr>
        <p:spPr>
          <a:xfrm>
            <a:off x="1468518" y="1772819"/>
            <a:ext cx="2076702" cy="1962143"/>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lIns="103879" tIns="51940" rIns="103879" bIns="51940" rtlCol="0" anchor="ctr"/>
          <a:lstStyle/>
          <a:p>
            <a:pPr algn="ctr" defTabSz="1038825"/>
            <a:endParaRPr lang="pt-PT" sz="3199" b="1">
              <a:solidFill>
                <a:prstClr val="white"/>
              </a:solidFill>
            </a:endParaRPr>
          </a:p>
        </p:txBody>
      </p:sp>
      <p:sp>
        <p:nvSpPr>
          <p:cNvPr id="27" name="Text Placeholder 26">
            <a:extLst>
              <a:ext uri="{FF2B5EF4-FFF2-40B4-BE49-F238E27FC236}">
                <a16:creationId xmlns:a16="http://schemas.microsoft.com/office/drawing/2014/main" id="{EE342E13-99A8-4C50-9113-E5C3E8EF275E}"/>
              </a:ext>
            </a:extLst>
          </p:cNvPr>
          <p:cNvSpPr>
            <a:spLocks noGrp="1"/>
          </p:cNvSpPr>
          <p:nvPr>
            <p:ph type="body" sz="quarter" idx="10" hasCustomPrompt="1"/>
          </p:nvPr>
        </p:nvSpPr>
        <p:spPr>
          <a:xfrm>
            <a:off x="1678986" y="2492379"/>
            <a:ext cx="1655763" cy="576263"/>
          </a:xfrm>
          <a:prstGeom prst="rect">
            <a:avLst/>
          </a:prstGeom>
        </p:spPr>
        <p:txBody>
          <a:bodyPr anchor="ctr">
            <a:noAutofit/>
          </a:bodyPr>
          <a:lstStyle>
            <a:lvl1pPr algn="ctr">
              <a:lnSpc>
                <a:spcPts val="3408"/>
              </a:lnSpc>
              <a:defRPr sz="2999" b="1">
                <a:solidFill>
                  <a:schemeClr val="bg1"/>
                </a:solidFill>
              </a:defRPr>
            </a:lvl1pPr>
          </a:lstStyle>
          <a:p>
            <a:pPr lvl="0"/>
            <a:r>
              <a:rPr lang="pt-PT" dirty="0" err="1"/>
              <a:t>xx</a:t>
            </a:r>
            <a:r>
              <a:rPr lang="pt-PT" dirty="0"/>
              <a:t>%</a:t>
            </a:r>
          </a:p>
        </p:txBody>
      </p:sp>
      <p:sp>
        <p:nvSpPr>
          <p:cNvPr id="28" name="Text Placeholder 26">
            <a:extLst>
              <a:ext uri="{FF2B5EF4-FFF2-40B4-BE49-F238E27FC236}">
                <a16:creationId xmlns:a16="http://schemas.microsoft.com/office/drawing/2014/main" id="{28BE06D5-C195-451B-AC35-95E3C649BB59}"/>
              </a:ext>
            </a:extLst>
          </p:cNvPr>
          <p:cNvSpPr>
            <a:spLocks noGrp="1"/>
          </p:cNvSpPr>
          <p:nvPr>
            <p:ph type="body" sz="quarter" idx="11" hasCustomPrompt="1"/>
          </p:nvPr>
        </p:nvSpPr>
        <p:spPr>
          <a:xfrm>
            <a:off x="5282146" y="2492900"/>
            <a:ext cx="1655763" cy="576263"/>
          </a:xfrm>
          <a:prstGeom prst="rect">
            <a:avLst/>
          </a:prstGeom>
        </p:spPr>
        <p:txBody>
          <a:bodyPr anchor="ctr">
            <a:noAutofit/>
          </a:bodyPr>
          <a:lstStyle>
            <a:lvl1pPr algn="ctr">
              <a:lnSpc>
                <a:spcPts val="3408"/>
              </a:lnSpc>
              <a:defRPr sz="2999" b="1">
                <a:solidFill>
                  <a:schemeClr val="bg1"/>
                </a:solidFill>
              </a:defRPr>
            </a:lvl1pPr>
          </a:lstStyle>
          <a:p>
            <a:pPr lvl="0"/>
            <a:r>
              <a:rPr lang="pt-PT" dirty="0" err="1"/>
              <a:t>xx</a:t>
            </a:r>
            <a:r>
              <a:rPr lang="pt-PT" dirty="0"/>
              <a:t>%</a:t>
            </a:r>
          </a:p>
        </p:txBody>
      </p:sp>
      <p:sp>
        <p:nvSpPr>
          <p:cNvPr id="29" name="Text Placeholder 26">
            <a:extLst>
              <a:ext uri="{FF2B5EF4-FFF2-40B4-BE49-F238E27FC236}">
                <a16:creationId xmlns:a16="http://schemas.microsoft.com/office/drawing/2014/main" id="{303436BB-C15C-4765-BFF1-9337F7680429}"/>
              </a:ext>
            </a:extLst>
          </p:cNvPr>
          <p:cNvSpPr>
            <a:spLocks noGrp="1"/>
          </p:cNvSpPr>
          <p:nvPr>
            <p:ph type="body" sz="quarter" idx="12" hasCustomPrompt="1"/>
          </p:nvPr>
        </p:nvSpPr>
        <p:spPr>
          <a:xfrm>
            <a:off x="8885304" y="2465859"/>
            <a:ext cx="1655763" cy="576263"/>
          </a:xfrm>
          <a:prstGeom prst="rect">
            <a:avLst/>
          </a:prstGeom>
        </p:spPr>
        <p:txBody>
          <a:bodyPr anchor="ctr">
            <a:noAutofit/>
          </a:bodyPr>
          <a:lstStyle>
            <a:lvl1pPr algn="ctr">
              <a:lnSpc>
                <a:spcPts val="3408"/>
              </a:lnSpc>
              <a:defRPr sz="2999" b="1">
                <a:solidFill>
                  <a:schemeClr val="bg1"/>
                </a:solidFill>
              </a:defRPr>
            </a:lvl1pPr>
          </a:lstStyle>
          <a:p>
            <a:pPr lvl="0"/>
            <a:r>
              <a:rPr lang="pt-PT" dirty="0" err="1"/>
              <a:t>xx</a:t>
            </a:r>
            <a:r>
              <a:rPr lang="pt-PT" dirty="0"/>
              <a:t>%</a:t>
            </a:r>
          </a:p>
        </p:txBody>
      </p:sp>
      <p:sp>
        <p:nvSpPr>
          <p:cNvPr id="31" name="Text Placeholder 30">
            <a:extLst>
              <a:ext uri="{FF2B5EF4-FFF2-40B4-BE49-F238E27FC236}">
                <a16:creationId xmlns:a16="http://schemas.microsoft.com/office/drawing/2014/main" id="{1162E3C5-6092-4641-B639-FF818E2DB588}"/>
              </a:ext>
            </a:extLst>
          </p:cNvPr>
          <p:cNvSpPr>
            <a:spLocks noGrp="1"/>
          </p:cNvSpPr>
          <p:nvPr>
            <p:ph type="body" sz="quarter" idx="13" hasCustomPrompt="1"/>
          </p:nvPr>
        </p:nvSpPr>
        <p:spPr>
          <a:xfrm>
            <a:off x="1138441" y="4005263"/>
            <a:ext cx="2736850" cy="647700"/>
          </a:xfrm>
          <a:prstGeom prst="rect">
            <a:avLst/>
          </a:prstGeom>
        </p:spPr>
        <p:txBody>
          <a:bodyPr/>
          <a:lstStyle>
            <a:lvl1pPr algn="ctr">
              <a:defRPr/>
            </a:lvl1pPr>
            <a:lvl2pPr marL="519412" indent="0">
              <a:buNone/>
              <a:defRPr/>
            </a:lvl2pPr>
          </a:lstStyle>
          <a:p>
            <a:pPr lvl="0"/>
            <a:r>
              <a:rPr lang="en-US" dirty="0"/>
              <a:t>Click to insert text</a:t>
            </a:r>
          </a:p>
        </p:txBody>
      </p:sp>
      <p:sp>
        <p:nvSpPr>
          <p:cNvPr id="32" name="Text Placeholder 30">
            <a:extLst>
              <a:ext uri="{FF2B5EF4-FFF2-40B4-BE49-F238E27FC236}">
                <a16:creationId xmlns:a16="http://schemas.microsoft.com/office/drawing/2014/main" id="{B4C4A495-4C6A-49E0-8118-A975B2E88321}"/>
              </a:ext>
            </a:extLst>
          </p:cNvPr>
          <p:cNvSpPr>
            <a:spLocks noGrp="1"/>
          </p:cNvSpPr>
          <p:nvPr>
            <p:ph type="body" sz="quarter" idx="14" hasCustomPrompt="1"/>
          </p:nvPr>
        </p:nvSpPr>
        <p:spPr>
          <a:xfrm>
            <a:off x="4741602" y="4005064"/>
            <a:ext cx="2736850" cy="647700"/>
          </a:xfrm>
          <a:prstGeom prst="rect">
            <a:avLst/>
          </a:prstGeom>
        </p:spPr>
        <p:txBody>
          <a:bodyPr/>
          <a:lstStyle>
            <a:lvl1pPr algn="ctr">
              <a:defRPr/>
            </a:lvl1pPr>
            <a:lvl2pPr marL="519412" indent="0">
              <a:buNone/>
              <a:defRPr/>
            </a:lvl2pPr>
          </a:lstStyle>
          <a:p>
            <a:pPr lvl="0"/>
            <a:r>
              <a:rPr lang="en-US" dirty="0"/>
              <a:t>Click to insert text</a:t>
            </a:r>
          </a:p>
        </p:txBody>
      </p:sp>
      <p:sp>
        <p:nvSpPr>
          <p:cNvPr id="33" name="Text Placeholder 30">
            <a:extLst>
              <a:ext uri="{FF2B5EF4-FFF2-40B4-BE49-F238E27FC236}">
                <a16:creationId xmlns:a16="http://schemas.microsoft.com/office/drawing/2014/main" id="{8C784D9E-AFE4-47BA-87D1-E386C20ED64C}"/>
              </a:ext>
            </a:extLst>
          </p:cNvPr>
          <p:cNvSpPr>
            <a:spLocks noGrp="1"/>
          </p:cNvSpPr>
          <p:nvPr>
            <p:ph type="body" sz="quarter" idx="15" hasCustomPrompt="1"/>
          </p:nvPr>
        </p:nvSpPr>
        <p:spPr>
          <a:xfrm>
            <a:off x="8344760" y="4005064"/>
            <a:ext cx="2736850" cy="647700"/>
          </a:xfrm>
          <a:prstGeom prst="rect">
            <a:avLst/>
          </a:prstGeom>
        </p:spPr>
        <p:txBody>
          <a:bodyPr/>
          <a:lstStyle>
            <a:lvl1pPr algn="ctr">
              <a:defRPr/>
            </a:lvl1pPr>
            <a:lvl2pPr marL="519412" indent="0">
              <a:buNone/>
              <a:defRPr/>
            </a:lvl2pPr>
          </a:lstStyle>
          <a:p>
            <a:pPr lvl="0"/>
            <a:r>
              <a:rPr lang="en-US" dirty="0"/>
              <a:t>Click to insert text</a:t>
            </a:r>
          </a:p>
        </p:txBody>
      </p:sp>
      <p:sp>
        <p:nvSpPr>
          <p:cNvPr id="37" name="Text Placeholder 36">
            <a:extLst>
              <a:ext uri="{FF2B5EF4-FFF2-40B4-BE49-F238E27FC236}">
                <a16:creationId xmlns:a16="http://schemas.microsoft.com/office/drawing/2014/main" id="{38EBB49C-19EA-4D54-98F7-9E9FF53FD1B6}"/>
              </a:ext>
            </a:extLst>
          </p:cNvPr>
          <p:cNvSpPr>
            <a:spLocks noGrp="1"/>
          </p:cNvSpPr>
          <p:nvPr>
            <p:ph type="body" sz="quarter" idx="16" hasCustomPrompt="1"/>
          </p:nvPr>
        </p:nvSpPr>
        <p:spPr>
          <a:xfrm>
            <a:off x="8344760" y="4941892"/>
            <a:ext cx="2736850" cy="935037"/>
          </a:xfrm>
          <a:prstGeom prst="rect">
            <a:avLst/>
          </a:prstGeom>
        </p:spPr>
        <p:txBody>
          <a:bodyPr>
            <a:normAutofit/>
          </a:bodyPr>
          <a:lstStyle>
            <a:lvl1pPr>
              <a:defRPr sz="1600"/>
            </a:lvl1pPr>
          </a:lstStyle>
          <a:p>
            <a:pPr lvl="0"/>
            <a:r>
              <a:rPr lang="en-US" dirty="0"/>
              <a:t>Click to insert text</a:t>
            </a:r>
          </a:p>
        </p:txBody>
      </p:sp>
      <p:sp>
        <p:nvSpPr>
          <p:cNvPr id="38" name="Text Placeholder 36">
            <a:extLst>
              <a:ext uri="{FF2B5EF4-FFF2-40B4-BE49-F238E27FC236}">
                <a16:creationId xmlns:a16="http://schemas.microsoft.com/office/drawing/2014/main" id="{914F5F94-C619-4353-985D-517B9A1ED51A}"/>
              </a:ext>
            </a:extLst>
          </p:cNvPr>
          <p:cNvSpPr>
            <a:spLocks noGrp="1"/>
          </p:cNvSpPr>
          <p:nvPr>
            <p:ph type="body" sz="quarter" idx="17" hasCustomPrompt="1"/>
          </p:nvPr>
        </p:nvSpPr>
        <p:spPr>
          <a:xfrm>
            <a:off x="4741602" y="4919318"/>
            <a:ext cx="2736850" cy="935037"/>
          </a:xfrm>
          <a:prstGeom prst="rect">
            <a:avLst/>
          </a:prstGeom>
        </p:spPr>
        <p:txBody>
          <a:bodyPr>
            <a:normAutofit/>
          </a:bodyPr>
          <a:lstStyle>
            <a:lvl1pPr>
              <a:defRPr sz="1600"/>
            </a:lvl1pPr>
          </a:lstStyle>
          <a:p>
            <a:pPr lvl="0"/>
            <a:r>
              <a:rPr lang="en-US" dirty="0"/>
              <a:t>Click to insert text</a:t>
            </a:r>
          </a:p>
        </p:txBody>
      </p:sp>
      <p:sp>
        <p:nvSpPr>
          <p:cNvPr id="39" name="Text Placeholder 36">
            <a:extLst>
              <a:ext uri="{FF2B5EF4-FFF2-40B4-BE49-F238E27FC236}">
                <a16:creationId xmlns:a16="http://schemas.microsoft.com/office/drawing/2014/main" id="{43904984-B2AA-40BC-977A-39D263DD919B}"/>
              </a:ext>
            </a:extLst>
          </p:cNvPr>
          <p:cNvSpPr>
            <a:spLocks noGrp="1"/>
          </p:cNvSpPr>
          <p:nvPr>
            <p:ph type="body" sz="quarter" idx="18" hasCustomPrompt="1"/>
          </p:nvPr>
        </p:nvSpPr>
        <p:spPr>
          <a:xfrm>
            <a:off x="1138441" y="4919318"/>
            <a:ext cx="2736850" cy="935037"/>
          </a:xfrm>
          <a:prstGeom prst="rect">
            <a:avLst/>
          </a:prstGeom>
        </p:spPr>
        <p:txBody>
          <a:bodyPr>
            <a:normAutofit/>
          </a:bodyPr>
          <a:lstStyle>
            <a:lvl1pPr>
              <a:defRPr sz="1600"/>
            </a:lvl1pPr>
          </a:lstStyle>
          <a:p>
            <a:pPr lvl="0"/>
            <a:r>
              <a:rPr lang="en-US" dirty="0"/>
              <a:t>Click to insert text</a:t>
            </a:r>
          </a:p>
        </p:txBody>
      </p:sp>
      <p:sp>
        <p:nvSpPr>
          <p:cNvPr id="18"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407988" y="404813"/>
            <a:ext cx="11016604" cy="863600"/>
          </a:xfrm>
          <a:prstGeom prst="rect">
            <a:avLst/>
          </a:prstGeom>
        </p:spPr>
        <p:txBody>
          <a:bodyPr vert="horz" lIns="0" tIns="0" rIns="0" bIns="0" rtlCol="0" anchor="t">
            <a:normAutofit/>
          </a:bodyPr>
          <a:lstStyle>
            <a:lvl1pPr>
              <a:defRPr lang="pt-PT" dirty="0"/>
            </a:lvl1pPr>
          </a:lstStyle>
          <a:p>
            <a:pPr lvl="0">
              <a:lnSpc>
                <a:spcPts val="3408"/>
              </a:lnSpc>
            </a:pPr>
            <a:r>
              <a:rPr lang="en-US" dirty="0"/>
              <a:t>Click to add title</a:t>
            </a:r>
            <a:endParaRPr lang="pt-PT" dirty="0"/>
          </a:p>
        </p:txBody>
      </p:sp>
      <p:sp>
        <p:nvSpPr>
          <p:cNvPr id="19" name="Retângulo 43">
            <a:extLst>
              <a:ext uri="{FF2B5EF4-FFF2-40B4-BE49-F238E27FC236}">
                <a16:creationId xmlns:a16="http://schemas.microsoft.com/office/drawing/2014/main" id="{25FC8637-25BD-4C09-AF25-56B4243DAB3D}"/>
              </a:ext>
            </a:extLst>
          </p:cNvPr>
          <p:cNvSpPr/>
          <p:nvPr userDrawn="1"/>
        </p:nvSpPr>
        <p:spPr>
          <a:xfrm>
            <a:off x="11616126" y="6555758"/>
            <a:ext cx="410263" cy="243362"/>
          </a:xfrm>
          <a:prstGeom prst="rect">
            <a:avLst/>
          </a:prstGeom>
        </p:spPr>
        <p:txBody>
          <a:bodyPr wrap="none" lIns="103879" tIns="51940" rIns="103879" bIns="51940">
            <a:spAutoFit/>
          </a:bodyPr>
          <a:lstStyle/>
          <a:p>
            <a:pPr algn="r" defTabSz="1038825"/>
            <a:fld id="{0502E5A9-B53C-401E-A0E0-4A359BB0A9E5}" type="slidenum">
              <a:rPr lang="en-US" sz="900" smtClean="0">
                <a:solidFill>
                  <a:prstClr val="black">
                    <a:lumMod val="50000"/>
                    <a:lumOff val="50000"/>
                  </a:prstClr>
                </a:solidFill>
                <a:cs typeface="Arial" panose="020B0604020202020204" pitchFamily="34" charset="0"/>
              </a:rPr>
              <a:pPr algn="r" defTabSz="1038825"/>
              <a:t>‹#›</a:t>
            </a:fld>
            <a:endParaRPr lang="en-US" sz="900" dirty="0">
              <a:solidFill>
                <a:prstClr val="black">
                  <a:lumMod val="50000"/>
                  <a:lumOff val="50000"/>
                </a:prstClr>
              </a:solidFill>
              <a:cs typeface="Arial" panose="020B0604020202020204" pitchFamily="34" charset="0"/>
            </a:endParaRPr>
          </a:p>
        </p:txBody>
      </p:sp>
      <p:cxnSp>
        <p:nvCxnSpPr>
          <p:cNvPr id="20"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3283673"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23" name="Rectangle 27">
            <a:hlinkClick r:id="rId2"/>
            <a:extLst>
              <a:ext uri="{FF2B5EF4-FFF2-40B4-BE49-F238E27FC236}">
                <a16:creationId xmlns:a16="http://schemas.microsoft.com/office/drawing/2014/main" id="{F376ABD1-4930-42EB-9A73-9A9C7C6BF2D3}"/>
              </a:ext>
            </a:extLst>
          </p:cNvPr>
          <p:cNvSpPr/>
          <p:nvPr userDrawn="1"/>
        </p:nvSpPr>
        <p:spPr>
          <a:xfrm>
            <a:off x="406470" y="6555972"/>
            <a:ext cx="2829007" cy="219456"/>
          </a:xfrm>
          <a:prstGeom prst="rect">
            <a:avLst/>
          </a:prstGeom>
        </p:spPr>
        <p:txBody>
          <a:bodyPr wrap="square" lIns="0" tIns="0" rIns="0" bIns="0" anchor="ctr" anchorCtr="0">
            <a:noAutofit/>
          </a:bodyPr>
          <a:lstStyle/>
          <a:p>
            <a:pPr defTabSz="1038825">
              <a:lnSpc>
                <a:spcPct val="85000"/>
              </a:lnSpc>
              <a:defRPr/>
            </a:pPr>
            <a:r>
              <a:rPr lang="pt-BR" sz="900" kern="0" dirty="0" err="1">
                <a:solidFill>
                  <a:srgbClr val="00458D"/>
                </a:solidFill>
                <a:cs typeface="Arial" panose="020B0604020202020204" pitchFamily="34" charset="0"/>
              </a:rPr>
              <a:t>Brazil</a:t>
            </a:r>
            <a:r>
              <a:rPr lang="pt-BR" sz="900" kern="0" dirty="0">
                <a:solidFill>
                  <a:srgbClr val="00458D"/>
                </a:solidFill>
                <a:cs typeface="Arial" panose="020B0604020202020204" pitchFamily="34" charset="0"/>
              </a:rPr>
              <a:t> Rate </a:t>
            </a:r>
            <a:r>
              <a:rPr lang="pt-BR" sz="900" kern="0" dirty="0" err="1">
                <a:solidFill>
                  <a:srgbClr val="00458D"/>
                </a:solidFill>
                <a:cs typeface="Arial" panose="020B0604020202020204" pitchFamily="34" charset="0"/>
              </a:rPr>
              <a:t>Card</a:t>
            </a:r>
            <a:endParaRPr lang="en-US" sz="900" kern="0" dirty="0">
              <a:solidFill>
                <a:srgbClr val="00458D"/>
              </a:solidFill>
              <a:cs typeface="Arial" panose="020B0604020202020204" pitchFamily="34" charset="0"/>
            </a:endParaRPr>
          </a:p>
        </p:txBody>
      </p:sp>
      <p:sp>
        <p:nvSpPr>
          <p:cNvPr id="24" name="Retângulo 43">
            <a:extLst>
              <a:ext uri="{FF2B5EF4-FFF2-40B4-BE49-F238E27FC236}">
                <a16:creationId xmlns:a16="http://schemas.microsoft.com/office/drawing/2014/main" id="{834ADCB4-BFB1-450D-8F6D-64217F4CD92C}"/>
              </a:ext>
            </a:extLst>
          </p:cNvPr>
          <p:cNvSpPr/>
          <p:nvPr userDrawn="1"/>
        </p:nvSpPr>
        <p:spPr>
          <a:xfrm>
            <a:off x="3411380" y="6555759"/>
            <a:ext cx="2223686" cy="219456"/>
          </a:xfrm>
          <a:prstGeom prst="rect">
            <a:avLst/>
          </a:prstGeom>
        </p:spPr>
        <p:txBody>
          <a:bodyPr wrap="none" lIns="0" tIns="0" rIns="0" bIns="0" anchor="ctr">
            <a:noAutofit/>
          </a:bodyPr>
          <a:lstStyle/>
          <a:p>
            <a:pPr defTabSz="1038825"/>
            <a:r>
              <a:rPr lang="en-US" sz="900" dirty="0">
                <a:solidFill>
                  <a:srgbClr val="EDEDED">
                    <a:lumMod val="50000"/>
                  </a:srgbClr>
                </a:solidFill>
                <a:cs typeface="Arial" panose="020B0604020202020204" pitchFamily="34" charset="0"/>
              </a:rPr>
              <a:t>© 2018 Capgemini. All rights reserved.</a:t>
            </a:r>
          </a:p>
        </p:txBody>
      </p:sp>
    </p:spTree>
    <p:extLst>
      <p:ext uri="{BB962C8B-B14F-4D97-AF65-F5344CB8AC3E}">
        <p14:creationId xmlns:p14="http://schemas.microsoft.com/office/powerpoint/2010/main" val="1601851055"/>
      </p:ext>
    </p:extLst>
  </p:cSld>
  <p:clrMapOvr>
    <a:overrideClrMapping bg1="lt1" tx1="dk1" bg2="lt2" tx2="dk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ext with Shapes - Layout5">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50C01FB-E2BF-4470-A153-6F7BF3CCF3F9}"/>
              </a:ext>
            </a:extLst>
          </p:cNvPr>
          <p:cNvSpPr/>
          <p:nvPr userDrawn="1"/>
        </p:nvSpPr>
        <p:spPr>
          <a:xfrm>
            <a:off x="1" y="4437112"/>
            <a:ext cx="12192000" cy="2420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03879" tIns="51940" rIns="103879" bIns="51940" rtlCol="0" anchor="ctr"/>
          <a:lstStyle/>
          <a:p>
            <a:pPr algn="ctr" defTabSz="1038825"/>
            <a:endParaRPr lang="pt-PT" sz="2000">
              <a:solidFill>
                <a:prstClr val="white"/>
              </a:solidFill>
            </a:endParaRPr>
          </a:p>
        </p:txBody>
      </p:sp>
      <p:sp>
        <p:nvSpPr>
          <p:cNvPr id="34" name="Text Placeholder 7">
            <a:extLst>
              <a:ext uri="{FF2B5EF4-FFF2-40B4-BE49-F238E27FC236}">
                <a16:creationId xmlns:a16="http://schemas.microsoft.com/office/drawing/2014/main" id="{A4F8F9B7-22AF-440B-AF0A-78B650932C21}"/>
              </a:ext>
            </a:extLst>
          </p:cNvPr>
          <p:cNvSpPr>
            <a:spLocks noGrp="1"/>
          </p:cNvSpPr>
          <p:nvPr>
            <p:ph type="body" sz="quarter" idx="32" hasCustomPrompt="1"/>
          </p:nvPr>
        </p:nvSpPr>
        <p:spPr>
          <a:xfrm>
            <a:off x="407989" y="1700808"/>
            <a:ext cx="5832475" cy="432048"/>
          </a:xfrm>
          <a:prstGeom prst="rect">
            <a:avLst/>
          </a:prstGeom>
        </p:spPr>
        <p:txBody>
          <a:bodyPr anchor="ctr">
            <a:noAutofit/>
          </a:bodyPr>
          <a:lstStyle>
            <a:lvl1pPr>
              <a:lnSpc>
                <a:spcPts val="2500"/>
              </a:lnSpc>
              <a:spcAft>
                <a:spcPts val="0"/>
              </a:spcAft>
              <a:defRPr sz="2000">
                <a:solidFill>
                  <a:srgbClr val="12ABDB"/>
                </a:solidFill>
              </a:defRPr>
            </a:lvl1pPr>
            <a:lvl2pPr>
              <a:lnSpc>
                <a:spcPct val="100000"/>
              </a:lnSpc>
              <a:defRPr sz="1600"/>
            </a:lvl2pPr>
            <a:lvl3pPr>
              <a:lnSpc>
                <a:spcPct val="100000"/>
              </a:lnSpc>
              <a:defRPr sz="1600"/>
            </a:lvl3pPr>
            <a:lvl4pPr>
              <a:lnSpc>
                <a:spcPct val="100000"/>
              </a:lnSpc>
              <a:defRPr sz="1600"/>
            </a:lvl4pPr>
            <a:lvl5pPr>
              <a:lnSpc>
                <a:spcPct val="100000"/>
              </a:lnSpc>
              <a:defRPr sz="1400"/>
            </a:lvl5pPr>
          </a:lstStyle>
          <a:p>
            <a:pPr lvl="0"/>
            <a:r>
              <a:rPr lang="en-US" dirty="0"/>
              <a:t>Click to insert title</a:t>
            </a:r>
          </a:p>
        </p:txBody>
      </p:sp>
      <p:pic>
        <p:nvPicPr>
          <p:cNvPr id="14" name="Graphic 13">
            <a:extLst>
              <a:ext uri="{FF2B5EF4-FFF2-40B4-BE49-F238E27FC236}">
                <a16:creationId xmlns:a16="http://schemas.microsoft.com/office/drawing/2014/main" id="{CBFCF213-9AB8-422B-8F8D-9F6A01ED15F1}"/>
              </a:ext>
            </a:extLst>
          </p:cNvPr>
          <p:cNvPicPr>
            <a:picLocks noChangeAspect="1"/>
          </p:cNvPicPr>
          <p:nvPr userDrawn="1"/>
        </p:nvPicPr>
        <p:blipFill>
          <a:blip r:embed="rId2" cstate="print">
            <a:extLst>
              <a:ext uri="{96DAC541-7B7A-43D3-8B79-37D633B846F1}">
                <asvg:svgBlip xmlns:asvg="http://schemas.microsoft.com/office/drawing/2016/SVG/main" r:embed="rId3"/>
              </a:ext>
            </a:extLst>
          </a:blip>
          <a:srcRect r="13305" b="8553"/>
          <a:stretch>
            <a:fillRect/>
          </a:stretch>
        </p:blipFill>
        <p:spPr>
          <a:xfrm rot="19314106">
            <a:off x="10091408" y="-166651"/>
            <a:ext cx="3522628" cy="5177025"/>
          </a:xfrm>
          <a:custGeom>
            <a:avLst/>
            <a:gdLst>
              <a:gd name="connsiteX0" fmla="*/ 3522628 w 3522628"/>
              <a:gd name="connsiteY0" fmla="*/ 891962 h 5177025"/>
              <a:gd name="connsiteX1" fmla="*/ 162923 w 3522628"/>
              <a:gd name="connsiteY1" fmla="*/ 5177025 h 5177025"/>
              <a:gd name="connsiteX2" fmla="*/ 0 w 3522628"/>
              <a:gd name="connsiteY2" fmla="*/ 5049285 h 5177025"/>
              <a:gd name="connsiteX3" fmla="*/ 0 w 3522628"/>
              <a:gd name="connsiteY3" fmla="*/ 1923687 h 5177025"/>
              <a:gd name="connsiteX4" fmla="*/ 1508267 w 3522628"/>
              <a:gd name="connsiteY4" fmla="*/ 0 h 5177025"/>
              <a:gd name="connsiteX5" fmla="*/ 2384994 w 3522628"/>
              <a:gd name="connsiteY5" fmla="*/ 0 h 5177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22628" h="5177025">
                <a:moveTo>
                  <a:pt x="3522628" y="891962"/>
                </a:moveTo>
                <a:lnTo>
                  <a:pt x="162923" y="5177025"/>
                </a:lnTo>
                <a:lnTo>
                  <a:pt x="0" y="5049285"/>
                </a:lnTo>
                <a:lnTo>
                  <a:pt x="0" y="1923687"/>
                </a:lnTo>
                <a:lnTo>
                  <a:pt x="1508267" y="0"/>
                </a:lnTo>
                <a:lnTo>
                  <a:pt x="2384994" y="0"/>
                </a:lnTo>
                <a:close/>
              </a:path>
            </a:pathLst>
          </a:custGeom>
        </p:spPr>
      </p:pic>
      <p:sp>
        <p:nvSpPr>
          <p:cNvPr id="40" name="Text Placeholder 7">
            <a:extLst>
              <a:ext uri="{FF2B5EF4-FFF2-40B4-BE49-F238E27FC236}">
                <a16:creationId xmlns:a16="http://schemas.microsoft.com/office/drawing/2014/main" id="{6343BDF6-D0DB-4726-8EA9-DA3DE0DFDE11}"/>
              </a:ext>
            </a:extLst>
          </p:cNvPr>
          <p:cNvSpPr>
            <a:spLocks noGrp="1"/>
          </p:cNvSpPr>
          <p:nvPr>
            <p:ph type="body" sz="quarter" idx="35" hasCustomPrompt="1"/>
          </p:nvPr>
        </p:nvSpPr>
        <p:spPr>
          <a:xfrm>
            <a:off x="618012" y="5585038"/>
            <a:ext cx="1692449" cy="432048"/>
          </a:xfrm>
          <a:prstGeom prst="rect">
            <a:avLst/>
          </a:prstGeom>
        </p:spPr>
        <p:txBody>
          <a:bodyPr anchor="ctr">
            <a:noAutofit/>
          </a:bodyPr>
          <a:lstStyle>
            <a:lvl1pPr algn="ctr">
              <a:lnSpc>
                <a:spcPts val="1591"/>
              </a:lnSpc>
              <a:spcAft>
                <a:spcPts val="0"/>
              </a:spcAft>
              <a:defRPr sz="1500">
                <a:solidFill>
                  <a:schemeClr val="tx1"/>
                </a:solidFill>
              </a:defRPr>
            </a:lvl1pPr>
            <a:lvl2pPr>
              <a:lnSpc>
                <a:spcPct val="100000"/>
              </a:lnSpc>
              <a:defRPr sz="1600"/>
            </a:lvl2pPr>
            <a:lvl3pPr>
              <a:lnSpc>
                <a:spcPct val="100000"/>
              </a:lnSpc>
              <a:defRPr sz="1600"/>
            </a:lvl3pPr>
            <a:lvl4pPr>
              <a:lnSpc>
                <a:spcPct val="100000"/>
              </a:lnSpc>
              <a:defRPr sz="1600"/>
            </a:lvl4pPr>
            <a:lvl5pPr>
              <a:lnSpc>
                <a:spcPct val="100000"/>
              </a:lnSpc>
              <a:defRPr sz="1400"/>
            </a:lvl5pPr>
          </a:lstStyle>
          <a:p>
            <a:pPr lvl="0"/>
            <a:r>
              <a:rPr lang="en-US" dirty="0"/>
              <a:t>Click to insert text</a:t>
            </a:r>
          </a:p>
        </p:txBody>
      </p:sp>
      <p:sp>
        <p:nvSpPr>
          <p:cNvPr id="41" name="Text Placeholder 7">
            <a:extLst>
              <a:ext uri="{FF2B5EF4-FFF2-40B4-BE49-F238E27FC236}">
                <a16:creationId xmlns:a16="http://schemas.microsoft.com/office/drawing/2014/main" id="{3B423489-C448-4223-A3F1-FAB0DF95C7E0}"/>
              </a:ext>
            </a:extLst>
          </p:cNvPr>
          <p:cNvSpPr>
            <a:spLocks noGrp="1"/>
          </p:cNvSpPr>
          <p:nvPr>
            <p:ph type="body" sz="quarter" idx="36" hasCustomPrompt="1"/>
          </p:nvPr>
        </p:nvSpPr>
        <p:spPr>
          <a:xfrm>
            <a:off x="2511160" y="5585038"/>
            <a:ext cx="1692449" cy="432048"/>
          </a:xfrm>
          <a:prstGeom prst="rect">
            <a:avLst/>
          </a:prstGeom>
        </p:spPr>
        <p:txBody>
          <a:bodyPr anchor="ctr">
            <a:noAutofit/>
          </a:bodyPr>
          <a:lstStyle>
            <a:lvl1pPr algn="ctr">
              <a:lnSpc>
                <a:spcPts val="1591"/>
              </a:lnSpc>
              <a:spcAft>
                <a:spcPts val="0"/>
              </a:spcAft>
              <a:defRPr sz="1500">
                <a:solidFill>
                  <a:schemeClr val="tx1"/>
                </a:solidFill>
              </a:defRPr>
            </a:lvl1pPr>
            <a:lvl2pPr>
              <a:lnSpc>
                <a:spcPct val="100000"/>
              </a:lnSpc>
              <a:defRPr sz="1600"/>
            </a:lvl2pPr>
            <a:lvl3pPr>
              <a:lnSpc>
                <a:spcPct val="100000"/>
              </a:lnSpc>
              <a:defRPr sz="1600"/>
            </a:lvl3pPr>
            <a:lvl4pPr>
              <a:lnSpc>
                <a:spcPct val="100000"/>
              </a:lnSpc>
              <a:defRPr sz="1600"/>
            </a:lvl4pPr>
            <a:lvl5pPr>
              <a:lnSpc>
                <a:spcPct val="100000"/>
              </a:lnSpc>
              <a:defRPr sz="1400"/>
            </a:lvl5pPr>
          </a:lstStyle>
          <a:p>
            <a:pPr lvl="0"/>
            <a:r>
              <a:rPr lang="en-US" dirty="0"/>
              <a:t>Click to insert text</a:t>
            </a:r>
          </a:p>
        </p:txBody>
      </p:sp>
      <p:sp>
        <p:nvSpPr>
          <p:cNvPr id="42" name="Text Placeholder 7">
            <a:extLst>
              <a:ext uri="{FF2B5EF4-FFF2-40B4-BE49-F238E27FC236}">
                <a16:creationId xmlns:a16="http://schemas.microsoft.com/office/drawing/2014/main" id="{415D3B99-29BD-4D4A-BD25-28628B5AD295}"/>
              </a:ext>
            </a:extLst>
          </p:cNvPr>
          <p:cNvSpPr>
            <a:spLocks noGrp="1"/>
          </p:cNvSpPr>
          <p:nvPr>
            <p:ph type="body" sz="quarter" idx="37" hasCustomPrompt="1"/>
          </p:nvPr>
        </p:nvSpPr>
        <p:spPr>
          <a:xfrm>
            <a:off x="4404307" y="5585038"/>
            <a:ext cx="1692449" cy="432048"/>
          </a:xfrm>
          <a:prstGeom prst="rect">
            <a:avLst/>
          </a:prstGeom>
        </p:spPr>
        <p:txBody>
          <a:bodyPr anchor="ctr">
            <a:noAutofit/>
          </a:bodyPr>
          <a:lstStyle>
            <a:lvl1pPr algn="ctr">
              <a:lnSpc>
                <a:spcPts val="1591"/>
              </a:lnSpc>
              <a:spcAft>
                <a:spcPts val="0"/>
              </a:spcAft>
              <a:defRPr sz="1500">
                <a:solidFill>
                  <a:schemeClr val="tx1"/>
                </a:solidFill>
              </a:defRPr>
            </a:lvl1pPr>
            <a:lvl2pPr>
              <a:lnSpc>
                <a:spcPct val="100000"/>
              </a:lnSpc>
              <a:defRPr sz="1600"/>
            </a:lvl2pPr>
            <a:lvl3pPr>
              <a:lnSpc>
                <a:spcPct val="100000"/>
              </a:lnSpc>
              <a:defRPr sz="1600"/>
            </a:lvl3pPr>
            <a:lvl4pPr>
              <a:lnSpc>
                <a:spcPct val="100000"/>
              </a:lnSpc>
              <a:defRPr sz="1600"/>
            </a:lvl4pPr>
            <a:lvl5pPr>
              <a:lnSpc>
                <a:spcPct val="100000"/>
              </a:lnSpc>
              <a:defRPr sz="1400"/>
            </a:lvl5pPr>
          </a:lstStyle>
          <a:p>
            <a:pPr lvl="0"/>
            <a:r>
              <a:rPr lang="en-US" dirty="0"/>
              <a:t>Click to insert text</a:t>
            </a:r>
          </a:p>
        </p:txBody>
      </p:sp>
      <p:sp>
        <p:nvSpPr>
          <p:cNvPr id="43" name="Text Placeholder 7">
            <a:extLst>
              <a:ext uri="{FF2B5EF4-FFF2-40B4-BE49-F238E27FC236}">
                <a16:creationId xmlns:a16="http://schemas.microsoft.com/office/drawing/2014/main" id="{FB92CCBF-AD9B-4B1F-81E0-1F58CD476991}"/>
              </a:ext>
            </a:extLst>
          </p:cNvPr>
          <p:cNvSpPr>
            <a:spLocks noGrp="1"/>
          </p:cNvSpPr>
          <p:nvPr>
            <p:ph type="body" sz="quarter" idx="38" hasCustomPrompt="1"/>
          </p:nvPr>
        </p:nvSpPr>
        <p:spPr>
          <a:xfrm>
            <a:off x="6297452" y="5585038"/>
            <a:ext cx="1692449" cy="432048"/>
          </a:xfrm>
          <a:prstGeom prst="rect">
            <a:avLst/>
          </a:prstGeom>
        </p:spPr>
        <p:txBody>
          <a:bodyPr anchor="ctr">
            <a:noAutofit/>
          </a:bodyPr>
          <a:lstStyle>
            <a:lvl1pPr algn="ctr">
              <a:lnSpc>
                <a:spcPts val="1591"/>
              </a:lnSpc>
              <a:spcAft>
                <a:spcPts val="0"/>
              </a:spcAft>
              <a:defRPr sz="1500">
                <a:solidFill>
                  <a:schemeClr val="tx1"/>
                </a:solidFill>
              </a:defRPr>
            </a:lvl1pPr>
            <a:lvl2pPr>
              <a:lnSpc>
                <a:spcPct val="100000"/>
              </a:lnSpc>
              <a:defRPr sz="1600"/>
            </a:lvl2pPr>
            <a:lvl3pPr>
              <a:lnSpc>
                <a:spcPct val="100000"/>
              </a:lnSpc>
              <a:defRPr sz="1600"/>
            </a:lvl3pPr>
            <a:lvl4pPr>
              <a:lnSpc>
                <a:spcPct val="100000"/>
              </a:lnSpc>
              <a:defRPr sz="1600"/>
            </a:lvl4pPr>
            <a:lvl5pPr>
              <a:lnSpc>
                <a:spcPct val="100000"/>
              </a:lnSpc>
              <a:defRPr sz="1400"/>
            </a:lvl5pPr>
          </a:lstStyle>
          <a:p>
            <a:pPr lvl="0"/>
            <a:r>
              <a:rPr lang="en-US" dirty="0"/>
              <a:t>Click to insert text</a:t>
            </a:r>
          </a:p>
        </p:txBody>
      </p:sp>
      <p:sp>
        <p:nvSpPr>
          <p:cNvPr id="44" name="Text Placeholder 7">
            <a:extLst>
              <a:ext uri="{FF2B5EF4-FFF2-40B4-BE49-F238E27FC236}">
                <a16:creationId xmlns:a16="http://schemas.microsoft.com/office/drawing/2014/main" id="{429263E9-C628-4DAE-AAF4-D4C456E5A7F2}"/>
              </a:ext>
            </a:extLst>
          </p:cNvPr>
          <p:cNvSpPr>
            <a:spLocks noGrp="1"/>
          </p:cNvSpPr>
          <p:nvPr>
            <p:ph type="body" sz="quarter" idx="39" hasCustomPrompt="1"/>
          </p:nvPr>
        </p:nvSpPr>
        <p:spPr>
          <a:xfrm>
            <a:off x="8190600" y="5585038"/>
            <a:ext cx="1692449" cy="432048"/>
          </a:xfrm>
          <a:prstGeom prst="rect">
            <a:avLst/>
          </a:prstGeom>
        </p:spPr>
        <p:txBody>
          <a:bodyPr anchor="ctr">
            <a:noAutofit/>
          </a:bodyPr>
          <a:lstStyle>
            <a:lvl1pPr algn="ctr">
              <a:lnSpc>
                <a:spcPts val="1591"/>
              </a:lnSpc>
              <a:spcAft>
                <a:spcPts val="0"/>
              </a:spcAft>
              <a:defRPr sz="1500">
                <a:solidFill>
                  <a:schemeClr val="tx1"/>
                </a:solidFill>
              </a:defRPr>
            </a:lvl1pPr>
            <a:lvl2pPr>
              <a:lnSpc>
                <a:spcPct val="100000"/>
              </a:lnSpc>
              <a:defRPr sz="1600"/>
            </a:lvl2pPr>
            <a:lvl3pPr>
              <a:lnSpc>
                <a:spcPct val="100000"/>
              </a:lnSpc>
              <a:defRPr sz="1600"/>
            </a:lvl3pPr>
            <a:lvl4pPr>
              <a:lnSpc>
                <a:spcPct val="100000"/>
              </a:lnSpc>
              <a:defRPr sz="1600"/>
            </a:lvl4pPr>
            <a:lvl5pPr>
              <a:lnSpc>
                <a:spcPct val="100000"/>
              </a:lnSpc>
              <a:defRPr sz="1400"/>
            </a:lvl5pPr>
          </a:lstStyle>
          <a:p>
            <a:pPr lvl="0"/>
            <a:r>
              <a:rPr lang="en-US" dirty="0"/>
              <a:t>Click to insert text</a:t>
            </a:r>
          </a:p>
        </p:txBody>
      </p:sp>
      <p:sp>
        <p:nvSpPr>
          <p:cNvPr id="45" name="Text Placeholder 7">
            <a:extLst>
              <a:ext uri="{FF2B5EF4-FFF2-40B4-BE49-F238E27FC236}">
                <a16:creationId xmlns:a16="http://schemas.microsoft.com/office/drawing/2014/main" id="{266B7D82-19EF-4C8A-8D75-AEA2758E426F}"/>
              </a:ext>
            </a:extLst>
          </p:cNvPr>
          <p:cNvSpPr>
            <a:spLocks noGrp="1"/>
          </p:cNvSpPr>
          <p:nvPr>
            <p:ph type="body" sz="quarter" idx="40"/>
          </p:nvPr>
        </p:nvSpPr>
        <p:spPr>
          <a:xfrm>
            <a:off x="10083746" y="5585038"/>
            <a:ext cx="1692449" cy="432048"/>
          </a:xfrm>
          <a:prstGeom prst="rect">
            <a:avLst/>
          </a:prstGeom>
        </p:spPr>
        <p:txBody>
          <a:bodyPr anchor="ctr">
            <a:noAutofit/>
          </a:bodyPr>
          <a:lstStyle>
            <a:lvl1pPr algn="r">
              <a:lnSpc>
                <a:spcPts val="1818"/>
              </a:lnSpc>
              <a:defRPr sz="1600" b="1">
                <a:solidFill>
                  <a:schemeClr val="tx1"/>
                </a:solidFill>
              </a:defRPr>
            </a:lvl1pPr>
            <a:lvl2pPr>
              <a:lnSpc>
                <a:spcPct val="100000"/>
              </a:lnSpc>
              <a:defRPr sz="1600"/>
            </a:lvl2pPr>
            <a:lvl3pPr>
              <a:lnSpc>
                <a:spcPct val="100000"/>
              </a:lnSpc>
              <a:defRPr sz="1600"/>
            </a:lvl3pPr>
            <a:lvl4pPr>
              <a:lnSpc>
                <a:spcPct val="100000"/>
              </a:lnSpc>
              <a:defRPr sz="1600"/>
            </a:lvl4pPr>
            <a:lvl5pPr>
              <a:lnSpc>
                <a:spcPct val="100000"/>
              </a:lnSpc>
              <a:defRPr sz="1400"/>
            </a:lvl5pPr>
          </a:lstStyle>
          <a:p>
            <a:pPr lvl="0"/>
            <a:r>
              <a:rPr lang="en-US" dirty="0"/>
              <a:t>Edit Master text styles</a:t>
            </a:r>
          </a:p>
        </p:txBody>
      </p:sp>
      <p:sp>
        <p:nvSpPr>
          <p:cNvPr id="15"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407988" y="404813"/>
            <a:ext cx="11016604" cy="863600"/>
          </a:xfrm>
          <a:prstGeom prst="rect">
            <a:avLst/>
          </a:prstGeom>
        </p:spPr>
        <p:txBody>
          <a:bodyPr vert="horz" lIns="0" tIns="0" rIns="0" bIns="0" rtlCol="0" anchor="t">
            <a:normAutofit/>
          </a:bodyPr>
          <a:lstStyle>
            <a:lvl1pPr>
              <a:defRPr lang="pt-PT" dirty="0"/>
            </a:lvl1pPr>
          </a:lstStyle>
          <a:p>
            <a:pPr lvl="0">
              <a:lnSpc>
                <a:spcPts val="3408"/>
              </a:lnSpc>
            </a:pPr>
            <a:r>
              <a:rPr lang="en-US" dirty="0"/>
              <a:t>Click to add title</a:t>
            </a:r>
            <a:endParaRPr lang="pt-PT" dirty="0"/>
          </a:p>
        </p:txBody>
      </p:sp>
      <p:sp>
        <p:nvSpPr>
          <p:cNvPr id="16" name="Retângulo 43">
            <a:extLst>
              <a:ext uri="{FF2B5EF4-FFF2-40B4-BE49-F238E27FC236}">
                <a16:creationId xmlns:a16="http://schemas.microsoft.com/office/drawing/2014/main" id="{25FC8637-25BD-4C09-AF25-56B4243DAB3D}"/>
              </a:ext>
            </a:extLst>
          </p:cNvPr>
          <p:cNvSpPr/>
          <p:nvPr userDrawn="1"/>
        </p:nvSpPr>
        <p:spPr>
          <a:xfrm>
            <a:off x="11616126" y="6555758"/>
            <a:ext cx="410263" cy="243362"/>
          </a:xfrm>
          <a:prstGeom prst="rect">
            <a:avLst/>
          </a:prstGeom>
        </p:spPr>
        <p:txBody>
          <a:bodyPr wrap="none" lIns="103879" tIns="51940" rIns="103879" bIns="51940">
            <a:spAutoFit/>
          </a:bodyPr>
          <a:lstStyle/>
          <a:p>
            <a:pPr algn="r" defTabSz="1038825"/>
            <a:fld id="{0502E5A9-B53C-401E-A0E0-4A359BB0A9E5}" type="slidenum">
              <a:rPr lang="en-US" sz="900" smtClean="0">
                <a:solidFill>
                  <a:prstClr val="black">
                    <a:lumMod val="50000"/>
                    <a:lumOff val="50000"/>
                  </a:prstClr>
                </a:solidFill>
                <a:cs typeface="Arial" panose="020B0604020202020204" pitchFamily="34" charset="0"/>
              </a:rPr>
              <a:pPr algn="r" defTabSz="1038825"/>
              <a:t>‹#›</a:t>
            </a:fld>
            <a:endParaRPr lang="en-US" sz="900" dirty="0">
              <a:solidFill>
                <a:prstClr val="black">
                  <a:lumMod val="50000"/>
                  <a:lumOff val="50000"/>
                </a:prstClr>
              </a:solidFill>
              <a:cs typeface="Arial" panose="020B0604020202020204" pitchFamily="34" charset="0"/>
            </a:endParaRPr>
          </a:p>
        </p:txBody>
      </p:sp>
      <p:cxnSp>
        <p:nvCxnSpPr>
          <p:cNvPr id="17"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3283673"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18" name="Rectangle 27">
            <a:hlinkClick r:id="rId4"/>
            <a:extLst>
              <a:ext uri="{FF2B5EF4-FFF2-40B4-BE49-F238E27FC236}">
                <a16:creationId xmlns:a16="http://schemas.microsoft.com/office/drawing/2014/main" id="{F376ABD1-4930-42EB-9A73-9A9C7C6BF2D3}"/>
              </a:ext>
            </a:extLst>
          </p:cNvPr>
          <p:cNvSpPr/>
          <p:nvPr userDrawn="1"/>
        </p:nvSpPr>
        <p:spPr>
          <a:xfrm>
            <a:off x="407991" y="6555972"/>
            <a:ext cx="2829007" cy="219456"/>
          </a:xfrm>
          <a:prstGeom prst="rect">
            <a:avLst/>
          </a:prstGeom>
        </p:spPr>
        <p:txBody>
          <a:bodyPr wrap="square" lIns="0" tIns="0" rIns="0" bIns="0" anchor="ctr" anchorCtr="0">
            <a:noAutofit/>
          </a:bodyPr>
          <a:lstStyle/>
          <a:p>
            <a:pPr defTabSz="1038825">
              <a:lnSpc>
                <a:spcPct val="85000"/>
              </a:lnSpc>
              <a:defRPr/>
            </a:pPr>
            <a:r>
              <a:rPr lang="pl-PL" sz="900" kern="0" dirty="0">
                <a:solidFill>
                  <a:srgbClr val="00458D"/>
                </a:solidFill>
                <a:cs typeface="Arial" panose="020B0604020202020204" pitchFamily="34" charset="0"/>
              </a:rPr>
              <a:t>BRM Review Deck</a:t>
            </a:r>
            <a:endParaRPr lang="en-US" sz="900" kern="0" dirty="0">
              <a:solidFill>
                <a:srgbClr val="00458D"/>
              </a:solidFill>
              <a:cs typeface="Arial" panose="020B0604020202020204" pitchFamily="34" charset="0"/>
            </a:endParaRPr>
          </a:p>
        </p:txBody>
      </p:sp>
      <p:sp>
        <p:nvSpPr>
          <p:cNvPr id="19" name="Retângulo 43">
            <a:extLst>
              <a:ext uri="{FF2B5EF4-FFF2-40B4-BE49-F238E27FC236}">
                <a16:creationId xmlns:a16="http://schemas.microsoft.com/office/drawing/2014/main" id="{834ADCB4-BFB1-450D-8F6D-64217F4CD92C}"/>
              </a:ext>
            </a:extLst>
          </p:cNvPr>
          <p:cNvSpPr/>
          <p:nvPr userDrawn="1"/>
        </p:nvSpPr>
        <p:spPr>
          <a:xfrm>
            <a:off x="3411380" y="6555759"/>
            <a:ext cx="2223686" cy="219456"/>
          </a:xfrm>
          <a:prstGeom prst="rect">
            <a:avLst/>
          </a:prstGeom>
        </p:spPr>
        <p:txBody>
          <a:bodyPr wrap="none" lIns="0" tIns="0" rIns="0" bIns="0" anchor="ctr">
            <a:noAutofit/>
          </a:bodyPr>
          <a:lstStyle/>
          <a:p>
            <a:pPr defTabSz="1038825"/>
            <a:r>
              <a:rPr lang="en-US" sz="900" dirty="0">
                <a:solidFill>
                  <a:srgbClr val="EDEDED">
                    <a:lumMod val="50000"/>
                  </a:srgbClr>
                </a:solidFill>
                <a:cs typeface="Arial" panose="020B0604020202020204" pitchFamily="34" charset="0"/>
              </a:rPr>
              <a:t>© 2017 Capgemini. All rights reserved.</a:t>
            </a:r>
          </a:p>
        </p:txBody>
      </p:sp>
      <p:sp>
        <p:nvSpPr>
          <p:cNvPr id="20" name="Text Placeholder 7">
            <a:extLst>
              <a:ext uri="{FF2B5EF4-FFF2-40B4-BE49-F238E27FC236}">
                <a16:creationId xmlns:a16="http://schemas.microsoft.com/office/drawing/2014/main" id="{9228FC83-C11D-47F2-8BDE-B10D125E5E87}"/>
              </a:ext>
            </a:extLst>
          </p:cNvPr>
          <p:cNvSpPr>
            <a:spLocks noGrp="1"/>
          </p:cNvSpPr>
          <p:nvPr>
            <p:ph type="body" sz="quarter" idx="41" hasCustomPrompt="1"/>
          </p:nvPr>
        </p:nvSpPr>
        <p:spPr>
          <a:xfrm>
            <a:off x="426488" y="2326860"/>
            <a:ext cx="3149232" cy="1994493"/>
          </a:xfrm>
          <a:prstGeom prst="rect">
            <a:avLst/>
          </a:prstGeom>
        </p:spPr>
        <p:txBody>
          <a:bodyPr>
            <a:noAutofit/>
          </a:bodyPr>
          <a:lstStyle>
            <a:lvl1pPr>
              <a:lnSpc>
                <a:spcPts val="1818"/>
              </a:lnSpc>
              <a:defRPr sz="1600">
                <a:solidFill>
                  <a:schemeClr val="tx1"/>
                </a:solidFill>
              </a:defRPr>
            </a:lvl1pPr>
            <a:lvl2pPr marL="196584" indent="-191173">
              <a:lnSpc>
                <a:spcPts val="1591"/>
              </a:lnSpc>
              <a:defRPr sz="1400">
                <a:solidFill>
                  <a:schemeClr val="tx1"/>
                </a:solidFill>
              </a:defRPr>
            </a:lvl2pPr>
            <a:lvl3pPr marL="394970" indent="-198386">
              <a:lnSpc>
                <a:spcPts val="1591"/>
              </a:lnSpc>
              <a:defRPr sz="1400">
                <a:solidFill>
                  <a:schemeClr val="tx1"/>
                </a:solidFill>
              </a:defRPr>
            </a:lvl3pPr>
            <a:lvl4pPr marL="578929" indent="-183958">
              <a:lnSpc>
                <a:spcPts val="1364"/>
              </a:lnSpc>
              <a:defRPr sz="1200">
                <a:solidFill>
                  <a:schemeClr val="tx1"/>
                </a:solidFill>
              </a:defRPr>
            </a:lvl4pPr>
            <a:lvl5pPr>
              <a:lnSpc>
                <a:spcPct val="100000"/>
              </a:lnSpc>
              <a:defRPr sz="1400">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21" name="Text Placeholder 7">
            <a:extLst>
              <a:ext uri="{FF2B5EF4-FFF2-40B4-BE49-F238E27FC236}">
                <a16:creationId xmlns:a16="http://schemas.microsoft.com/office/drawing/2014/main" id="{9228FC83-C11D-47F2-8BDE-B10D125E5E87}"/>
              </a:ext>
            </a:extLst>
          </p:cNvPr>
          <p:cNvSpPr>
            <a:spLocks noGrp="1"/>
          </p:cNvSpPr>
          <p:nvPr>
            <p:ph type="body" sz="quarter" idx="42" hasCustomPrompt="1"/>
          </p:nvPr>
        </p:nvSpPr>
        <p:spPr>
          <a:xfrm>
            <a:off x="3860689" y="2326860"/>
            <a:ext cx="3149232" cy="1994493"/>
          </a:xfrm>
          <a:prstGeom prst="rect">
            <a:avLst/>
          </a:prstGeom>
        </p:spPr>
        <p:txBody>
          <a:bodyPr>
            <a:noAutofit/>
          </a:bodyPr>
          <a:lstStyle>
            <a:lvl1pPr>
              <a:lnSpc>
                <a:spcPts val="1818"/>
              </a:lnSpc>
              <a:defRPr sz="1600">
                <a:solidFill>
                  <a:schemeClr val="tx1"/>
                </a:solidFill>
              </a:defRPr>
            </a:lvl1pPr>
            <a:lvl2pPr marL="196584" indent="-191173">
              <a:lnSpc>
                <a:spcPts val="1591"/>
              </a:lnSpc>
              <a:defRPr sz="1400">
                <a:solidFill>
                  <a:schemeClr val="tx1"/>
                </a:solidFill>
              </a:defRPr>
            </a:lvl2pPr>
            <a:lvl3pPr marL="394970" indent="-198386">
              <a:lnSpc>
                <a:spcPts val="1591"/>
              </a:lnSpc>
              <a:defRPr sz="1400">
                <a:solidFill>
                  <a:schemeClr val="tx1"/>
                </a:solidFill>
              </a:defRPr>
            </a:lvl3pPr>
            <a:lvl4pPr marL="578929" indent="-183958">
              <a:lnSpc>
                <a:spcPts val="1364"/>
              </a:lnSpc>
              <a:defRPr sz="1200">
                <a:solidFill>
                  <a:schemeClr val="tx1"/>
                </a:solidFill>
              </a:defRPr>
            </a:lvl4pPr>
            <a:lvl5pPr>
              <a:lnSpc>
                <a:spcPct val="100000"/>
              </a:lnSpc>
              <a:defRPr sz="1400">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22" name="Text Placeholder 7">
            <a:extLst>
              <a:ext uri="{FF2B5EF4-FFF2-40B4-BE49-F238E27FC236}">
                <a16:creationId xmlns:a16="http://schemas.microsoft.com/office/drawing/2014/main" id="{9228FC83-C11D-47F2-8BDE-B10D125E5E87}"/>
              </a:ext>
            </a:extLst>
          </p:cNvPr>
          <p:cNvSpPr>
            <a:spLocks noGrp="1"/>
          </p:cNvSpPr>
          <p:nvPr>
            <p:ph type="body" sz="quarter" idx="43" hasCustomPrompt="1"/>
          </p:nvPr>
        </p:nvSpPr>
        <p:spPr>
          <a:xfrm>
            <a:off x="7294890" y="2326860"/>
            <a:ext cx="3149232" cy="1994493"/>
          </a:xfrm>
          <a:prstGeom prst="rect">
            <a:avLst/>
          </a:prstGeom>
        </p:spPr>
        <p:txBody>
          <a:bodyPr>
            <a:noAutofit/>
          </a:bodyPr>
          <a:lstStyle>
            <a:lvl1pPr>
              <a:lnSpc>
                <a:spcPts val="1818"/>
              </a:lnSpc>
              <a:defRPr sz="1600">
                <a:solidFill>
                  <a:schemeClr val="tx1"/>
                </a:solidFill>
              </a:defRPr>
            </a:lvl1pPr>
            <a:lvl2pPr marL="196584" indent="-191173">
              <a:lnSpc>
                <a:spcPts val="1591"/>
              </a:lnSpc>
              <a:defRPr sz="1400">
                <a:solidFill>
                  <a:schemeClr val="tx1"/>
                </a:solidFill>
              </a:defRPr>
            </a:lvl2pPr>
            <a:lvl3pPr marL="394970" indent="-198386">
              <a:lnSpc>
                <a:spcPts val="1591"/>
              </a:lnSpc>
              <a:defRPr sz="1400">
                <a:solidFill>
                  <a:schemeClr val="tx1"/>
                </a:solidFill>
              </a:defRPr>
            </a:lvl3pPr>
            <a:lvl4pPr marL="578929" indent="-183958">
              <a:lnSpc>
                <a:spcPts val="1364"/>
              </a:lnSpc>
              <a:defRPr sz="1200">
                <a:solidFill>
                  <a:schemeClr val="tx1"/>
                </a:solidFill>
              </a:defRPr>
            </a:lvl4pPr>
            <a:lvl5pPr>
              <a:lnSpc>
                <a:spcPct val="100000"/>
              </a:lnSpc>
              <a:defRPr sz="1400">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pic>
        <p:nvPicPr>
          <p:cNvPr id="23" name="Graphic 4">
            <a:extLst>
              <a:ext uri="{FF2B5EF4-FFF2-40B4-BE49-F238E27FC236}">
                <a16:creationId xmlns:a16="http://schemas.microsoft.com/office/drawing/2014/main" id="{25EEA1D4-3AF7-42D7-AE97-AE404AECFAEB}"/>
              </a:ext>
            </a:extLst>
          </p:cNvPr>
          <p:cNvPicPr>
            <a:picLocks noChangeAspect="1"/>
          </p:cNvPicPr>
          <p:nvPr userDrawn="1"/>
        </p:nvPicPr>
        <p:blipFill rotWithShape="1">
          <a:blip r:embed="rId5" cstate="print">
            <a:extLst>
              <a:ext uri="{96DAC541-7B7A-43D3-8B79-37D633B846F1}">
                <asvg:svgBlip xmlns:asvg="http://schemas.microsoft.com/office/drawing/2016/SVG/main" r:embed="rId6"/>
              </a:ext>
            </a:extLst>
          </a:blip>
          <a:srcRect l="81836" t="-4713" b="16530"/>
          <a:stretch/>
        </p:blipFill>
        <p:spPr>
          <a:xfrm>
            <a:off x="11547795" y="188640"/>
            <a:ext cx="424355" cy="459624"/>
          </a:xfrm>
          <a:prstGeom prst="rect">
            <a:avLst/>
          </a:prstGeom>
        </p:spPr>
      </p:pic>
      <p:cxnSp>
        <p:nvCxnSpPr>
          <p:cNvPr id="24" name="Straight Connector 23">
            <a:extLst>
              <a:ext uri="{FF2B5EF4-FFF2-40B4-BE49-F238E27FC236}">
                <a16:creationId xmlns:a16="http://schemas.microsoft.com/office/drawing/2014/main" id="{0FF5023A-0693-40EF-A144-6A5D8AD8789F}"/>
              </a:ext>
            </a:extLst>
          </p:cNvPr>
          <p:cNvCxnSpPr>
            <a:cxnSpLocks/>
          </p:cNvCxnSpPr>
          <p:nvPr userDrawn="1"/>
        </p:nvCxnSpPr>
        <p:spPr>
          <a:xfrm>
            <a:off x="407989" y="2235647"/>
            <a:ext cx="10036130" cy="0"/>
          </a:xfrm>
          <a:prstGeom prst="line">
            <a:avLst/>
          </a:prstGeom>
          <a:solidFill>
            <a:schemeClr val="tx1"/>
          </a:solidFill>
          <a:ln w="47625" cap="flat">
            <a:solidFill>
              <a:schemeClr val="bg1">
                <a:lumMod val="85000"/>
              </a:schemeClr>
            </a:solidFill>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46974116"/>
      </p:ext>
    </p:extLst>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Organization Chart">
    <p:bg>
      <p:bgRef idx="1001">
        <a:schemeClr val="bg1"/>
      </p:bgRef>
    </p:bg>
    <p:spTree>
      <p:nvGrpSpPr>
        <p:cNvPr id="1" name=""/>
        <p:cNvGrpSpPr/>
        <p:nvPr/>
      </p:nvGrpSpPr>
      <p:grpSpPr>
        <a:xfrm>
          <a:off x="0" y="0"/>
          <a:ext cx="0" cy="0"/>
          <a:chOff x="0" y="0"/>
          <a:chExt cx="0" cy="0"/>
        </a:xfrm>
      </p:grpSpPr>
      <p:sp>
        <p:nvSpPr>
          <p:cNvPr id="42" name="Text Placeholder 7">
            <a:extLst>
              <a:ext uri="{FF2B5EF4-FFF2-40B4-BE49-F238E27FC236}">
                <a16:creationId xmlns:a16="http://schemas.microsoft.com/office/drawing/2014/main" id="{5889F4BD-9B8F-420C-96FD-C732EE0EE6BD}"/>
              </a:ext>
            </a:extLst>
          </p:cNvPr>
          <p:cNvSpPr>
            <a:spLocks noGrp="1"/>
          </p:cNvSpPr>
          <p:nvPr>
            <p:ph type="body" sz="quarter" idx="38" hasCustomPrompt="1"/>
          </p:nvPr>
        </p:nvSpPr>
        <p:spPr>
          <a:xfrm>
            <a:off x="666751" y="5733255"/>
            <a:ext cx="1939924" cy="504056"/>
          </a:xfrm>
          <a:prstGeom prst="rect">
            <a:avLst/>
          </a:prstGeom>
          <a:solidFill>
            <a:srgbClr val="E6E7E7"/>
          </a:solidFill>
        </p:spPr>
        <p:txBody>
          <a:bodyPr anchor="ctr">
            <a:noAutofit/>
          </a:bodyPr>
          <a:lstStyle>
            <a:lvl1pPr algn="ctr">
              <a:lnSpc>
                <a:spcPts val="1591"/>
              </a:lnSpc>
              <a:spcBef>
                <a:spcPts val="0"/>
              </a:spcBef>
              <a:spcAft>
                <a:spcPts val="0"/>
              </a:spcAft>
              <a:defRPr sz="1400" b="0"/>
            </a:lvl1pPr>
            <a:lvl2pPr>
              <a:lnSpc>
                <a:spcPct val="100000"/>
              </a:lnSpc>
              <a:defRPr sz="1600"/>
            </a:lvl2pPr>
            <a:lvl3pPr>
              <a:lnSpc>
                <a:spcPct val="100000"/>
              </a:lnSpc>
              <a:defRPr sz="1600"/>
            </a:lvl3pPr>
            <a:lvl4pPr>
              <a:lnSpc>
                <a:spcPct val="100000"/>
              </a:lnSpc>
              <a:defRPr sz="1600"/>
            </a:lvl4pPr>
            <a:lvl5pPr>
              <a:lnSpc>
                <a:spcPct val="100000"/>
              </a:lnSpc>
              <a:defRPr sz="1400"/>
            </a:lvl5pPr>
          </a:lstStyle>
          <a:p>
            <a:pPr lvl="0"/>
            <a:r>
              <a:rPr lang="en-US" dirty="0"/>
              <a:t>Click to insert text</a:t>
            </a:r>
          </a:p>
        </p:txBody>
      </p:sp>
      <p:sp>
        <p:nvSpPr>
          <p:cNvPr id="43" name="Text Placeholder 7">
            <a:extLst>
              <a:ext uri="{FF2B5EF4-FFF2-40B4-BE49-F238E27FC236}">
                <a16:creationId xmlns:a16="http://schemas.microsoft.com/office/drawing/2014/main" id="{E26F6CC5-0FBD-4B39-8067-DA4CA3D08DF5}"/>
              </a:ext>
            </a:extLst>
          </p:cNvPr>
          <p:cNvSpPr>
            <a:spLocks noGrp="1"/>
          </p:cNvSpPr>
          <p:nvPr>
            <p:ph type="body" sz="quarter" idx="39" hasCustomPrompt="1"/>
          </p:nvPr>
        </p:nvSpPr>
        <p:spPr>
          <a:xfrm>
            <a:off x="2794164" y="5737641"/>
            <a:ext cx="1939924" cy="504056"/>
          </a:xfrm>
          <a:prstGeom prst="rect">
            <a:avLst/>
          </a:prstGeom>
          <a:solidFill>
            <a:srgbClr val="E6E7E7"/>
          </a:solidFill>
        </p:spPr>
        <p:txBody>
          <a:bodyPr anchor="ctr">
            <a:noAutofit/>
          </a:bodyPr>
          <a:lstStyle>
            <a:lvl1pPr algn="ctr">
              <a:lnSpc>
                <a:spcPts val="1591"/>
              </a:lnSpc>
              <a:spcBef>
                <a:spcPts val="0"/>
              </a:spcBef>
              <a:spcAft>
                <a:spcPts val="0"/>
              </a:spcAft>
              <a:defRPr sz="1400" b="0"/>
            </a:lvl1pPr>
            <a:lvl2pPr>
              <a:lnSpc>
                <a:spcPct val="100000"/>
              </a:lnSpc>
              <a:defRPr sz="1600"/>
            </a:lvl2pPr>
            <a:lvl3pPr>
              <a:lnSpc>
                <a:spcPct val="100000"/>
              </a:lnSpc>
              <a:defRPr sz="1600"/>
            </a:lvl3pPr>
            <a:lvl4pPr>
              <a:lnSpc>
                <a:spcPct val="100000"/>
              </a:lnSpc>
              <a:defRPr sz="1600"/>
            </a:lvl4pPr>
            <a:lvl5pPr>
              <a:lnSpc>
                <a:spcPct val="100000"/>
              </a:lnSpc>
              <a:defRPr sz="1400"/>
            </a:lvl5pPr>
          </a:lstStyle>
          <a:p>
            <a:pPr lvl="0"/>
            <a:r>
              <a:rPr lang="en-US" dirty="0"/>
              <a:t>Click to insert text</a:t>
            </a:r>
          </a:p>
        </p:txBody>
      </p:sp>
      <p:sp>
        <p:nvSpPr>
          <p:cNvPr id="44" name="Text Placeholder 7">
            <a:extLst>
              <a:ext uri="{FF2B5EF4-FFF2-40B4-BE49-F238E27FC236}">
                <a16:creationId xmlns:a16="http://schemas.microsoft.com/office/drawing/2014/main" id="{6D83DCD9-FC24-4ACE-8B52-269E78EA5154}"/>
              </a:ext>
            </a:extLst>
          </p:cNvPr>
          <p:cNvSpPr>
            <a:spLocks noGrp="1"/>
          </p:cNvSpPr>
          <p:nvPr>
            <p:ph type="body" sz="quarter" idx="40" hasCustomPrompt="1"/>
          </p:nvPr>
        </p:nvSpPr>
        <p:spPr>
          <a:xfrm>
            <a:off x="4927474" y="5737641"/>
            <a:ext cx="1939924" cy="504056"/>
          </a:xfrm>
          <a:prstGeom prst="rect">
            <a:avLst/>
          </a:prstGeom>
          <a:solidFill>
            <a:srgbClr val="E6E7E7"/>
          </a:solidFill>
        </p:spPr>
        <p:txBody>
          <a:bodyPr anchor="ctr">
            <a:noAutofit/>
          </a:bodyPr>
          <a:lstStyle>
            <a:lvl1pPr algn="ctr">
              <a:lnSpc>
                <a:spcPts val="1591"/>
              </a:lnSpc>
              <a:spcBef>
                <a:spcPts val="0"/>
              </a:spcBef>
              <a:spcAft>
                <a:spcPts val="0"/>
              </a:spcAft>
              <a:defRPr sz="1400" b="0"/>
            </a:lvl1pPr>
            <a:lvl2pPr>
              <a:lnSpc>
                <a:spcPct val="100000"/>
              </a:lnSpc>
              <a:defRPr sz="1600"/>
            </a:lvl2pPr>
            <a:lvl3pPr>
              <a:lnSpc>
                <a:spcPct val="100000"/>
              </a:lnSpc>
              <a:defRPr sz="1600"/>
            </a:lvl3pPr>
            <a:lvl4pPr>
              <a:lnSpc>
                <a:spcPct val="100000"/>
              </a:lnSpc>
              <a:defRPr sz="1600"/>
            </a:lvl4pPr>
            <a:lvl5pPr>
              <a:lnSpc>
                <a:spcPct val="100000"/>
              </a:lnSpc>
              <a:defRPr sz="1400"/>
            </a:lvl5pPr>
          </a:lstStyle>
          <a:p>
            <a:pPr lvl="0"/>
            <a:r>
              <a:rPr lang="en-US" dirty="0"/>
              <a:t>Click to insert text</a:t>
            </a:r>
          </a:p>
        </p:txBody>
      </p:sp>
      <p:sp>
        <p:nvSpPr>
          <p:cNvPr id="45" name="Text Placeholder 7">
            <a:extLst>
              <a:ext uri="{FF2B5EF4-FFF2-40B4-BE49-F238E27FC236}">
                <a16:creationId xmlns:a16="http://schemas.microsoft.com/office/drawing/2014/main" id="{75441542-8C67-4120-B77E-FF0148E22F4B}"/>
              </a:ext>
            </a:extLst>
          </p:cNvPr>
          <p:cNvSpPr>
            <a:spLocks noGrp="1"/>
          </p:cNvSpPr>
          <p:nvPr>
            <p:ph type="body" sz="quarter" idx="41" hasCustomPrompt="1"/>
          </p:nvPr>
        </p:nvSpPr>
        <p:spPr>
          <a:xfrm>
            <a:off x="7060201" y="5733156"/>
            <a:ext cx="1939924" cy="504056"/>
          </a:xfrm>
          <a:prstGeom prst="rect">
            <a:avLst/>
          </a:prstGeom>
          <a:solidFill>
            <a:srgbClr val="E6E7E7"/>
          </a:solidFill>
        </p:spPr>
        <p:txBody>
          <a:bodyPr anchor="ctr">
            <a:noAutofit/>
          </a:bodyPr>
          <a:lstStyle>
            <a:lvl1pPr algn="ctr">
              <a:lnSpc>
                <a:spcPts val="1591"/>
              </a:lnSpc>
              <a:spcBef>
                <a:spcPts val="0"/>
              </a:spcBef>
              <a:spcAft>
                <a:spcPts val="0"/>
              </a:spcAft>
              <a:defRPr sz="1400" b="0"/>
            </a:lvl1pPr>
            <a:lvl2pPr>
              <a:lnSpc>
                <a:spcPct val="100000"/>
              </a:lnSpc>
              <a:defRPr sz="1600"/>
            </a:lvl2pPr>
            <a:lvl3pPr>
              <a:lnSpc>
                <a:spcPct val="100000"/>
              </a:lnSpc>
              <a:defRPr sz="1600"/>
            </a:lvl3pPr>
            <a:lvl4pPr>
              <a:lnSpc>
                <a:spcPct val="100000"/>
              </a:lnSpc>
              <a:defRPr sz="1600"/>
            </a:lvl4pPr>
            <a:lvl5pPr>
              <a:lnSpc>
                <a:spcPct val="100000"/>
              </a:lnSpc>
              <a:defRPr sz="1400"/>
            </a:lvl5pPr>
          </a:lstStyle>
          <a:p>
            <a:pPr lvl="0"/>
            <a:r>
              <a:rPr lang="en-US" dirty="0"/>
              <a:t>Click to insert text</a:t>
            </a:r>
          </a:p>
        </p:txBody>
      </p:sp>
      <p:sp>
        <p:nvSpPr>
          <p:cNvPr id="46" name="Text Placeholder 7">
            <a:extLst>
              <a:ext uri="{FF2B5EF4-FFF2-40B4-BE49-F238E27FC236}">
                <a16:creationId xmlns:a16="http://schemas.microsoft.com/office/drawing/2014/main" id="{B4323275-6F19-499D-9A1B-2C56B8029E99}"/>
              </a:ext>
            </a:extLst>
          </p:cNvPr>
          <p:cNvSpPr>
            <a:spLocks noGrp="1"/>
          </p:cNvSpPr>
          <p:nvPr>
            <p:ph type="body" sz="quarter" idx="42" hasCustomPrompt="1"/>
          </p:nvPr>
        </p:nvSpPr>
        <p:spPr>
          <a:xfrm>
            <a:off x="9192927" y="5733156"/>
            <a:ext cx="1939924" cy="504056"/>
          </a:xfrm>
          <a:prstGeom prst="rect">
            <a:avLst/>
          </a:prstGeom>
          <a:solidFill>
            <a:srgbClr val="E6E7E7"/>
          </a:solidFill>
        </p:spPr>
        <p:txBody>
          <a:bodyPr anchor="ctr">
            <a:noAutofit/>
          </a:bodyPr>
          <a:lstStyle>
            <a:lvl1pPr algn="ctr">
              <a:lnSpc>
                <a:spcPts val="1591"/>
              </a:lnSpc>
              <a:spcBef>
                <a:spcPts val="0"/>
              </a:spcBef>
              <a:spcAft>
                <a:spcPts val="0"/>
              </a:spcAft>
              <a:defRPr sz="1400" b="0"/>
            </a:lvl1pPr>
            <a:lvl2pPr>
              <a:lnSpc>
                <a:spcPct val="100000"/>
              </a:lnSpc>
              <a:defRPr sz="1600"/>
            </a:lvl2pPr>
            <a:lvl3pPr>
              <a:lnSpc>
                <a:spcPct val="100000"/>
              </a:lnSpc>
              <a:defRPr sz="1600"/>
            </a:lvl3pPr>
            <a:lvl4pPr>
              <a:lnSpc>
                <a:spcPct val="100000"/>
              </a:lnSpc>
              <a:defRPr sz="1600"/>
            </a:lvl4pPr>
            <a:lvl5pPr>
              <a:lnSpc>
                <a:spcPct val="100000"/>
              </a:lnSpc>
              <a:defRPr sz="1400"/>
            </a:lvl5pPr>
          </a:lstStyle>
          <a:p>
            <a:pPr lvl="0"/>
            <a:r>
              <a:rPr lang="en-US" dirty="0"/>
              <a:t>Click to insert text</a:t>
            </a:r>
          </a:p>
        </p:txBody>
      </p:sp>
      <p:sp>
        <p:nvSpPr>
          <p:cNvPr id="39" name="Text Placeholder 7">
            <a:extLst>
              <a:ext uri="{FF2B5EF4-FFF2-40B4-BE49-F238E27FC236}">
                <a16:creationId xmlns:a16="http://schemas.microsoft.com/office/drawing/2014/main" id="{5AAEF36F-2753-4DC6-898C-49B56113E4F4}"/>
              </a:ext>
            </a:extLst>
          </p:cNvPr>
          <p:cNvSpPr>
            <a:spLocks noGrp="1"/>
          </p:cNvSpPr>
          <p:nvPr>
            <p:ph type="body" sz="quarter" idx="37" hasCustomPrompt="1"/>
          </p:nvPr>
        </p:nvSpPr>
        <p:spPr>
          <a:xfrm>
            <a:off x="3647729" y="1958081"/>
            <a:ext cx="1440160" cy="1152128"/>
          </a:xfrm>
          <a:prstGeom prst="rect">
            <a:avLst/>
          </a:prstGeom>
          <a:solidFill>
            <a:srgbClr val="0070AD"/>
          </a:solidFill>
        </p:spPr>
        <p:txBody>
          <a:bodyPr rIns="0" anchor="ctr">
            <a:noAutofit/>
          </a:bodyPr>
          <a:lstStyle>
            <a:lvl1pPr algn="ctr">
              <a:lnSpc>
                <a:spcPts val="2045"/>
              </a:lnSpc>
              <a:spcBef>
                <a:spcPts val="0"/>
              </a:spcBef>
              <a:spcAft>
                <a:spcPts val="0"/>
              </a:spcAft>
              <a:defRPr sz="1800" b="0">
                <a:solidFill>
                  <a:schemeClr val="bg1"/>
                </a:solidFill>
              </a:defRPr>
            </a:lvl1pPr>
            <a:lvl2pPr>
              <a:lnSpc>
                <a:spcPct val="100000"/>
              </a:lnSpc>
              <a:defRPr sz="1600"/>
            </a:lvl2pPr>
            <a:lvl3pPr>
              <a:lnSpc>
                <a:spcPct val="100000"/>
              </a:lnSpc>
              <a:defRPr sz="1600"/>
            </a:lvl3pPr>
            <a:lvl4pPr>
              <a:lnSpc>
                <a:spcPct val="100000"/>
              </a:lnSpc>
              <a:defRPr sz="1600"/>
            </a:lvl4pPr>
            <a:lvl5pPr>
              <a:lnSpc>
                <a:spcPct val="100000"/>
              </a:lnSpc>
              <a:defRPr sz="1400"/>
            </a:lvl5pPr>
          </a:lstStyle>
          <a:p>
            <a:pPr lvl="0"/>
            <a:r>
              <a:rPr lang="en-US" dirty="0"/>
              <a:t>Insert Group Name</a:t>
            </a:r>
          </a:p>
        </p:txBody>
      </p:sp>
      <p:sp>
        <p:nvSpPr>
          <p:cNvPr id="37" name="Text Placeholder 7">
            <a:extLst>
              <a:ext uri="{FF2B5EF4-FFF2-40B4-BE49-F238E27FC236}">
                <a16:creationId xmlns:a16="http://schemas.microsoft.com/office/drawing/2014/main" id="{AD94FF36-F4B8-4ED6-BB44-FDBFDBFA2A1C}"/>
              </a:ext>
            </a:extLst>
          </p:cNvPr>
          <p:cNvSpPr>
            <a:spLocks noGrp="1"/>
          </p:cNvSpPr>
          <p:nvPr>
            <p:ph type="body" sz="quarter" idx="35" hasCustomPrompt="1"/>
          </p:nvPr>
        </p:nvSpPr>
        <p:spPr>
          <a:xfrm>
            <a:off x="6384033" y="3429000"/>
            <a:ext cx="1440160" cy="1152128"/>
          </a:xfrm>
          <a:prstGeom prst="rect">
            <a:avLst/>
          </a:prstGeom>
          <a:solidFill>
            <a:srgbClr val="12ABDB"/>
          </a:solidFill>
        </p:spPr>
        <p:txBody>
          <a:bodyPr rIns="0" anchor="ctr">
            <a:noAutofit/>
          </a:bodyPr>
          <a:lstStyle>
            <a:lvl1pPr algn="ctr">
              <a:lnSpc>
                <a:spcPts val="2045"/>
              </a:lnSpc>
              <a:spcBef>
                <a:spcPts val="0"/>
              </a:spcBef>
              <a:spcAft>
                <a:spcPts val="0"/>
              </a:spcAft>
              <a:defRPr sz="1800" b="0">
                <a:solidFill>
                  <a:schemeClr val="bg1"/>
                </a:solidFill>
              </a:defRPr>
            </a:lvl1pPr>
            <a:lvl2pPr>
              <a:lnSpc>
                <a:spcPct val="100000"/>
              </a:lnSpc>
              <a:defRPr sz="1600"/>
            </a:lvl2pPr>
            <a:lvl3pPr>
              <a:lnSpc>
                <a:spcPct val="100000"/>
              </a:lnSpc>
              <a:defRPr sz="1600"/>
            </a:lvl3pPr>
            <a:lvl4pPr>
              <a:lnSpc>
                <a:spcPct val="100000"/>
              </a:lnSpc>
              <a:defRPr sz="1600"/>
            </a:lvl4pPr>
            <a:lvl5pPr>
              <a:lnSpc>
                <a:spcPct val="100000"/>
              </a:lnSpc>
              <a:defRPr sz="1400"/>
            </a:lvl5pPr>
          </a:lstStyle>
          <a:p>
            <a:pPr lvl="0"/>
            <a:r>
              <a:rPr lang="en-US" dirty="0"/>
              <a:t>Insert Group Name</a:t>
            </a:r>
          </a:p>
        </p:txBody>
      </p:sp>
      <p:sp>
        <p:nvSpPr>
          <p:cNvPr id="8" name="Rectangle 7">
            <a:extLst>
              <a:ext uri="{FF2B5EF4-FFF2-40B4-BE49-F238E27FC236}">
                <a16:creationId xmlns:a16="http://schemas.microsoft.com/office/drawing/2014/main" id="{404E50B0-1D58-4F15-A351-E3515806816D}"/>
              </a:ext>
            </a:extLst>
          </p:cNvPr>
          <p:cNvSpPr/>
          <p:nvPr/>
        </p:nvSpPr>
        <p:spPr>
          <a:xfrm>
            <a:off x="3589949" y="1916833"/>
            <a:ext cx="5012107" cy="1230106"/>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3879" tIns="51940" rIns="103879" bIns="51940" rtlCol="0" anchor="ctr"/>
          <a:lstStyle/>
          <a:p>
            <a:pPr algn="ctr" defTabSz="1038825"/>
            <a:endParaRPr lang="en-US" sz="1600" kern="0" dirty="0">
              <a:solidFill>
                <a:srgbClr val="FFFFFF"/>
              </a:solidFill>
              <a:sym typeface="Arial"/>
            </a:endParaRPr>
          </a:p>
        </p:txBody>
      </p:sp>
      <p:sp>
        <p:nvSpPr>
          <p:cNvPr id="12" name="Rectangle 11">
            <a:extLst>
              <a:ext uri="{FF2B5EF4-FFF2-40B4-BE49-F238E27FC236}">
                <a16:creationId xmlns:a16="http://schemas.microsoft.com/office/drawing/2014/main" id="{AE59D603-4EF9-47FC-B148-3573A831D791}"/>
              </a:ext>
            </a:extLst>
          </p:cNvPr>
          <p:cNvSpPr/>
          <p:nvPr/>
        </p:nvSpPr>
        <p:spPr>
          <a:xfrm>
            <a:off x="6337819" y="3389317"/>
            <a:ext cx="5012107" cy="1230106"/>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3879" tIns="51940" rIns="103879" bIns="51940" rtlCol="0" anchor="ctr"/>
          <a:lstStyle/>
          <a:p>
            <a:pPr algn="ctr" defTabSz="1038825"/>
            <a:endParaRPr lang="en-US" sz="1600" kern="0" dirty="0">
              <a:solidFill>
                <a:srgbClr val="FFFFFF"/>
              </a:solidFill>
              <a:sym typeface="Arial"/>
            </a:endParaRPr>
          </a:p>
        </p:txBody>
      </p:sp>
      <p:sp>
        <p:nvSpPr>
          <p:cNvPr id="16" name="Rectangle 15">
            <a:extLst>
              <a:ext uri="{FF2B5EF4-FFF2-40B4-BE49-F238E27FC236}">
                <a16:creationId xmlns:a16="http://schemas.microsoft.com/office/drawing/2014/main" id="{58AC5158-E8A1-44A7-8617-AC56F0DD1719}"/>
              </a:ext>
            </a:extLst>
          </p:cNvPr>
          <p:cNvSpPr/>
          <p:nvPr/>
        </p:nvSpPr>
        <p:spPr>
          <a:xfrm>
            <a:off x="839791" y="3389317"/>
            <a:ext cx="5012107" cy="1230106"/>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3879" tIns="51940" rIns="103879" bIns="51940" rtlCol="0" anchor="ctr"/>
          <a:lstStyle/>
          <a:p>
            <a:pPr algn="ctr" defTabSz="1038825"/>
            <a:endParaRPr lang="en-US" sz="1600" kern="0" dirty="0">
              <a:solidFill>
                <a:srgbClr val="FFFFFF"/>
              </a:solidFill>
              <a:sym typeface="Arial"/>
            </a:endParaRPr>
          </a:p>
        </p:txBody>
      </p:sp>
      <p:sp>
        <p:nvSpPr>
          <p:cNvPr id="17" name="TextBox 16">
            <a:extLst>
              <a:ext uri="{FF2B5EF4-FFF2-40B4-BE49-F238E27FC236}">
                <a16:creationId xmlns:a16="http://schemas.microsoft.com/office/drawing/2014/main" id="{C761E736-25EA-4914-A717-28A039625E8C}"/>
              </a:ext>
            </a:extLst>
          </p:cNvPr>
          <p:cNvSpPr txBox="1"/>
          <p:nvPr/>
        </p:nvSpPr>
        <p:spPr>
          <a:xfrm>
            <a:off x="883344" y="3711982"/>
            <a:ext cx="1239750" cy="575684"/>
          </a:xfrm>
          <a:prstGeom prst="rect">
            <a:avLst/>
          </a:prstGeom>
          <a:noFill/>
        </p:spPr>
        <p:txBody>
          <a:bodyPr wrap="square" lIns="103879" tIns="51940" rIns="103879" bIns="51940" rtlCol="0">
            <a:spAutoFit/>
          </a:bodyPr>
          <a:lstStyle/>
          <a:p>
            <a:pPr algn="r" defTabSz="1038825">
              <a:lnSpc>
                <a:spcPct val="85000"/>
              </a:lnSpc>
            </a:pPr>
            <a:r>
              <a:rPr lang="en-US" sz="1800" b="1" kern="0" dirty="0">
                <a:solidFill>
                  <a:prstClr val="white"/>
                </a:solidFill>
                <a:ea typeface="Georgia" charset="0"/>
                <a:cs typeface="Georgia" charset="0"/>
                <a:sym typeface="Arial"/>
              </a:rPr>
              <a:t>Group Name</a:t>
            </a:r>
          </a:p>
        </p:txBody>
      </p:sp>
      <p:cxnSp>
        <p:nvCxnSpPr>
          <p:cNvPr id="19" name="Straight Connector 18">
            <a:extLst>
              <a:ext uri="{FF2B5EF4-FFF2-40B4-BE49-F238E27FC236}">
                <a16:creationId xmlns:a16="http://schemas.microsoft.com/office/drawing/2014/main" id="{A898D83E-9F4A-4269-9BEB-326164B60B7C}"/>
              </a:ext>
            </a:extLst>
          </p:cNvPr>
          <p:cNvCxnSpPr>
            <a:cxnSpLocks/>
          </p:cNvCxnSpPr>
          <p:nvPr userDrawn="1"/>
        </p:nvCxnSpPr>
        <p:spPr>
          <a:xfrm>
            <a:off x="4367808" y="3160017"/>
            <a:ext cx="0" cy="21602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787D369E-74E6-4DE1-ADB0-EB6EF05664B8}"/>
              </a:ext>
            </a:extLst>
          </p:cNvPr>
          <p:cNvCxnSpPr>
            <a:cxnSpLocks/>
          </p:cNvCxnSpPr>
          <p:nvPr userDrawn="1"/>
        </p:nvCxnSpPr>
        <p:spPr>
          <a:xfrm>
            <a:off x="7104112" y="3160017"/>
            <a:ext cx="0" cy="21602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37AB8857-3B0E-4067-BC64-A4C0AE330199}"/>
              </a:ext>
            </a:extLst>
          </p:cNvPr>
          <p:cNvCxnSpPr>
            <a:cxnSpLocks/>
          </p:cNvCxnSpPr>
          <p:nvPr userDrawn="1"/>
        </p:nvCxnSpPr>
        <p:spPr>
          <a:xfrm>
            <a:off x="5879978" y="4004369"/>
            <a:ext cx="432048"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038843B7-B08D-445C-8E69-55E9ADD60136}"/>
              </a:ext>
            </a:extLst>
          </p:cNvPr>
          <p:cNvCxnSpPr>
            <a:cxnSpLocks/>
          </p:cNvCxnSpPr>
          <p:nvPr userDrawn="1"/>
        </p:nvCxnSpPr>
        <p:spPr>
          <a:xfrm>
            <a:off x="2711625" y="4653135"/>
            <a:ext cx="0" cy="504056"/>
          </a:xfrm>
          <a:prstGeom prst="line">
            <a:avLst/>
          </a:prstGeom>
          <a:ln w="38100">
            <a:solidFill>
              <a:srgbClr val="12ABDB"/>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65716183-FC6B-4383-8EF6-37E5349AAF9A}"/>
              </a:ext>
            </a:extLst>
          </p:cNvPr>
          <p:cNvCxnSpPr>
            <a:cxnSpLocks/>
          </p:cNvCxnSpPr>
          <p:nvPr userDrawn="1"/>
        </p:nvCxnSpPr>
        <p:spPr>
          <a:xfrm>
            <a:off x="1612454" y="5226817"/>
            <a:ext cx="8588003" cy="0"/>
          </a:xfrm>
          <a:prstGeom prst="line">
            <a:avLst/>
          </a:prstGeom>
          <a:ln w="38100">
            <a:solidFill>
              <a:srgbClr val="12ABDB"/>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C480400D-CA47-444B-970B-5A484E54E6A1}"/>
              </a:ext>
            </a:extLst>
          </p:cNvPr>
          <p:cNvCxnSpPr>
            <a:cxnSpLocks/>
          </p:cNvCxnSpPr>
          <p:nvPr userDrawn="1"/>
        </p:nvCxnSpPr>
        <p:spPr>
          <a:xfrm>
            <a:off x="1631689" y="5229104"/>
            <a:ext cx="0" cy="432147"/>
          </a:xfrm>
          <a:prstGeom prst="line">
            <a:avLst/>
          </a:prstGeom>
          <a:ln w="38100">
            <a:solidFill>
              <a:srgbClr val="12ABDB"/>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813536BE-88C6-4525-9D18-D74E0DCB4682}"/>
              </a:ext>
            </a:extLst>
          </p:cNvPr>
          <p:cNvCxnSpPr>
            <a:cxnSpLocks/>
          </p:cNvCxnSpPr>
          <p:nvPr userDrawn="1"/>
        </p:nvCxnSpPr>
        <p:spPr>
          <a:xfrm>
            <a:off x="3764417" y="5229203"/>
            <a:ext cx="0" cy="432147"/>
          </a:xfrm>
          <a:prstGeom prst="line">
            <a:avLst/>
          </a:prstGeom>
          <a:ln w="38100">
            <a:solidFill>
              <a:srgbClr val="12ABDB"/>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01B274A1-2898-403F-9A81-C1625F15BF58}"/>
              </a:ext>
            </a:extLst>
          </p:cNvPr>
          <p:cNvCxnSpPr>
            <a:cxnSpLocks/>
          </p:cNvCxnSpPr>
          <p:nvPr userDrawn="1"/>
        </p:nvCxnSpPr>
        <p:spPr>
          <a:xfrm>
            <a:off x="5897145" y="5229203"/>
            <a:ext cx="0" cy="432147"/>
          </a:xfrm>
          <a:prstGeom prst="line">
            <a:avLst/>
          </a:prstGeom>
          <a:ln w="38100">
            <a:solidFill>
              <a:srgbClr val="12ABDB"/>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CC25A9B7-5673-4E49-ABD6-8D0E06EDD927}"/>
              </a:ext>
            </a:extLst>
          </p:cNvPr>
          <p:cNvCxnSpPr>
            <a:cxnSpLocks/>
          </p:cNvCxnSpPr>
          <p:nvPr userDrawn="1"/>
        </p:nvCxnSpPr>
        <p:spPr>
          <a:xfrm>
            <a:off x="8029871" y="5229203"/>
            <a:ext cx="0" cy="432147"/>
          </a:xfrm>
          <a:prstGeom prst="line">
            <a:avLst/>
          </a:prstGeom>
          <a:ln w="38100">
            <a:solidFill>
              <a:srgbClr val="12ABDB"/>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D026C540-9EA3-4699-A6BC-DF9BDF921E83}"/>
              </a:ext>
            </a:extLst>
          </p:cNvPr>
          <p:cNvCxnSpPr>
            <a:cxnSpLocks/>
          </p:cNvCxnSpPr>
          <p:nvPr userDrawn="1"/>
        </p:nvCxnSpPr>
        <p:spPr>
          <a:xfrm>
            <a:off x="10179266" y="5219678"/>
            <a:ext cx="0" cy="432147"/>
          </a:xfrm>
          <a:prstGeom prst="line">
            <a:avLst/>
          </a:prstGeom>
          <a:ln w="38100">
            <a:solidFill>
              <a:srgbClr val="12ABDB"/>
            </a:solidFill>
          </a:ln>
        </p:spPr>
        <p:style>
          <a:lnRef idx="1">
            <a:schemeClr val="accent1"/>
          </a:lnRef>
          <a:fillRef idx="0">
            <a:schemeClr val="accent1"/>
          </a:fillRef>
          <a:effectRef idx="0">
            <a:schemeClr val="accent1"/>
          </a:effectRef>
          <a:fontRef idx="minor">
            <a:schemeClr val="tx1"/>
          </a:fontRef>
        </p:style>
      </p:cxnSp>
      <p:sp>
        <p:nvSpPr>
          <p:cNvPr id="34" name="Text Placeholder 7">
            <a:extLst>
              <a:ext uri="{FF2B5EF4-FFF2-40B4-BE49-F238E27FC236}">
                <a16:creationId xmlns:a16="http://schemas.microsoft.com/office/drawing/2014/main" id="{0853CDE9-3036-46C6-AB9B-6C5E6B531E6E}"/>
              </a:ext>
            </a:extLst>
          </p:cNvPr>
          <p:cNvSpPr>
            <a:spLocks noGrp="1"/>
          </p:cNvSpPr>
          <p:nvPr>
            <p:ph type="body" sz="quarter" idx="32" hasCustomPrompt="1"/>
          </p:nvPr>
        </p:nvSpPr>
        <p:spPr>
          <a:xfrm>
            <a:off x="5157508" y="2091773"/>
            <a:ext cx="3314758" cy="880224"/>
          </a:xfrm>
          <a:prstGeom prst="rect">
            <a:avLst/>
          </a:prstGeom>
        </p:spPr>
        <p:txBody>
          <a:bodyPr>
            <a:noAutofit/>
          </a:bodyPr>
          <a:lstStyle>
            <a:lvl1pPr>
              <a:lnSpc>
                <a:spcPts val="1591"/>
              </a:lnSpc>
              <a:spcBef>
                <a:spcPts val="0"/>
              </a:spcBef>
              <a:spcAft>
                <a:spcPts val="0"/>
              </a:spcAft>
              <a:defRPr sz="1400"/>
            </a:lvl1pPr>
            <a:lvl2pPr>
              <a:lnSpc>
                <a:spcPct val="100000"/>
              </a:lnSpc>
              <a:defRPr sz="1600"/>
            </a:lvl2pPr>
            <a:lvl3pPr>
              <a:lnSpc>
                <a:spcPct val="100000"/>
              </a:lnSpc>
              <a:defRPr sz="1600"/>
            </a:lvl3pPr>
            <a:lvl4pPr>
              <a:lnSpc>
                <a:spcPct val="100000"/>
              </a:lnSpc>
              <a:defRPr sz="1600"/>
            </a:lvl4pPr>
            <a:lvl5pPr>
              <a:lnSpc>
                <a:spcPct val="100000"/>
              </a:lnSpc>
              <a:defRPr sz="1400"/>
            </a:lvl5pPr>
          </a:lstStyle>
          <a:p>
            <a:pPr lvl="0"/>
            <a:r>
              <a:rPr lang="en-US" dirty="0"/>
              <a:t>Click to insert text</a:t>
            </a:r>
          </a:p>
        </p:txBody>
      </p:sp>
      <p:sp>
        <p:nvSpPr>
          <p:cNvPr id="35" name="Text Placeholder 7">
            <a:extLst>
              <a:ext uri="{FF2B5EF4-FFF2-40B4-BE49-F238E27FC236}">
                <a16:creationId xmlns:a16="http://schemas.microsoft.com/office/drawing/2014/main" id="{41BEF085-D952-4028-B6B4-18F2CB2BE51E}"/>
              </a:ext>
            </a:extLst>
          </p:cNvPr>
          <p:cNvSpPr>
            <a:spLocks noGrp="1"/>
          </p:cNvSpPr>
          <p:nvPr>
            <p:ph type="body" sz="quarter" idx="33" hasCustomPrompt="1"/>
          </p:nvPr>
        </p:nvSpPr>
        <p:spPr>
          <a:xfrm>
            <a:off x="2391844" y="3564257"/>
            <a:ext cx="3314758" cy="880224"/>
          </a:xfrm>
          <a:prstGeom prst="rect">
            <a:avLst/>
          </a:prstGeom>
        </p:spPr>
        <p:txBody>
          <a:bodyPr>
            <a:noAutofit/>
          </a:bodyPr>
          <a:lstStyle>
            <a:lvl1pPr>
              <a:lnSpc>
                <a:spcPts val="1591"/>
              </a:lnSpc>
              <a:spcBef>
                <a:spcPts val="0"/>
              </a:spcBef>
              <a:spcAft>
                <a:spcPts val="0"/>
              </a:spcAft>
              <a:defRPr sz="1400"/>
            </a:lvl1pPr>
            <a:lvl2pPr>
              <a:lnSpc>
                <a:spcPct val="100000"/>
              </a:lnSpc>
              <a:defRPr sz="1600"/>
            </a:lvl2pPr>
            <a:lvl3pPr>
              <a:lnSpc>
                <a:spcPct val="100000"/>
              </a:lnSpc>
              <a:defRPr sz="1600"/>
            </a:lvl3pPr>
            <a:lvl4pPr>
              <a:lnSpc>
                <a:spcPct val="100000"/>
              </a:lnSpc>
              <a:defRPr sz="1600"/>
            </a:lvl4pPr>
            <a:lvl5pPr>
              <a:lnSpc>
                <a:spcPct val="100000"/>
              </a:lnSpc>
              <a:defRPr sz="1400"/>
            </a:lvl5pPr>
          </a:lstStyle>
          <a:p>
            <a:pPr lvl="0"/>
            <a:r>
              <a:rPr lang="en-US" dirty="0"/>
              <a:t>Click to insert text</a:t>
            </a:r>
          </a:p>
        </p:txBody>
      </p:sp>
      <p:sp>
        <p:nvSpPr>
          <p:cNvPr id="36" name="Text Placeholder 7">
            <a:extLst>
              <a:ext uri="{FF2B5EF4-FFF2-40B4-BE49-F238E27FC236}">
                <a16:creationId xmlns:a16="http://schemas.microsoft.com/office/drawing/2014/main" id="{25AB3DC5-A8F4-44C0-B0E0-2B42559A081F}"/>
              </a:ext>
            </a:extLst>
          </p:cNvPr>
          <p:cNvSpPr>
            <a:spLocks noGrp="1"/>
          </p:cNvSpPr>
          <p:nvPr>
            <p:ph type="body" sz="quarter" idx="34" hasCustomPrompt="1"/>
          </p:nvPr>
        </p:nvSpPr>
        <p:spPr>
          <a:xfrm>
            <a:off x="7896623" y="3564257"/>
            <a:ext cx="3314758" cy="880224"/>
          </a:xfrm>
          <a:prstGeom prst="rect">
            <a:avLst/>
          </a:prstGeom>
        </p:spPr>
        <p:txBody>
          <a:bodyPr>
            <a:noAutofit/>
          </a:bodyPr>
          <a:lstStyle>
            <a:lvl1pPr>
              <a:lnSpc>
                <a:spcPts val="1591"/>
              </a:lnSpc>
              <a:spcBef>
                <a:spcPts val="0"/>
              </a:spcBef>
              <a:spcAft>
                <a:spcPts val="0"/>
              </a:spcAft>
              <a:defRPr sz="1400"/>
            </a:lvl1pPr>
            <a:lvl2pPr>
              <a:lnSpc>
                <a:spcPct val="100000"/>
              </a:lnSpc>
              <a:defRPr sz="1600"/>
            </a:lvl2pPr>
            <a:lvl3pPr>
              <a:lnSpc>
                <a:spcPct val="100000"/>
              </a:lnSpc>
              <a:defRPr sz="1600"/>
            </a:lvl3pPr>
            <a:lvl4pPr>
              <a:lnSpc>
                <a:spcPct val="100000"/>
              </a:lnSpc>
              <a:defRPr sz="1600"/>
            </a:lvl4pPr>
            <a:lvl5pPr>
              <a:lnSpc>
                <a:spcPct val="100000"/>
              </a:lnSpc>
              <a:defRPr sz="1400"/>
            </a:lvl5pPr>
          </a:lstStyle>
          <a:p>
            <a:pPr lvl="0"/>
            <a:r>
              <a:rPr lang="en-US" dirty="0"/>
              <a:t>Click to insert text</a:t>
            </a:r>
          </a:p>
        </p:txBody>
      </p:sp>
      <p:sp>
        <p:nvSpPr>
          <p:cNvPr id="38" name="Text Placeholder 7">
            <a:extLst>
              <a:ext uri="{FF2B5EF4-FFF2-40B4-BE49-F238E27FC236}">
                <a16:creationId xmlns:a16="http://schemas.microsoft.com/office/drawing/2014/main" id="{C9C72BE0-AF43-4AA8-8142-178566D9F143}"/>
              </a:ext>
            </a:extLst>
          </p:cNvPr>
          <p:cNvSpPr>
            <a:spLocks noGrp="1"/>
          </p:cNvSpPr>
          <p:nvPr>
            <p:ph type="body" sz="quarter" idx="36" hasCustomPrompt="1"/>
          </p:nvPr>
        </p:nvSpPr>
        <p:spPr>
          <a:xfrm>
            <a:off x="881063" y="3428107"/>
            <a:ext cx="1440160" cy="1152128"/>
          </a:xfrm>
          <a:prstGeom prst="rect">
            <a:avLst/>
          </a:prstGeom>
          <a:solidFill>
            <a:srgbClr val="12ABDB"/>
          </a:solidFill>
        </p:spPr>
        <p:txBody>
          <a:bodyPr rIns="0" anchor="ctr">
            <a:noAutofit/>
          </a:bodyPr>
          <a:lstStyle>
            <a:lvl1pPr algn="ctr">
              <a:lnSpc>
                <a:spcPts val="2045"/>
              </a:lnSpc>
              <a:spcBef>
                <a:spcPts val="0"/>
              </a:spcBef>
              <a:spcAft>
                <a:spcPts val="0"/>
              </a:spcAft>
              <a:defRPr sz="1800" b="0">
                <a:solidFill>
                  <a:schemeClr val="bg1"/>
                </a:solidFill>
              </a:defRPr>
            </a:lvl1pPr>
            <a:lvl2pPr>
              <a:lnSpc>
                <a:spcPct val="100000"/>
              </a:lnSpc>
              <a:defRPr sz="1600"/>
            </a:lvl2pPr>
            <a:lvl3pPr>
              <a:lnSpc>
                <a:spcPct val="100000"/>
              </a:lnSpc>
              <a:defRPr sz="1600"/>
            </a:lvl3pPr>
            <a:lvl4pPr>
              <a:lnSpc>
                <a:spcPct val="100000"/>
              </a:lnSpc>
              <a:defRPr sz="1600"/>
            </a:lvl4pPr>
            <a:lvl5pPr>
              <a:lnSpc>
                <a:spcPct val="100000"/>
              </a:lnSpc>
              <a:defRPr sz="1400"/>
            </a:lvl5pPr>
          </a:lstStyle>
          <a:p>
            <a:pPr lvl="0"/>
            <a:r>
              <a:rPr lang="en-US" dirty="0"/>
              <a:t>Insert Group Name</a:t>
            </a:r>
          </a:p>
        </p:txBody>
      </p:sp>
      <p:sp>
        <p:nvSpPr>
          <p:cNvPr id="41"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407988" y="404813"/>
            <a:ext cx="11016604" cy="863600"/>
          </a:xfrm>
          <a:prstGeom prst="rect">
            <a:avLst/>
          </a:prstGeom>
        </p:spPr>
        <p:txBody>
          <a:bodyPr vert="horz" lIns="0" tIns="0" rIns="0" bIns="0" rtlCol="0" anchor="t">
            <a:normAutofit/>
          </a:bodyPr>
          <a:lstStyle>
            <a:lvl1pPr>
              <a:defRPr lang="pt-PT" dirty="0"/>
            </a:lvl1pPr>
          </a:lstStyle>
          <a:p>
            <a:pPr lvl="0">
              <a:lnSpc>
                <a:spcPts val="3408"/>
              </a:lnSpc>
            </a:pPr>
            <a:r>
              <a:rPr lang="en-US" dirty="0"/>
              <a:t>Click to add title</a:t>
            </a:r>
            <a:endParaRPr lang="pt-PT" dirty="0"/>
          </a:p>
        </p:txBody>
      </p:sp>
      <p:sp>
        <p:nvSpPr>
          <p:cNvPr id="47" name="Retângulo 43">
            <a:extLst>
              <a:ext uri="{FF2B5EF4-FFF2-40B4-BE49-F238E27FC236}">
                <a16:creationId xmlns:a16="http://schemas.microsoft.com/office/drawing/2014/main" id="{25FC8637-25BD-4C09-AF25-56B4243DAB3D}"/>
              </a:ext>
            </a:extLst>
          </p:cNvPr>
          <p:cNvSpPr/>
          <p:nvPr userDrawn="1"/>
        </p:nvSpPr>
        <p:spPr>
          <a:xfrm>
            <a:off x="11616126" y="6555758"/>
            <a:ext cx="410263" cy="243362"/>
          </a:xfrm>
          <a:prstGeom prst="rect">
            <a:avLst/>
          </a:prstGeom>
        </p:spPr>
        <p:txBody>
          <a:bodyPr wrap="none" lIns="103879" tIns="51940" rIns="103879" bIns="51940">
            <a:spAutoFit/>
          </a:bodyPr>
          <a:lstStyle/>
          <a:p>
            <a:pPr algn="r" defTabSz="1038825"/>
            <a:fld id="{0502E5A9-B53C-401E-A0E0-4A359BB0A9E5}" type="slidenum">
              <a:rPr lang="en-US" sz="900" smtClean="0">
                <a:solidFill>
                  <a:prstClr val="black">
                    <a:lumMod val="50000"/>
                    <a:lumOff val="50000"/>
                  </a:prstClr>
                </a:solidFill>
                <a:cs typeface="Arial" panose="020B0604020202020204" pitchFamily="34" charset="0"/>
              </a:rPr>
              <a:pPr algn="r" defTabSz="1038825"/>
              <a:t>‹#›</a:t>
            </a:fld>
            <a:endParaRPr lang="en-US" sz="900" dirty="0">
              <a:solidFill>
                <a:prstClr val="black">
                  <a:lumMod val="50000"/>
                  <a:lumOff val="50000"/>
                </a:prstClr>
              </a:solidFill>
              <a:cs typeface="Arial" panose="020B0604020202020204" pitchFamily="34" charset="0"/>
            </a:endParaRPr>
          </a:p>
        </p:txBody>
      </p:sp>
      <p:cxnSp>
        <p:nvCxnSpPr>
          <p:cNvPr id="48"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3283673"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49" name="Rectangle 27">
            <a:hlinkClick r:id="rId2"/>
            <a:extLst>
              <a:ext uri="{FF2B5EF4-FFF2-40B4-BE49-F238E27FC236}">
                <a16:creationId xmlns:a16="http://schemas.microsoft.com/office/drawing/2014/main" id="{F376ABD1-4930-42EB-9A73-9A9C7C6BF2D3}"/>
              </a:ext>
            </a:extLst>
          </p:cNvPr>
          <p:cNvSpPr/>
          <p:nvPr userDrawn="1"/>
        </p:nvSpPr>
        <p:spPr>
          <a:xfrm>
            <a:off x="407991" y="6555972"/>
            <a:ext cx="2829007" cy="219456"/>
          </a:xfrm>
          <a:prstGeom prst="rect">
            <a:avLst/>
          </a:prstGeom>
        </p:spPr>
        <p:txBody>
          <a:bodyPr wrap="square" lIns="0" tIns="0" rIns="0" bIns="0" anchor="ctr" anchorCtr="0">
            <a:noAutofit/>
          </a:bodyPr>
          <a:lstStyle/>
          <a:p>
            <a:pPr defTabSz="1038825">
              <a:lnSpc>
                <a:spcPct val="85000"/>
              </a:lnSpc>
              <a:defRPr/>
            </a:pPr>
            <a:r>
              <a:rPr lang="pl-PL" sz="900" kern="0" dirty="0">
                <a:solidFill>
                  <a:srgbClr val="00458D"/>
                </a:solidFill>
                <a:cs typeface="Arial" panose="020B0604020202020204" pitchFamily="34" charset="0"/>
              </a:rPr>
              <a:t>BRM Review Deck</a:t>
            </a:r>
            <a:endParaRPr lang="en-US" sz="900" kern="0" dirty="0">
              <a:solidFill>
                <a:srgbClr val="00458D"/>
              </a:solidFill>
              <a:cs typeface="Arial" panose="020B0604020202020204" pitchFamily="34" charset="0"/>
            </a:endParaRPr>
          </a:p>
        </p:txBody>
      </p:sp>
      <p:sp>
        <p:nvSpPr>
          <p:cNvPr id="50" name="Retângulo 43">
            <a:extLst>
              <a:ext uri="{FF2B5EF4-FFF2-40B4-BE49-F238E27FC236}">
                <a16:creationId xmlns:a16="http://schemas.microsoft.com/office/drawing/2014/main" id="{834ADCB4-BFB1-450D-8F6D-64217F4CD92C}"/>
              </a:ext>
            </a:extLst>
          </p:cNvPr>
          <p:cNvSpPr/>
          <p:nvPr userDrawn="1"/>
        </p:nvSpPr>
        <p:spPr>
          <a:xfrm>
            <a:off x="3411380" y="6555759"/>
            <a:ext cx="2223686" cy="219456"/>
          </a:xfrm>
          <a:prstGeom prst="rect">
            <a:avLst/>
          </a:prstGeom>
        </p:spPr>
        <p:txBody>
          <a:bodyPr wrap="none" lIns="0" tIns="0" rIns="0" bIns="0" anchor="ctr">
            <a:noAutofit/>
          </a:bodyPr>
          <a:lstStyle/>
          <a:p>
            <a:pPr defTabSz="1038825"/>
            <a:r>
              <a:rPr lang="en-US" sz="900" dirty="0">
                <a:solidFill>
                  <a:srgbClr val="EDEDED">
                    <a:lumMod val="50000"/>
                  </a:srgbClr>
                </a:solidFill>
                <a:cs typeface="Arial" panose="020B0604020202020204" pitchFamily="34" charset="0"/>
              </a:rPr>
              <a:t>© 2017 Capgemini. All rights reserved.</a:t>
            </a:r>
          </a:p>
        </p:txBody>
      </p:sp>
    </p:spTree>
    <p:extLst>
      <p:ext uri="{BB962C8B-B14F-4D97-AF65-F5344CB8AC3E}">
        <p14:creationId xmlns:p14="http://schemas.microsoft.com/office/powerpoint/2010/main" val="800028502"/>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losing1">
    <p:spTree>
      <p:nvGrpSpPr>
        <p:cNvPr id="1" name=""/>
        <p:cNvGrpSpPr/>
        <p:nvPr/>
      </p:nvGrpSpPr>
      <p:grpSpPr>
        <a:xfrm>
          <a:off x="0" y="0"/>
          <a:ext cx="0" cy="0"/>
          <a:chOff x="0" y="0"/>
          <a:chExt cx="0" cy="0"/>
        </a:xfrm>
      </p:grpSpPr>
      <p:sp>
        <p:nvSpPr>
          <p:cNvPr id="7" name="Rectangle 6"/>
          <p:cNvSpPr/>
          <p:nvPr userDrawn="1"/>
        </p:nvSpPr>
        <p:spPr>
          <a:xfrm>
            <a:off x="1"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03879" tIns="51940" rIns="103879" bIns="51940" rtlCol="0" anchor="ctr"/>
          <a:lstStyle/>
          <a:p>
            <a:pPr algn="ctr" defTabSz="1038825"/>
            <a:endParaRPr lang="en-US" sz="2000" dirty="0">
              <a:solidFill>
                <a:prstClr val="white"/>
              </a:solidFill>
            </a:endParaRPr>
          </a:p>
        </p:txBody>
      </p:sp>
      <p:sp>
        <p:nvSpPr>
          <p:cNvPr id="8" name="Freeform 5"/>
          <p:cNvSpPr>
            <a:spLocks/>
          </p:cNvSpPr>
          <p:nvPr userDrawn="1"/>
        </p:nvSpPr>
        <p:spPr bwMode="auto">
          <a:xfrm>
            <a:off x="-1243011" y="-2656920"/>
            <a:ext cx="10768013" cy="11443496"/>
          </a:xfrm>
          <a:custGeom>
            <a:avLst/>
            <a:gdLst>
              <a:gd name="T0" fmla="*/ 854 w 3407"/>
              <a:gd name="T1" fmla="*/ 0 h 3621"/>
              <a:gd name="T2" fmla="*/ 0 w 3407"/>
              <a:gd name="T3" fmla="*/ 0 h 3621"/>
              <a:gd name="T4" fmla="*/ 0 w 3407"/>
              <a:gd name="T5" fmla="*/ 3621 h 3621"/>
              <a:gd name="T6" fmla="*/ 3407 w 3407"/>
              <a:gd name="T7" fmla="*/ 3621 h 3621"/>
              <a:gd name="T8" fmla="*/ 3407 w 3407"/>
              <a:gd name="T9" fmla="*/ 3617 h 3621"/>
              <a:gd name="T10" fmla="*/ 179 w 3407"/>
              <a:gd name="T11" fmla="*/ 3617 h 3621"/>
              <a:gd name="T12" fmla="*/ 2096 w 3407"/>
              <a:gd name="T13" fmla="*/ 1606 h 3621"/>
              <a:gd name="T14" fmla="*/ 854 w 3407"/>
              <a:gd name="T15" fmla="*/ 0 h 36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407" h="3621">
                <a:moveTo>
                  <a:pt x="854" y="0"/>
                </a:moveTo>
                <a:cubicBezTo>
                  <a:pt x="0" y="0"/>
                  <a:pt x="0" y="0"/>
                  <a:pt x="0" y="0"/>
                </a:cubicBezTo>
                <a:cubicBezTo>
                  <a:pt x="0" y="3621"/>
                  <a:pt x="0" y="3621"/>
                  <a:pt x="0" y="3621"/>
                </a:cubicBezTo>
                <a:cubicBezTo>
                  <a:pt x="3407" y="3621"/>
                  <a:pt x="3407" y="3621"/>
                  <a:pt x="3407" y="3621"/>
                </a:cubicBezTo>
                <a:cubicBezTo>
                  <a:pt x="3407" y="3617"/>
                  <a:pt x="3407" y="3617"/>
                  <a:pt x="3407" y="3617"/>
                </a:cubicBezTo>
                <a:cubicBezTo>
                  <a:pt x="179" y="3617"/>
                  <a:pt x="179" y="3617"/>
                  <a:pt x="179" y="3617"/>
                </a:cubicBezTo>
                <a:cubicBezTo>
                  <a:pt x="2551" y="2996"/>
                  <a:pt x="2421" y="1729"/>
                  <a:pt x="2096" y="1606"/>
                </a:cubicBezTo>
                <a:cubicBezTo>
                  <a:pt x="2281" y="2130"/>
                  <a:pt x="865" y="1627"/>
                  <a:pt x="854" y="0"/>
                </a:cubicBezTo>
              </a:path>
            </a:pathLst>
          </a:custGeom>
          <a:solidFill>
            <a:srgbClr val="300B4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03879" tIns="51940" rIns="103879" bIns="51940" numCol="1" anchor="t" anchorCtr="0" compatLnSpc="1">
            <a:prstTxWarp prst="textNoShape">
              <a:avLst/>
            </a:prstTxWarp>
          </a:bodyPr>
          <a:lstStyle/>
          <a:p>
            <a:pPr defTabSz="1038825"/>
            <a:endParaRPr lang="en-US" sz="2000" dirty="0">
              <a:solidFill>
                <a:srgbClr val="000000"/>
              </a:solidFill>
            </a:endParaRPr>
          </a:p>
        </p:txBody>
      </p:sp>
      <p:grpSp>
        <p:nvGrpSpPr>
          <p:cNvPr id="9" name="Group 8"/>
          <p:cNvGrpSpPr/>
          <p:nvPr userDrawn="1"/>
        </p:nvGrpSpPr>
        <p:grpSpPr>
          <a:xfrm>
            <a:off x="4979035" y="2404114"/>
            <a:ext cx="735013" cy="682321"/>
            <a:chOff x="5662614" y="3032124"/>
            <a:chExt cx="863600" cy="801689"/>
          </a:xfrm>
        </p:grpSpPr>
        <p:sp>
          <p:nvSpPr>
            <p:cNvPr id="10" name="Freeform 9"/>
            <p:cNvSpPr>
              <a:spLocks/>
            </p:cNvSpPr>
            <p:nvPr/>
          </p:nvSpPr>
          <p:spPr bwMode="auto">
            <a:xfrm>
              <a:off x="5959476" y="3368675"/>
              <a:ext cx="566738" cy="465138"/>
            </a:xfrm>
            <a:custGeom>
              <a:avLst/>
              <a:gdLst>
                <a:gd name="T0" fmla="*/ 99 w 149"/>
                <a:gd name="T1" fmla="*/ 85 h 122"/>
                <a:gd name="T2" fmla="*/ 149 w 149"/>
                <a:gd name="T3" fmla="*/ 34 h 122"/>
                <a:gd name="T4" fmla="*/ 112 w 149"/>
                <a:gd name="T5" fmla="*/ 0 h 122"/>
                <a:gd name="T6" fmla="*/ 39 w 149"/>
                <a:gd name="T7" fmla="*/ 78 h 122"/>
                <a:gd name="T8" fmla="*/ 0 w 149"/>
                <a:gd name="T9" fmla="*/ 114 h 122"/>
                <a:gd name="T10" fmla="*/ 29 w 149"/>
                <a:gd name="T11" fmla="*/ 122 h 122"/>
                <a:gd name="T12" fmla="*/ 99 w 149"/>
                <a:gd name="T13" fmla="*/ 99 h 122"/>
                <a:gd name="T14" fmla="*/ 64 w 149"/>
                <a:gd name="T15" fmla="*/ 68 h 122"/>
                <a:gd name="T16" fmla="*/ 99 w 149"/>
                <a:gd name="T17" fmla="*/ 85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9" h="122">
                  <a:moveTo>
                    <a:pt x="99" y="85"/>
                  </a:moveTo>
                  <a:cubicBezTo>
                    <a:pt x="127" y="85"/>
                    <a:pt x="149" y="62"/>
                    <a:pt x="149" y="34"/>
                  </a:cubicBezTo>
                  <a:cubicBezTo>
                    <a:pt x="147" y="22"/>
                    <a:pt x="143" y="0"/>
                    <a:pt x="112" y="0"/>
                  </a:cubicBezTo>
                  <a:cubicBezTo>
                    <a:pt x="78" y="0"/>
                    <a:pt x="67" y="48"/>
                    <a:pt x="39" y="78"/>
                  </a:cubicBezTo>
                  <a:cubicBezTo>
                    <a:pt x="37" y="96"/>
                    <a:pt x="20" y="111"/>
                    <a:pt x="0" y="114"/>
                  </a:cubicBezTo>
                  <a:cubicBezTo>
                    <a:pt x="5" y="119"/>
                    <a:pt x="16" y="122"/>
                    <a:pt x="29" y="122"/>
                  </a:cubicBezTo>
                  <a:cubicBezTo>
                    <a:pt x="54" y="122"/>
                    <a:pt x="84" y="115"/>
                    <a:pt x="99" y="99"/>
                  </a:cubicBezTo>
                  <a:cubicBezTo>
                    <a:pt x="78" y="100"/>
                    <a:pt x="65" y="86"/>
                    <a:pt x="64" y="68"/>
                  </a:cubicBezTo>
                  <a:cubicBezTo>
                    <a:pt x="74" y="80"/>
                    <a:pt x="85" y="85"/>
                    <a:pt x="99" y="85"/>
                  </a:cubicBezTo>
                </a:path>
              </a:pathLst>
            </a:custGeom>
            <a:solidFill>
              <a:srgbClr val="00B0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38825"/>
              <a:endParaRPr lang="en-US" sz="2000" dirty="0">
                <a:solidFill>
                  <a:srgbClr val="000000"/>
                </a:solidFill>
              </a:endParaRPr>
            </a:p>
          </p:txBody>
        </p:sp>
        <p:sp>
          <p:nvSpPr>
            <p:cNvPr id="13" name="Freeform 12"/>
            <p:cNvSpPr>
              <a:spLocks/>
            </p:cNvSpPr>
            <p:nvPr/>
          </p:nvSpPr>
          <p:spPr bwMode="auto">
            <a:xfrm>
              <a:off x="5662614" y="3032124"/>
              <a:ext cx="863600" cy="736599"/>
            </a:xfrm>
            <a:custGeom>
              <a:avLst/>
              <a:gdLst>
                <a:gd name="T0" fmla="*/ 227 w 227"/>
                <a:gd name="T1" fmla="*/ 120 h 193"/>
                <a:gd name="T2" fmla="*/ 188 w 227"/>
                <a:gd name="T3" fmla="*/ 40 h 193"/>
                <a:gd name="T4" fmla="*/ 127 w 227"/>
                <a:gd name="T5" fmla="*/ 3 h 193"/>
                <a:gd name="T6" fmla="*/ 122 w 227"/>
                <a:gd name="T7" fmla="*/ 0 h 193"/>
                <a:gd name="T8" fmla="*/ 122 w 227"/>
                <a:gd name="T9" fmla="*/ 0 h 193"/>
                <a:gd name="T10" fmla="*/ 0 w 227"/>
                <a:gd name="T11" fmla="*/ 125 h 193"/>
                <a:gd name="T12" fmla="*/ 42 w 227"/>
                <a:gd name="T13" fmla="*/ 187 h 193"/>
                <a:gd name="T14" fmla="*/ 85 w 227"/>
                <a:gd name="T15" fmla="*/ 188 h 193"/>
                <a:gd name="T16" fmla="*/ 117 w 227"/>
                <a:gd name="T17" fmla="*/ 166 h 193"/>
                <a:gd name="T18" fmla="*/ 190 w 227"/>
                <a:gd name="T19" fmla="*/ 88 h 193"/>
                <a:gd name="T20" fmla="*/ 227 w 227"/>
                <a:gd name="T21" fmla="*/ 122 h 193"/>
                <a:gd name="T22" fmla="*/ 227 w 227"/>
                <a:gd name="T23" fmla="*/ 120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7" h="193">
                  <a:moveTo>
                    <a:pt x="227" y="120"/>
                  </a:moveTo>
                  <a:cubicBezTo>
                    <a:pt x="226" y="89"/>
                    <a:pt x="211" y="62"/>
                    <a:pt x="188" y="40"/>
                  </a:cubicBezTo>
                  <a:cubicBezTo>
                    <a:pt x="170" y="24"/>
                    <a:pt x="149" y="12"/>
                    <a:pt x="127" y="3"/>
                  </a:cubicBezTo>
                  <a:cubicBezTo>
                    <a:pt x="125" y="2"/>
                    <a:pt x="123" y="1"/>
                    <a:pt x="122" y="0"/>
                  </a:cubicBezTo>
                  <a:cubicBezTo>
                    <a:pt x="122" y="0"/>
                    <a:pt x="122" y="0"/>
                    <a:pt x="122" y="0"/>
                  </a:cubicBezTo>
                  <a:cubicBezTo>
                    <a:pt x="94" y="33"/>
                    <a:pt x="0" y="57"/>
                    <a:pt x="0" y="125"/>
                  </a:cubicBezTo>
                  <a:cubicBezTo>
                    <a:pt x="0" y="152"/>
                    <a:pt x="17" y="177"/>
                    <a:pt x="42" y="187"/>
                  </a:cubicBezTo>
                  <a:cubicBezTo>
                    <a:pt x="56" y="193"/>
                    <a:pt x="71" y="193"/>
                    <a:pt x="85" y="188"/>
                  </a:cubicBezTo>
                  <a:cubicBezTo>
                    <a:pt x="98" y="184"/>
                    <a:pt x="108" y="176"/>
                    <a:pt x="117" y="166"/>
                  </a:cubicBezTo>
                  <a:cubicBezTo>
                    <a:pt x="145" y="136"/>
                    <a:pt x="156" y="88"/>
                    <a:pt x="190" y="88"/>
                  </a:cubicBezTo>
                  <a:cubicBezTo>
                    <a:pt x="221" y="88"/>
                    <a:pt x="225" y="110"/>
                    <a:pt x="227" y="122"/>
                  </a:cubicBezTo>
                  <a:cubicBezTo>
                    <a:pt x="227" y="122"/>
                    <a:pt x="227" y="121"/>
                    <a:pt x="227" y="120"/>
                  </a:cubicBezTo>
                </a:path>
              </a:pathLst>
            </a:custGeom>
            <a:solidFill>
              <a:srgbClr val="0075B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38825"/>
              <a:endParaRPr lang="en-US" sz="2000" dirty="0">
                <a:solidFill>
                  <a:srgbClr val="000000"/>
                </a:solidFill>
              </a:endParaRPr>
            </a:p>
          </p:txBody>
        </p:sp>
      </p:grpSp>
      <p:sp>
        <p:nvSpPr>
          <p:cNvPr id="14" name="Rectangle 13"/>
          <p:cNvSpPr/>
          <p:nvPr userDrawn="1"/>
        </p:nvSpPr>
        <p:spPr>
          <a:xfrm>
            <a:off x="6536184" y="2886346"/>
            <a:ext cx="5125720" cy="7703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just" defTabSz="1038825">
              <a:lnSpc>
                <a:spcPts val="1364"/>
              </a:lnSpc>
            </a:pPr>
            <a:r>
              <a:rPr lang="en-US" sz="1000" dirty="0">
                <a:solidFill>
                  <a:srgbClr val="000000"/>
                </a:solidFill>
              </a:rPr>
              <a:t>With more than 190,000 people, Capgemini is present in over 40 countries and celebrates its 50th Anniversary year in 2017. A global leader in consulting, technology and outsourcing services, the Group reported 2018 global revenues of EUR 13.2 billion. Together with its clients, Capgemini creates and delivers business, technology and digital solutions that fit their needs, enabling them to achieve innovation and competitiveness. A deeply multicultural organization, Capgemini has developed its own way of working, </a:t>
            </a:r>
            <a:r>
              <a:rPr lang="en-US" sz="1000" dirty="0">
                <a:solidFill>
                  <a:srgbClr val="0070AD"/>
                </a:solidFill>
              </a:rPr>
              <a:t>the Collaborative Business Experience™</a:t>
            </a:r>
            <a:r>
              <a:rPr lang="en-US" sz="1000" dirty="0">
                <a:solidFill>
                  <a:srgbClr val="000000"/>
                </a:solidFill>
              </a:rPr>
              <a:t>, and draws on </a:t>
            </a:r>
            <a:r>
              <a:rPr lang="en-US" sz="1000" dirty="0">
                <a:solidFill>
                  <a:srgbClr val="0070AD"/>
                </a:solidFill>
              </a:rPr>
              <a:t>Rightshore</a:t>
            </a:r>
            <a:r>
              <a:rPr lang="en-US" sz="1000" baseline="30000" dirty="0">
                <a:solidFill>
                  <a:srgbClr val="0070AD"/>
                </a:solidFill>
              </a:rPr>
              <a:t>®</a:t>
            </a:r>
            <a:r>
              <a:rPr lang="en-US" sz="1000" dirty="0">
                <a:solidFill>
                  <a:srgbClr val="000000"/>
                </a:solidFill>
              </a:rPr>
              <a:t>, its worldwide delivery model.</a:t>
            </a:r>
          </a:p>
        </p:txBody>
      </p:sp>
      <p:sp>
        <p:nvSpPr>
          <p:cNvPr id="15" name="Rectangle 14"/>
          <p:cNvSpPr/>
          <p:nvPr userDrawn="1"/>
        </p:nvSpPr>
        <p:spPr>
          <a:xfrm>
            <a:off x="6536183" y="2507084"/>
            <a:ext cx="2219961" cy="2948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defTabSz="1038825">
              <a:lnSpc>
                <a:spcPts val="2273"/>
              </a:lnSpc>
            </a:pPr>
            <a:r>
              <a:rPr lang="en-US" sz="1600" dirty="0">
                <a:solidFill>
                  <a:srgbClr val="0070AD"/>
                </a:solidFill>
              </a:rPr>
              <a:t>About Capgemini</a:t>
            </a:r>
          </a:p>
        </p:txBody>
      </p:sp>
      <p:sp>
        <p:nvSpPr>
          <p:cNvPr id="16" name="Rectangle 15"/>
          <p:cNvSpPr/>
          <p:nvPr userDrawn="1"/>
        </p:nvSpPr>
        <p:spPr>
          <a:xfrm>
            <a:off x="6536183" y="4235826"/>
            <a:ext cx="2560320"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just" defTabSz="1038825">
              <a:lnSpc>
                <a:spcPts val="1364"/>
              </a:lnSpc>
              <a:spcAft>
                <a:spcPts val="682"/>
              </a:spcAft>
            </a:pPr>
            <a:r>
              <a:rPr lang="en-US" sz="1000" dirty="0">
                <a:solidFill>
                  <a:srgbClr val="000000"/>
                </a:solidFill>
              </a:rPr>
              <a:t>Learn more about us at</a:t>
            </a:r>
          </a:p>
          <a:p>
            <a:pPr algn="just" defTabSz="1038825">
              <a:lnSpc>
                <a:spcPts val="1364"/>
              </a:lnSpc>
            </a:pPr>
            <a:r>
              <a:rPr lang="en-US" sz="1600" dirty="0">
                <a:solidFill>
                  <a:srgbClr val="12ABDB"/>
                </a:solidFill>
              </a:rPr>
              <a:t>www.capgemini.com</a:t>
            </a:r>
          </a:p>
        </p:txBody>
      </p:sp>
      <p:pic>
        <p:nvPicPr>
          <p:cNvPr id="17" name="Picture 2" descr="D:\My Work\Template\Icons\Social Media\LinkedIN.png">
            <a:hlinkClick r:id="rId2"/>
          </p:cNvPr>
          <p:cNvPicPr>
            <a:picLocks noChangeAspect="1" noChangeArrowheads="1"/>
          </p:cNvPicPr>
          <p:nvPr userDrawn="1"/>
        </p:nvPicPr>
        <p:blipFill>
          <a:blip r:embed="rId3" cstate="print"/>
          <a:srcRect/>
          <a:stretch>
            <a:fillRect/>
          </a:stretch>
        </p:blipFill>
        <p:spPr bwMode="auto">
          <a:xfrm>
            <a:off x="798418" y="3979259"/>
            <a:ext cx="333195" cy="333195"/>
          </a:xfrm>
          <a:prstGeom prst="rect">
            <a:avLst/>
          </a:prstGeom>
          <a:noFill/>
        </p:spPr>
      </p:pic>
      <p:pic>
        <p:nvPicPr>
          <p:cNvPr id="18" name="Picture 4" descr="D:\My Work\Template\Icons\Social Media\SlideShare.png">
            <a:hlinkClick r:id="rId4"/>
          </p:cNvPr>
          <p:cNvPicPr>
            <a:picLocks noChangeAspect="1" noChangeArrowheads="1"/>
          </p:cNvPicPr>
          <p:nvPr userDrawn="1"/>
        </p:nvPicPr>
        <p:blipFill>
          <a:blip r:embed="rId5" cstate="print"/>
          <a:srcRect/>
          <a:stretch>
            <a:fillRect/>
          </a:stretch>
        </p:blipFill>
        <p:spPr bwMode="auto">
          <a:xfrm>
            <a:off x="1181794" y="3979259"/>
            <a:ext cx="333195" cy="333195"/>
          </a:xfrm>
          <a:prstGeom prst="rect">
            <a:avLst/>
          </a:prstGeom>
          <a:noFill/>
        </p:spPr>
      </p:pic>
      <p:pic>
        <p:nvPicPr>
          <p:cNvPr id="19" name="Picture 5" descr="D:\My Work\Template\Icons\Social Media\Twitter.png">
            <a:hlinkClick r:id="rId6"/>
          </p:cNvPr>
          <p:cNvPicPr>
            <a:picLocks noChangeAspect="1" noChangeArrowheads="1"/>
          </p:cNvPicPr>
          <p:nvPr userDrawn="1"/>
        </p:nvPicPr>
        <p:blipFill>
          <a:blip r:embed="rId7" cstate="print"/>
          <a:srcRect/>
          <a:stretch>
            <a:fillRect/>
          </a:stretch>
        </p:blipFill>
        <p:spPr bwMode="auto">
          <a:xfrm>
            <a:off x="1565171" y="3979259"/>
            <a:ext cx="333195" cy="333195"/>
          </a:xfrm>
          <a:prstGeom prst="rect">
            <a:avLst/>
          </a:prstGeom>
          <a:noFill/>
        </p:spPr>
      </p:pic>
      <p:pic>
        <p:nvPicPr>
          <p:cNvPr id="20" name="Picture 6" descr="D:\My Work\Template\Icons\Social Media\YouTube.png">
            <a:hlinkClick r:id="rId8"/>
          </p:cNvPr>
          <p:cNvPicPr>
            <a:picLocks noChangeAspect="1" noChangeArrowheads="1"/>
          </p:cNvPicPr>
          <p:nvPr userDrawn="1"/>
        </p:nvPicPr>
        <p:blipFill>
          <a:blip r:embed="rId9" cstate="print"/>
          <a:srcRect/>
          <a:stretch>
            <a:fillRect/>
          </a:stretch>
        </p:blipFill>
        <p:spPr bwMode="auto">
          <a:xfrm>
            <a:off x="1948547" y="3979259"/>
            <a:ext cx="333195" cy="333195"/>
          </a:xfrm>
          <a:prstGeom prst="rect">
            <a:avLst/>
          </a:prstGeom>
          <a:noFill/>
        </p:spPr>
      </p:pic>
      <p:pic>
        <p:nvPicPr>
          <p:cNvPr id="21" name="Picture 7" descr="D:\My Work\Template\Icons\Social Media\Facebook.png">
            <a:hlinkClick r:id="rId10"/>
          </p:cNvPr>
          <p:cNvPicPr>
            <a:picLocks noChangeAspect="1" noChangeArrowheads="1"/>
          </p:cNvPicPr>
          <p:nvPr userDrawn="1"/>
        </p:nvPicPr>
        <p:blipFill>
          <a:blip r:embed="rId11" cstate="print"/>
          <a:srcRect/>
          <a:stretch>
            <a:fillRect/>
          </a:stretch>
        </p:blipFill>
        <p:spPr bwMode="auto">
          <a:xfrm>
            <a:off x="415040" y="3979259"/>
            <a:ext cx="333195" cy="333195"/>
          </a:xfrm>
          <a:prstGeom prst="rect">
            <a:avLst/>
          </a:prstGeom>
          <a:noFill/>
        </p:spPr>
      </p:pic>
      <p:sp>
        <p:nvSpPr>
          <p:cNvPr id="23" name="Rectangle 22"/>
          <p:cNvSpPr/>
          <p:nvPr userDrawn="1"/>
        </p:nvSpPr>
        <p:spPr>
          <a:xfrm>
            <a:off x="415038" y="5566687"/>
            <a:ext cx="4198621" cy="643617"/>
          </a:xfrm>
          <a:prstGeom prst="rect">
            <a:avLst/>
          </a:prstGeom>
        </p:spPr>
        <p:txBody>
          <a:bodyPr wrap="square" lIns="0" tIns="0" rIns="0" bIns="0" anchor="b" anchorCtr="0">
            <a:spAutoFit/>
          </a:bodyPr>
          <a:lstStyle/>
          <a:p>
            <a:pPr defTabSz="1038825">
              <a:spcAft>
                <a:spcPts val="682"/>
              </a:spcAft>
            </a:pPr>
            <a:r>
              <a:rPr lang="en-US" sz="900" dirty="0">
                <a:solidFill>
                  <a:prstClr val="white"/>
                </a:solidFill>
                <a:cs typeface="Arial"/>
              </a:rPr>
              <a:t>This message contains information that may be privileged or confidential and is the property of the Capgemini Group.</a:t>
            </a:r>
            <a:br>
              <a:rPr lang="en-US" sz="900" dirty="0">
                <a:solidFill>
                  <a:prstClr val="white"/>
                </a:solidFill>
                <a:cs typeface="Arial"/>
              </a:rPr>
            </a:br>
            <a:r>
              <a:rPr lang="en-US" sz="900" dirty="0">
                <a:solidFill>
                  <a:prstClr val="white"/>
                </a:solidFill>
                <a:latin typeface="Arial"/>
                <a:cs typeface="Arial"/>
              </a:rPr>
              <a:t>Copyright © 2019 Capgemini. All rights reserved.</a:t>
            </a:r>
          </a:p>
          <a:p>
            <a:pPr defTabSz="1088080">
              <a:spcAft>
                <a:spcPts val="682"/>
              </a:spcAft>
              <a:defRPr/>
            </a:pPr>
            <a:r>
              <a:rPr lang="en-US" sz="900" dirty="0">
                <a:solidFill>
                  <a:prstClr val="white"/>
                </a:solidFill>
                <a:latin typeface="Arial"/>
                <a:cs typeface="Arial"/>
              </a:rPr>
              <a:t>Rightshore</a:t>
            </a:r>
            <a:r>
              <a:rPr lang="en-US" sz="900" baseline="30000" dirty="0">
                <a:solidFill>
                  <a:prstClr val="white"/>
                </a:solidFill>
                <a:latin typeface="Arial"/>
                <a:cs typeface="Arial"/>
              </a:rPr>
              <a:t>®</a:t>
            </a:r>
            <a:r>
              <a:rPr lang="en-US" sz="900" dirty="0">
                <a:solidFill>
                  <a:prstClr val="white"/>
                </a:solidFill>
                <a:latin typeface="Arial"/>
                <a:cs typeface="Arial"/>
              </a:rPr>
              <a:t> is a trademark belonging to Capgemini.</a:t>
            </a:r>
          </a:p>
        </p:txBody>
      </p:sp>
      <p:sp>
        <p:nvSpPr>
          <p:cNvPr id="24" name="Rectangle 23"/>
          <p:cNvSpPr/>
          <p:nvPr userDrawn="1"/>
        </p:nvSpPr>
        <p:spPr>
          <a:xfrm>
            <a:off x="6536186" y="5887213"/>
            <a:ext cx="5219698" cy="323090"/>
          </a:xfrm>
          <a:prstGeom prst="rect">
            <a:avLst/>
          </a:prstGeom>
        </p:spPr>
        <p:txBody>
          <a:bodyPr wrap="square" lIns="0" tIns="0" rIns="0" bIns="0" anchor="b" anchorCtr="0">
            <a:spAutoFit/>
          </a:bodyPr>
          <a:lstStyle/>
          <a:p>
            <a:pPr defTabSz="1038825">
              <a:spcAft>
                <a:spcPts val="682"/>
              </a:spcAft>
            </a:pPr>
            <a:r>
              <a:rPr lang="en-US" sz="700" dirty="0">
                <a:solidFill>
                  <a:srgbClr val="000000"/>
                </a:solidFill>
                <a:cs typeface="Arial"/>
              </a:rPr>
              <a:t>This message is intended only for the person to whom it is addressed. If you are not the intended recipient, you are not authorized to read, print, retain, copy, disseminate, distribute, or use this message or any part thereof. If you receive this message in error, please notify the sender immediately and delete all copies of this message. </a:t>
            </a:r>
          </a:p>
        </p:txBody>
      </p:sp>
      <p:sp>
        <p:nvSpPr>
          <p:cNvPr id="25" name="Rectangle 24">
            <a:hlinkClick r:id="rId12"/>
          </p:cNvPr>
          <p:cNvSpPr/>
          <p:nvPr userDrawn="1"/>
        </p:nvSpPr>
        <p:spPr>
          <a:xfrm>
            <a:off x="7489901" y="3812095"/>
            <a:ext cx="2336089" cy="124676"/>
          </a:xfrm>
          <a:prstGeom prst="rect">
            <a:avLst/>
          </a:prstGeom>
          <a:solidFill>
            <a:schemeClr val="accent2">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3879" tIns="51940" rIns="103879" bIns="51940" rtlCol="0" anchor="ctr"/>
          <a:lstStyle/>
          <a:p>
            <a:pPr algn="ctr" defTabSz="1038825"/>
            <a:endParaRPr lang="en-GB" sz="2000" dirty="0">
              <a:solidFill>
                <a:prstClr val="white"/>
              </a:solidFill>
            </a:endParaRPr>
          </a:p>
        </p:txBody>
      </p:sp>
      <p:sp>
        <p:nvSpPr>
          <p:cNvPr id="26" name="Rectangle 25">
            <a:hlinkClick r:id="rId13"/>
          </p:cNvPr>
          <p:cNvSpPr/>
          <p:nvPr userDrawn="1"/>
        </p:nvSpPr>
        <p:spPr>
          <a:xfrm>
            <a:off x="10730866" y="3812095"/>
            <a:ext cx="704851" cy="124676"/>
          </a:xfrm>
          <a:prstGeom prst="rect">
            <a:avLst/>
          </a:prstGeom>
          <a:solidFill>
            <a:schemeClr val="accent2">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3879" tIns="51940" rIns="103879" bIns="51940" rtlCol="0" anchor="ctr"/>
          <a:lstStyle/>
          <a:p>
            <a:pPr algn="ctr" defTabSz="1038825"/>
            <a:endParaRPr lang="en-GB" sz="2000" dirty="0">
              <a:solidFill>
                <a:prstClr val="white"/>
              </a:solidFill>
            </a:endParaRPr>
          </a:p>
        </p:txBody>
      </p:sp>
      <p:sp>
        <p:nvSpPr>
          <p:cNvPr id="27" name="Rectangle 26">
            <a:hlinkClick r:id="rId14"/>
          </p:cNvPr>
          <p:cNvSpPr/>
          <p:nvPr userDrawn="1"/>
        </p:nvSpPr>
        <p:spPr>
          <a:xfrm>
            <a:off x="6532246" y="4445643"/>
            <a:ext cx="1851660" cy="183449"/>
          </a:xfrm>
          <a:prstGeom prst="rect">
            <a:avLst/>
          </a:prstGeom>
          <a:solidFill>
            <a:schemeClr val="accent2">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3879" tIns="51940" rIns="103879" bIns="51940" rtlCol="0" anchor="ctr"/>
          <a:lstStyle/>
          <a:p>
            <a:pPr algn="ctr" defTabSz="1038825"/>
            <a:endParaRPr lang="en-GB" sz="2000" dirty="0">
              <a:solidFill>
                <a:prstClr val="white"/>
              </a:solidFill>
            </a:endParaRPr>
          </a:p>
        </p:txBody>
      </p:sp>
      <p:pic>
        <p:nvPicPr>
          <p:cNvPr id="29" name="Picture 28"/>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407573" y="4434173"/>
            <a:ext cx="2560320" cy="201012"/>
          </a:xfrm>
          <a:prstGeom prst="rect">
            <a:avLst/>
          </a:prstGeom>
        </p:spPr>
      </p:pic>
    </p:spTree>
    <p:extLst>
      <p:ext uri="{BB962C8B-B14F-4D97-AF65-F5344CB8AC3E}">
        <p14:creationId xmlns:p14="http://schemas.microsoft.com/office/powerpoint/2010/main" val="28567503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Closing1">
    <p:spTree>
      <p:nvGrpSpPr>
        <p:cNvPr id="1" name=""/>
        <p:cNvGrpSpPr/>
        <p:nvPr/>
      </p:nvGrpSpPr>
      <p:grpSpPr>
        <a:xfrm>
          <a:off x="0" y="0"/>
          <a:ext cx="0" cy="0"/>
          <a:chOff x="0" y="0"/>
          <a:chExt cx="0" cy="0"/>
        </a:xfrm>
      </p:grpSpPr>
      <p:sp>
        <p:nvSpPr>
          <p:cNvPr id="7" name="Rectangle 6"/>
          <p:cNvSpPr/>
          <p:nvPr userDrawn="1"/>
        </p:nvSpPr>
        <p:spPr>
          <a:xfrm>
            <a:off x="1"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03879" tIns="51940" rIns="103879" bIns="51940" rtlCol="0" anchor="ctr"/>
          <a:lstStyle/>
          <a:p>
            <a:pPr algn="ctr" defTabSz="1038825"/>
            <a:endParaRPr lang="en-US" sz="2000" dirty="0">
              <a:solidFill>
                <a:prstClr val="white"/>
              </a:solidFill>
            </a:endParaRPr>
          </a:p>
        </p:txBody>
      </p:sp>
      <p:sp>
        <p:nvSpPr>
          <p:cNvPr id="8" name="Freeform 5"/>
          <p:cNvSpPr>
            <a:spLocks/>
          </p:cNvSpPr>
          <p:nvPr userDrawn="1"/>
        </p:nvSpPr>
        <p:spPr bwMode="auto">
          <a:xfrm>
            <a:off x="-1243011" y="-2656920"/>
            <a:ext cx="10768013" cy="11443496"/>
          </a:xfrm>
          <a:custGeom>
            <a:avLst/>
            <a:gdLst>
              <a:gd name="T0" fmla="*/ 854 w 3407"/>
              <a:gd name="T1" fmla="*/ 0 h 3621"/>
              <a:gd name="T2" fmla="*/ 0 w 3407"/>
              <a:gd name="T3" fmla="*/ 0 h 3621"/>
              <a:gd name="T4" fmla="*/ 0 w 3407"/>
              <a:gd name="T5" fmla="*/ 3621 h 3621"/>
              <a:gd name="T6" fmla="*/ 3407 w 3407"/>
              <a:gd name="T7" fmla="*/ 3621 h 3621"/>
              <a:gd name="T8" fmla="*/ 3407 w 3407"/>
              <a:gd name="T9" fmla="*/ 3617 h 3621"/>
              <a:gd name="T10" fmla="*/ 179 w 3407"/>
              <a:gd name="T11" fmla="*/ 3617 h 3621"/>
              <a:gd name="T12" fmla="*/ 2096 w 3407"/>
              <a:gd name="T13" fmla="*/ 1606 h 3621"/>
              <a:gd name="T14" fmla="*/ 854 w 3407"/>
              <a:gd name="T15" fmla="*/ 0 h 36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407" h="3621">
                <a:moveTo>
                  <a:pt x="854" y="0"/>
                </a:moveTo>
                <a:cubicBezTo>
                  <a:pt x="0" y="0"/>
                  <a:pt x="0" y="0"/>
                  <a:pt x="0" y="0"/>
                </a:cubicBezTo>
                <a:cubicBezTo>
                  <a:pt x="0" y="3621"/>
                  <a:pt x="0" y="3621"/>
                  <a:pt x="0" y="3621"/>
                </a:cubicBezTo>
                <a:cubicBezTo>
                  <a:pt x="3407" y="3621"/>
                  <a:pt x="3407" y="3621"/>
                  <a:pt x="3407" y="3621"/>
                </a:cubicBezTo>
                <a:cubicBezTo>
                  <a:pt x="3407" y="3617"/>
                  <a:pt x="3407" y="3617"/>
                  <a:pt x="3407" y="3617"/>
                </a:cubicBezTo>
                <a:cubicBezTo>
                  <a:pt x="179" y="3617"/>
                  <a:pt x="179" y="3617"/>
                  <a:pt x="179" y="3617"/>
                </a:cubicBezTo>
                <a:cubicBezTo>
                  <a:pt x="2551" y="2996"/>
                  <a:pt x="2421" y="1729"/>
                  <a:pt x="2096" y="1606"/>
                </a:cubicBezTo>
                <a:cubicBezTo>
                  <a:pt x="2281" y="2130"/>
                  <a:pt x="865" y="1627"/>
                  <a:pt x="854" y="0"/>
                </a:cubicBezTo>
              </a:path>
            </a:pathLst>
          </a:custGeom>
          <a:solidFill>
            <a:srgbClr val="300B4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03879" tIns="51940" rIns="103879" bIns="51940" numCol="1" anchor="t" anchorCtr="0" compatLnSpc="1">
            <a:prstTxWarp prst="textNoShape">
              <a:avLst/>
            </a:prstTxWarp>
          </a:bodyPr>
          <a:lstStyle/>
          <a:p>
            <a:pPr defTabSz="1038825"/>
            <a:endParaRPr lang="en-US" sz="2000" dirty="0">
              <a:solidFill>
                <a:srgbClr val="000000"/>
              </a:solidFill>
            </a:endParaRPr>
          </a:p>
        </p:txBody>
      </p:sp>
      <p:grpSp>
        <p:nvGrpSpPr>
          <p:cNvPr id="9" name="Group 8"/>
          <p:cNvGrpSpPr/>
          <p:nvPr userDrawn="1"/>
        </p:nvGrpSpPr>
        <p:grpSpPr>
          <a:xfrm>
            <a:off x="4979035" y="2404114"/>
            <a:ext cx="735013" cy="682321"/>
            <a:chOff x="5662614" y="3032124"/>
            <a:chExt cx="863600" cy="801689"/>
          </a:xfrm>
        </p:grpSpPr>
        <p:sp>
          <p:nvSpPr>
            <p:cNvPr id="10" name="Freeform 9"/>
            <p:cNvSpPr>
              <a:spLocks/>
            </p:cNvSpPr>
            <p:nvPr/>
          </p:nvSpPr>
          <p:spPr bwMode="auto">
            <a:xfrm>
              <a:off x="5959476" y="3368675"/>
              <a:ext cx="566738" cy="465138"/>
            </a:xfrm>
            <a:custGeom>
              <a:avLst/>
              <a:gdLst>
                <a:gd name="T0" fmla="*/ 99 w 149"/>
                <a:gd name="T1" fmla="*/ 85 h 122"/>
                <a:gd name="T2" fmla="*/ 149 w 149"/>
                <a:gd name="T3" fmla="*/ 34 h 122"/>
                <a:gd name="T4" fmla="*/ 112 w 149"/>
                <a:gd name="T5" fmla="*/ 0 h 122"/>
                <a:gd name="T6" fmla="*/ 39 w 149"/>
                <a:gd name="T7" fmla="*/ 78 h 122"/>
                <a:gd name="T8" fmla="*/ 0 w 149"/>
                <a:gd name="T9" fmla="*/ 114 h 122"/>
                <a:gd name="T10" fmla="*/ 29 w 149"/>
                <a:gd name="T11" fmla="*/ 122 h 122"/>
                <a:gd name="T12" fmla="*/ 99 w 149"/>
                <a:gd name="T13" fmla="*/ 99 h 122"/>
                <a:gd name="T14" fmla="*/ 64 w 149"/>
                <a:gd name="T15" fmla="*/ 68 h 122"/>
                <a:gd name="T16" fmla="*/ 99 w 149"/>
                <a:gd name="T17" fmla="*/ 85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9" h="122">
                  <a:moveTo>
                    <a:pt x="99" y="85"/>
                  </a:moveTo>
                  <a:cubicBezTo>
                    <a:pt x="127" y="85"/>
                    <a:pt x="149" y="62"/>
                    <a:pt x="149" y="34"/>
                  </a:cubicBezTo>
                  <a:cubicBezTo>
                    <a:pt x="147" y="22"/>
                    <a:pt x="143" y="0"/>
                    <a:pt x="112" y="0"/>
                  </a:cubicBezTo>
                  <a:cubicBezTo>
                    <a:pt x="78" y="0"/>
                    <a:pt x="67" y="48"/>
                    <a:pt x="39" y="78"/>
                  </a:cubicBezTo>
                  <a:cubicBezTo>
                    <a:pt x="37" y="96"/>
                    <a:pt x="20" y="111"/>
                    <a:pt x="0" y="114"/>
                  </a:cubicBezTo>
                  <a:cubicBezTo>
                    <a:pt x="5" y="119"/>
                    <a:pt x="16" y="122"/>
                    <a:pt x="29" y="122"/>
                  </a:cubicBezTo>
                  <a:cubicBezTo>
                    <a:pt x="54" y="122"/>
                    <a:pt x="84" y="115"/>
                    <a:pt x="99" y="99"/>
                  </a:cubicBezTo>
                  <a:cubicBezTo>
                    <a:pt x="78" y="100"/>
                    <a:pt x="65" y="86"/>
                    <a:pt x="64" y="68"/>
                  </a:cubicBezTo>
                  <a:cubicBezTo>
                    <a:pt x="74" y="80"/>
                    <a:pt x="85" y="85"/>
                    <a:pt x="99" y="85"/>
                  </a:cubicBezTo>
                </a:path>
              </a:pathLst>
            </a:custGeom>
            <a:solidFill>
              <a:srgbClr val="00B0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38825"/>
              <a:endParaRPr lang="en-US" sz="2000" dirty="0">
                <a:solidFill>
                  <a:srgbClr val="000000"/>
                </a:solidFill>
              </a:endParaRPr>
            </a:p>
          </p:txBody>
        </p:sp>
        <p:sp>
          <p:nvSpPr>
            <p:cNvPr id="13" name="Freeform 12"/>
            <p:cNvSpPr>
              <a:spLocks/>
            </p:cNvSpPr>
            <p:nvPr/>
          </p:nvSpPr>
          <p:spPr bwMode="auto">
            <a:xfrm>
              <a:off x="5662614" y="3032124"/>
              <a:ext cx="863600" cy="736599"/>
            </a:xfrm>
            <a:custGeom>
              <a:avLst/>
              <a:gdLst>
                <a:gd name="T0" fmla="*/ 227 w 227"/>
                <a:gd name="T1" fmla="*/ 120 h 193"/>
                <a:gd name="T2" fmla="*/ 188 w 227"/>
                <a:gd name="T3" fmla="*/ 40 h 193"/>
                <a:gd name="T4" fmla="*/ 127 w 227"/>
                <a:gd name="T5" fmla="*/ 3 h 193"/>
                <a:gd name="T6" fmla="*/ 122 w 227"/>
                <a:gd name="T7" fmla="*/ 0 h 193"/>
                <a:gd name="T8" fmla="*/ 122 w 227"/>
                <a:gd name="T9" fmla="*/ 0 h 193"/>
                <a:gd name="T10" fmla="*/ 0 w 227"/>
                <a:gd name="T11" fmla="*/ 125 h 193"/>
                <a:gd name="T12" fmla="*/ 42 w 227"/>
                <a:gd name="T13" fmla="*/ 187 h 193"/>
                <a:gd name="T14" fmla="*/ 85 w 227"/>
                <a:gd name="T15" fmla="*/ 188 h 193"/>
                <a:gd name="T16" fmla="*/ 117 w 227"/>
                <a:gd name="T17" fmla="*/ 166 h 193"/>
                <a:gd name="T18" fmla="*/ 190 w 227"/>
                <a:gd name="T19" fmla="*/ 88 h 193"/>
                <a:gd name="T20" fmla="*/ 227 w 227"/>
                <a:gd name="T21" fmla="*/ 122 h 193"/>
                <a:gd name="T22" fmla="*/ 227 w 227"/>
                <a:gd name="T23" fmla="*/ 120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7" h="193">
                  <a:moveTo>
                    <a:pt x="227" y="120"/>
                  </a:moveTo>
                  <a:cubicBezTo>
                    <a:pt x="226" y="89"/>
                    <a:pt x="211" y="62"/>
                    <a:pt x="188" y="40"/>
                  </a:cubicBezTo>
                  <a:cubicBezTo>
                    <a:pt x="170" y="24"/>
                    <a:pt x="149" y="12"/>
                    <a:pt x="127" y="3"/>
                  </a:cubicBezTo>
                  <a:cubicBezTo>
                    <a:pt x="125" y="2"/>
                    <a:pt x="123" y="1"/>
                    <a:pt x="122" y="0"/>
                  </a:cubicBezTo>
                  <a:cubicBezTo>
                    <a:pt x="122" y="0"/>
                    <a:pt x="122" y="0"/>
                    <a:pt x="122" y="0"/>
                  </a:cubicBezTo>
                  <a:cubicBezTo>
                    <a:pt x="94" y="33"/>
                    <a:pt x="0" y="57"/>
                    <a:pt x="0" y="125"/>
                  </a:cubicBezTo>
                  <a:cubicBezTo>
                    <a:pt x="0" y="152"/>
                    <a:pt x="17" y="177"/>
                    <a:pt x="42" y="187"/>
                  </a:cubicBezTo>
                  <a:cubicBezTo>
                    <a:pt x="56" y="193"/>
                    <a:pt x="71" y="193"/>
                    <a:pt x="85" y="188"/>
                  </a:cubicBezTo>
                  <a:cubicBezTo>
                    <a:pt x="98" y="184"/>
                    <a:pt x="108" y="176"/>
                    <a:pt x="117" y="166"/>
                  </a:cubicBezTo>
                  <a:cubicBezTo>
                    <a:pt x="145" y="136"/>
                    <a:pt x="156" y="88"/>
                    <a:pt x="190" y="88"/>
                  </a:cubicBezTo>
                  <a:cubicBezTo>
                    <a:pt x="221" y="88"/>
                    <a:pt x="225" y="110"/>
                    <a:pt x="227" y="122"/>
                  </a:cubicBezTo>
                  <a:cubicBezTo>
                    <a:pt x="227" y="122"/>
                    <a:pt x="227" y="121"/>
                    <a:pt x="227" y="120"/>
                  </a:cubicBezTo>
                </a:path>
              </a:pathLst>
            </a:custGeom>
            <a:solidFill>
              <a:srgbClr val="0075B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38825"/>
              <a:endParaRPr lang="en-US" sz="2000" dirty="0">
                <a:solidFill>
                  <a:srgbClr val="000000"/>
                </a:solidFill>
              </a:endParaRPr>
            </a:p>
          </p:txBody>
        </p:sp>
      </p:grpSp>
      <p:sp>
        <p:nvSpPr>
          <p:cNvPr id="15" name="Rectangle 14"/>
          <p:cNvSpPr/>
          <p:nvPr userDrawn="1"/>
        </p:nvSpPr>
        <p:spPr>
          <a:xfrm>
            <a:off x="8184561" y="4434173"/>
            <a:ext cx="2219961" cy="2948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ctr" defTabSz="1038825">
              <a:lnSpc>
                <a:spcPts val="2273"/>
              </a:lnSpc>
            </a:pPr>
            <a:r>
              <a:rPr lang="en-US" sz="2400" dirty="0">
                <a:solidFill>
                  <a:srgbClr val="0070AD"/>
                </a:solidFill>
              </a:rPr>
              <a:t>Thanks</a:t>
            </a:r>
          </a:p>
        </p:txBody>
      </p:sp>
      <p:pic>
        <p:nvPicPr>
          <p:cNvPr id="17" name="Picture 2" descr="D:\My Work\Template\Icons\Social Media\LinkedIN.png">
            <a:hlinkClick r:id="rId2"/>
          </p:cNvPr>
          <p:cNvPicPr>
            <a:picLocks noChangeAspect="1" noChangeArrowheads="1"/>
          </p:cNvPicPr>
          <p:nvPr userDrawn="1"/>
        </p:nvPicPr>
        <p:blipFill>
          <a:blip r:embed="rId3" cstate="print"/>
          <a:srcRect/>
          <a:stretch>
            <a:fillRect/>
          </a:stretch>
        </p:blipFill>
        <p:spPr bwMode="auto">
          <a:xfrm>
            <a:off x="798418" y="3979259"/>
            <a:ext cx="333195" cy="333195"/>
          </a:xfrm>
          <a:prstGeom prst="rect">
            <a:avLst/>
          </a:prstGeom>
          <a:noFill/>
        </p:spPr>
      </p:pic>
      <p:pic>
        <p:nvPicPr>
          <p:cNvPr id="18" name="Picture 4" descr="D:\My Work\Template\Icons\Social Media\SlideShare.png">
            <a:hlinkClick r:id="rId4"/>
          </p:cNvPr>
          <p:cNvPicPr>
            <a:picLocks noChangeAspect="1" noChangeArrowheads="1"/>
          </p:cNvPicPr>
          <p:nvPr userDrawn="1"/>
        </p:nvPicPr>
        <p:blipFill>
          <a:blip r:embed="rId5" cstate="print"/>
          <a:srcRect/>
          <a:stretch>
            <a:fillRect/>
          </a:stretch>
        </p:blipFill>
        <p:spPr bwMode="auto">
          <a:xfrm>
            <a:off x="1181794" y="3979259"/>
            <a:ext cx="333195" cy="333195"/>
          </a:xfrm>
          <a:prstGeom prst="rect">
            <a:avLst/>
          </a:prstGeom>
          <a:noFill/>
        </p:spPr>
      </p:pic>
      <p:pic>
        <p:nvPicPr>
          <p:cNvPr id="19" name="Picture 5" descr="D:\My Work\Template\Icons\Social Media\Twitter.png">
            <a:hlinkClick r:id="rId6"/>
          </p:cNvPr>
          <p:cNvPicPr>
            <a:picLocks noChangeAspect="1" noChangeArrowheads="1"/>
          </p:cNvPicPr>
          <p:nvPr userDrawn="1"/>
        </p:nvPicPr>
        <p:blipFill>
          <a:blip r:embed="rId7" cstate="print"/>
          <a:srcRect/>
          <a:stretch>
            <a:fillRect/>
          </a:stretch>
        </p:blipFill>
        <p:spPr bwMode="auto">
          <a:xfrm>
            <a:off x="1565171" y="3979259"/>
            <a:ext cx="333195" cy="333195"/>
          </a:xfrm>
          <a:prstGeom prst="rect">
            <a:avLst/>
          </a:prstGeom>
          <a:noFill/>
        </p:spPr>
      </p:pic>
      <p:pic>
        <p:nvPicPr>
          <p:cNvPr id="20" name="Picture 6" descr="D:\My Work\Template\Icons\Social Media\YouTube.png">
            <a:hlinkClick r:id="rId8"/>
          </p:cNvPr>
          <p:cNvPicPr>
            <a:picLocks noChangeAspect="1" noChangeArrowheads="1"/>
          </p:cNvPicPr>
          <p:nvPr userDrawn="1"/>
        </p:nvPicPr>
        <p:blipFill>
          <a:blip r:embed="rId9" cstate="print"/>
          <a:srcRect/>
          <a:stretch>
            <a:fillRect/>
          </a:stretch>
        </p:blipFill>
        <p:spPr bwMode="auto">
          <a:xfrm>
            <a:off x="1948547" y="3979259"/>
            <a:ext cx="333195" cy="333195"/>
          </a:xfrm>
          <a:prstGeom prst="rect">
            <a:avLst/>
          </a:prstGeom>
          <a:noFill/>
        </p:spPr>
      </p:pic>
      <p:pic>
        <p:nvPicPr>
          <p:cNvPr id="21" name="Picture 7" descr="D:\My Work\Template\Icons\Social Media\Facebook.png">
            <a:hlinkClick r:id="rId10"/>
          </p:cNvPr>
          <p:cNvPicPr>
            <a:picLocks noChangeAspect="1" noChangeArrowheads="1"/>
          </p:cNvPicPr>
          <p:nvPr userDrawn="1"/>
        </p:nvPicPr>
        <p:blipFill>
          <a:blip r:embed="rId11" cstate="print"/>
          <a:srcRect/>
          <a:stretch>
            <a:fillRect/>
          </a:stretch>
        </p:blipFill>
        <p:spPr bwMode="auto">
          <a:xfrm>
            <a:off x="415040" y="3979259"/>
            <a:ext cx="333195" cy="333195"/>
          </a:xfrm>
          <a:prstGeom prst="rect">
            <a:avLst/>
          </a:prstGeom>
          <a:noFill/>
        </p:spPr>
      </p:pic>
      <p:pic>
        <p:nvPicPr>
          <p:cNvPr id="29" name="Picture 28"/>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407573" y="4434173"/>
            <a:ext cx="2560320" cy="201012"/>
          </a:xfrm>
          <a:prstGeom prst="rect">
            <a:avLst/>
          </a:prstGeom>
        </p:spPr>
      </p:pic>
    </p:spTree>
    <p:extLst>
      <p:ext uri="{BB962C8B-B14F-4D97-AF65-F5344CB8AC3E}">
        <p14:creationId xmlns:p14="http://schemas.microsoft.com/office/powerpoint/2010/main" val="46840618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userDrawn="1">
  <p:cSld name="Cover1">
    <p:bg>
      <p:bgPr>
        <a:solidFill>
          <a:schemeClr val="bg2"/>
        </a:solidFill>
        <a:effectLst/>
      </p:bgPr>
    </p:bg>
    <p:spTree>
      <p:nvGrpSpPr>
        <p:cNvPr id="1" name=""/>
        <p:cNvGrpSpPr/>
        <p:nvPr/>
      </p:nvGrpSpPr>
      <p:grpSpPr>
        <a:xfrm>
          <a:off x="0" y="0"/>
          <a:ext cx="0" cy="0"/>
          <a:chOff x="0" y="0"/>
          <a:chExt cx="0" cy="0"/>
        </a:xfrm>
      </p:grpSpPr>
      <p:sp>
        <p:nvSpPr>
          <p:cNvPr id="11" name="Title 1"/>
          <p:cNvSpPr>
            <a:spLocks noGrp="1"/>
          </p:cNvSpPr>
          <p:nvPr>
            <p:ph type="ctrTitle" hasCustomPrompt="1"/>
          </p:nvPr>
        </p:nvSpPr>
        <p:spPr>
          <a:xfrm>
            <a:off x="407988" y="3068960"/>
            <a:ext cx="4967932" cy="7207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oAutofit/>
          </a:bodyPr>
          <a:lstStyle>
            <a:lvl1pPr>
              <a:lnSpc>
                <a:spcPts val="3000"/>
              </a:lnSpc>
              <a:defRPr lang="en-US" sz="2600" b="0" dirty="0">
                <a:solidFill>
                  <a:srgbClr val="0070AD"/>
                </a:solidFill>
              </a:defRPr>
            </a:lvl1pPr>
          </a:lstStyle>
          <a:p>
            <a:pPr marL="0" lvl="0"/>
            <a:r>
              <a:rPr lang="en-US" dirty="0"/>
              <a:t>Click to insert title</a:t>
            </a:r>
          </a:p>
        </p:txBody>
      </p:sp>
      <p:sp>
        <p:nvSpPr>
          <p:cNvPr id="12" name="Subtitle 2"/>
          <p:cNvSpPr>
            <a:spLocks noGrp="1"/>
          </p:cNvSpPr>
          <p:nvPr>
            <p:ph type="subTitle" idx="1" hasCustomPrompt="1"/>
          </p:nvPr>
        </p:nvSpPr>
        <p:spPr>
          <a:xfrm>
            <a:off x="407988" y="3932559"/>
            <a:ext cx="4967932" cy="12239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marL="0" marR="0" indent="0" algn="l" defTabSz="914400" rtl="0" eaLnBrk="1" fontAlgn="auto" latinLnBrk="0" hangingPunct="1">
              <a:lnSpc>
                <a:spcPts val="1800"/>
              </a:lnSpc>
              <a:spcBef>
                <a:spcPts val="600"/>
              </a:spcBef>
              <a:spcAft>
                <a:spcPts val="0"/>
              </a:spcAft>
              <a:buClrTx/>
              <a:buSzTx/>
              <a:buFont typeface="Arial" panose="020B0604020202020204" pitchFamily="34" charset="0"/>
              <a:buNone/>
              <a:tabLst/>
              <a:defRPr lang="en-US" sz="1600" dirty="0">
                <a:solidFill>
                  <a:srgbClr val="0070AD"/>
                </a:solidFill>
              </a:defRPr>
            </a:lvl1pPr>
          </a:lstStyle>
          <a:p>
            <a:pPr marL="0" lvl="0"/>
            <a:r>
              <a:rPr lang="en-US" dirty="0"/>
              <a:t>Click to insert presenter, location, and date</a:t>
            </a:r>
          </a:p>
        </p:txBody>
      </p:sp>
      <p:pic>
        <p:nvPicPr>
          <p:cNvPr id="7" name="Graphic 9">
            <a:extLst>
              <a:ext uri="{FF2B5EF4-FFF2-40B4-BE49-F238E27FC236}">
                <a16:creationId xmlns:a16="http://schemas.microsoft.com/office/drawing/2014/main" id="{C3D2EC56-D17C-4A75-8178-C69397BC735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07988" y="6101472"/>
            <a:ext cx="2286000" cy="510013"/>
          </a:xfrm>
          <a:prstGeom prst="rect">
            <a:avLst/>
          </a:prstGeom>
        </p:spPr>
      </p:pic>
      <p:sp>
        <p:nvSpPr>
          <p:cNvPr id="10" name="Freeform 7"/>
          <p:cNvSpPr>
            <a:spLocks/>
          </p:cNvSpPr>
          <p:nvPr userDrawn="1"/>
        </p:nvSpPr>
        <p:spPr bwMode="auto">
          <a:xfrm>
            <a:off x="9518650" y="6842125"/>
            <a:ext cx="107950" cy="15875"/>
          </a:xfrm>
          <a:custGeom>
            <a:avLst/>
            <a:gdLst>
              <a:gd name="T0" fmla="*/ 0 w 34"/>
              <a:gd name="T1" fmla="*/ 5 h 5"/>
              <a:gd name="T2" fmla="*/ 13 w 34"/>
              <a:gd name="T3" fmla="*/ 3 h 5"/>
              <a:gd name="T4" fmla="*/ 34 w 34"/>
              <a:gd name="T5" fmla="*/ 0 h 5"/>
              <a:gd name="T6" fmla="*/ 34 w 34"/>
              <a:gd name="T7" fmla="*/ 5 h 5"/>
              <a:gd name="T8" fmla="*/ 0 w 34"/>
              <a:gd name="T9" fmla="*/ 5 h 5"/>
            </a:gdLst>
            <a:ahLst/>
            <a:cxnLst>
              <a:cxn ang="0">
                <a:pos x="T0" y="T1"/>
              </a:cxn>
              <a:cxn ang="0">
                <a:pos x="T2" y="T3"/>
              </a:cxn>
              <a:cxn ang="0">
                <a:pos x="T4" y="T5"/>
              </a:cxn>
              <a:cxn ang="0">
                <a:pos x="T6" y="T7"/>
              </a:cxn>
              <a:cxn ang="0">
                <a:pos x="T8" y="T9"/>
              </a:cxn>
            </a:cxnLst>
            <a:rect l="0" t="0" r="r" b="b"/>
            <a:pathLst>
              <a:path w="34" h="5">
                <a:moveTo>
                  <a:pt x="0" y="5"/>
                </a:moveTo>
                <a:cubicBezTo>
                  <a:pt x="4" y="4"/>
                  <a:pt x="9" y="3"/>
                  <a:pt x="13" y="3"/>
                </a:cubicBezTo>
                <a:cubicBezTo>
                  <a:pt x="20" y="2"/>
                  <a:pt x="27" y="1"/>
                  <a:pt x="34" y="0"/>
                </a:cubicBezTo>
                <a:cubicBezTo>
                  <a:pt x="34" y="1"/>
                  <a:pt x="34" y="3"/>
                  <a:pt x="34" y="5"/>
                </a:cubicBezTo>
                <a:cubicBezTo>
                  <a:pt x="23" y="5"/>
                  <a:pt x="11" y="5"/>
                  <a:pt x="0" y="5"/>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3" name="Freeform 5"/>
          <p:cNvSpPr>
            <a:spLocks/>
          </p:cNvSpPr>
          <p:nvPr userDrawn="1"/>
        </p:nvSpPr>
        <p:spPr bwMode="auto">
          <a:xfrm>
            <a:off x="5130800" y="0"/>
            <a:ext cx="7061200" cy="6861175"/>
          </a:xfrm>
          <a:custGeom>
            <a:avLst/>
            <a:gdLst>
              <a:gd name="T0" fmla="*/ 2190 w 2224"/>
              <a:gd name="T1" fmla="*/ 2161 h 2161"/>
              <a:gd name="T2" fmla="*/ 2158 w 2224"/>
              <a:gd name="T3" fmla="*/ 2161 h 2161"/>
              <a:gd name="T4" fmla="*/ 2149 w 2224"/>
              <a:gd name="T5" fmla="*/ 2159 h 2161"/>
              <a:gd name="T6" fmla="*/ 2087 w 2224"/>
              <a:gd name="T7" fmla="*/ 2151 h 2161"/>
              <a:gd name="T8" fmla="*/ 1957 w 2224"/>
              <a:gd name="T9" fmla="*/ 2117 h 2161"/>
              <a:gd name="T10" fmla="*/ 1701 w 2224"/>
              <a:gd name="T11" fmla="*/ 2001 h 2161"/>
              <a:gd name="T12" fmla="*/ 1396 w 2224"/>
              <a:gd name="T13" fmla="*/ 1804 h 2161"/>
              <a:gd name="T14" fmla="*/ 1172 w 2224"/>
              <a:gd name="T15" fmla="*/ 1625 h 2161"/>
              <a:gd name="T16" fmla="*/ 1099 w 2224"/>
              <a:gd name="T17" fmla="*/ 1563 h 2161"/>
              <a:gd name="T18" fmla="*/ 1091 w 2224"/>
              <a:gd name="T19" fmla="*/ 1557 h 2161"/>
              <a:gd name="T20" fmla="*/ 1097 w 2224"/>
              <a:gd name="T21" fmla="*/ 1547 h 2161"/>
              <a:gd name="T22" fmla="*/ 1121 w 2224"/>
              <a:gd name="T23" fmla="*/ 1500 h 2161"/>
              <a:gd name="T24" fmla="*/ 1169 w 2224"/>
              <a:gd name="T25" fmla="*/ 1345 h 2161"/>
              <a:gd name="T26" fmla="*/ 1161 w 2224"/>
              <a:gd name="T27" fmla="*/ 1234 h 2161"/>
              <a:gd name="T28" fmla="*/ 1087 w 2224"/>
              <a:gd name="T29" fmla="*/ 1109 h 2161"/>
              <a:gd name="T30" fmla="*/ 965 w 2224"/>
              <a:gd name="T31" fmla="*/ 1010 h 2161"/>
              <a:gd name="T32" fmla="*/ 752 w 2224"/>
              <a:gd name="T33" fmla="*/ 895 h 2161"/>
              <a:gd name="T34" fmla="*/ 489 w 2224"/>
              <a:gd name="T35" fmla="*/ 779 h 2161"/>
              <a:gd name="T36" fmla="*/ 347 w 2224"/>
              <a:gd name="T37" fmla="*/ 718 h 2161"/>
              <a:gd name="T38" fmla="*/ 170 w 2224"/>
              <a:gd name="T39" fmla="*/ 607 h 2161"/>
              <a:gd name="T40" fmla="*/ 54 w 2224"/>
              <a:gd name="T41" fmla="*/ 466 h 2161"/>
              <a:gd name="T42" fmla="*/ 2 w 2224"/>
              <a:gd name="T43" fmla="*/ 243 h 2161"/>
              <a:gd name="T44" fmla="*/ 16 w 2224"/>
              <a:gd name="T45" fmla="*/ 132 h 2161"/>
              <a:gd name="T46" fmla="*/ 65 w 2224"/>
              <a:gd name="T47" fmla="*/ 0 h 2161"/>
              <a:gd name="T48" fmla="*/ 2224 w 2224"/>
              <a:gd name="T49" fmla="*/ 0 h 2161"/>
              <a:gd name="T50" fmla="*/ 2224 w 2224"/>
              <a:gd name="T51" fmla="*/ 2156 h 2161"/>
              <a:gd name="T52" fmla="*/ 2203 w 2224"/>
              <a:gd name="T53" fmla="*/ 2159 h 2161"/>
              <a:gd name="T54" fmla="*/ 2190 w 2224"/>
              <a:gd name="T55" fmla="*/ 2161 h 2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224" h="2161">
                <a:moveTo>
                  <a:pt x="2190" y="2161"/>
                </a:moveTo>
                <a:cubicBezTo>
                  <a:pt x="2179" y="2161"/>
                  <a:pt x="2169" y="2161"/>
                  <a:pt x="2158" y="2161"/>
                </a:cubicBezTo>
                <a:cubicBezTo>
                  <a:pt x="2155" y="2160"/>
                  <a:pt x="2152" y="2159"/>
                  <a:pt x="2149" y="2159"/>
                </a:cubicBezTo>
                <a:cubicBezTo>
                  <a:pt x="2128" y="2156"/>
                  <a:pt x="2108" y="2155"/>
                  <a:pt x="2087" y="2151"/>
                </a:cubicBezTo>
                <a:cubicBezTo>
                  <a:pt x="2043" y="2144"/>
                  <a:pt x="1999" y="2132"/>
                  <a:pt x="1957" y="2117"/>
                </a:cubicBezTo>
                <a:cubicBezTo>
                  <a:pt x="1868" y="2087"/>
                  <a:pt x="1783" y="2047"/>
                  <a:pt x="1701" y="2001"/>
                </a:cubicBezTo>
                <a:cubicBezTo>
                  <a:pt x="1595" y="1943"/>
                  <a:pt x="1494" y="1876"/>
                  <a:pt x="1396" y="1804"/>
                </a:cubicBezTo>
                <a:cubicBezTo>
                  <a:pt x="1319" y="1747"/>
                  <a:pt x="1244" y="1688"/>
                  <a:pt x="1172" y="1625"/>
                </a:cubicBezTo>
                <a:cubicBezTo>
                  <a:pt x="1148" y="1604"/>
                  <a:pt x="1123" y="1584"/>
                  <a:pt x="1099" y="1563"/>
                </a:cubicBezTo>
                <a:cubicBezTo>
                  <a:pt x="1096" y="1561"/>
                  <a:pt x="1094" y="1559"/>
                  <a:pt x="1091" y="1557"/>
                </a:cubicBezTo>
                <a:cubicBezTo>
                  <a:pt x="1094" y="1553"/>
                  <a:pt x="1095" y="1550"/>
                  <a:pt x="1097" y="1547"/>
                </a:cubicBezTo>
                <a:cubicBezTo>
                  <a:pt x="1105" y="1531"/>
                  <a:pt x="1113" y="1516"/>
                  <a:pt x="1121" y="1500"/>
                </a:cubicBezTo>
                <a:cubicBezTo>
                  <a:pt x="1145" y="1451"/>
                  <a:pt x="1163" y="1400"/>
                  <a:pt x="1169" y="1345"/>
                </a:cubicBezTo>
                <a:cubicBezTo>
                  <a:pt x="1174" y="1307"/>
                  <a:pt x="1171" y="1270"/>
                  <a:pt x="1161" y="1234"/>
                </a:cubicBezTo>
                <a:cubicBezTo>
                  <a:pt x="1147" y="1186"/>
                  <a:pt x="1120" y="1145"/>
                  <a:pt x="1087" y="1109"/>
                </a:cubicBezTo>
                <a:cubicBezTo>
                  <a:pt x="1051" y="1070"/>
                  <a:pt x="1009" y="1039"/>
                  <a:pt x="965" y="1010"/>
                </a:cubicBezTo>
                <a:cubicBezTo>
                  <a:pt x="897" y="966"/>
                  <a:pt x="825" y="929"/>
                  <a:pt x="752" y="895"/>
                </a:cubicBezTo>
                <a:cubicBezTo>
                  <a:pt x="665" y="854"/>
                  <a:pt x="577" y="817"/>
                  <a:pt x="489" y="779"/>
                </a:cubicBezTo>
                <a:cubicBezTo>
                  <a:pt x="441" y="759"/>
                  <a:pt x="394" y="740"/>
                  <a:pt x="347" y="718"/>
                </a:cubicBezTo>
                <a:cubicBezTo>
                  <a:pt x="283" y="689"/>
                  <a:pt x="224" y="653"/>
                  <a:pt x="170" y="607"/>
                </a:cubicBezTo>
                <a:cubicBezTo>
                  <a:pt x="123" y="567"/>
                  <a:pt x="83" y="521"/>
                  <a:pt x="54" y="466"/>
                </a:cubicBezTo>
                <a:cubicBezTo>
                  <a:pt x="16" y="396"/>
                  <a:pt x="0" y="322"/>
                  <a:pt x="2" y="243"/>
                </a:cubicBezTo>
                <a:cubicBezTo>
                  <a:pt x="3" y="206"/>
                  <a:pt x="8" y="169"/>
                  <a:pt x="16" y="132"/>
                </a:cubicBezTo>
                <a:cubicBezTo>
                  <a:pt x="27" y="86"/>
                  <a:pt x="43" y="42"/>
                  <a:pt x="65" y="0"/>
                </a:cubicBezTo>
                <a:cubicBezTo>
                  <a:pt x="784" y="0"/>
                  <a:pt x="1504" y="0"/>
                  <a:pt x="2224" y="0"/>
                </a:cubicBezTo>
                <a:cubicBezTo>
                  <a:pt x="2224" y="719"/>
                  <a:pt x="2224" y="1437"/>
                  <a:pt x="2224" y="2156"/>
                </a:cubicBezTo>
                <a:cubicBezTo>
                  <a:pt x="2217" y="2157"/>
                  <a:pt x="2210" y="2158"/>
                  <a:pt x="2203" y="2159"/>
                </a:cubicBezTo>
                <a:cubicBezTo>
                  <a:pt x="2199" y="2159"/>
                  <a:pt x="2194" y="2160"/>
                  <a:pt x="2190" y="2161"/>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de-DE"/>
          </a:p>
        </p:txBody>
      </p:sp>
    </p:spTree>
    <p:extLst>
      <p:ext uri="{BB962C8B-B14F-4D97-AF65-F5344CB8AC3E}">
        <p14:creationId xmlns:p14="http://schemas.microsoft.com/office/powerpoint/2010/main" val="3543976067"/>
      </p:ext>
    </p:extLst>
  </p:cSld>
  <p:clrMapOvr>
    <a:masterClrMapping/>
  </p:clrMapOvr>
  <p:extLst>
    <p:ext uri="{DCECCB84-F9BA-43D5-87BE-67443E8EF086}">
      <p15:sldGuideLst xmlns:p15="http://schemas.microsoft.com/office/powerpoint/2012/main">
        <p15:guide id="3" pos="7219">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Cover2">
    <p:bg>
      <p:bgPr>
        <a:solidFill>
          <a:schemeClr val="bg2"/>
        </a:solidFill>
        <a:effectLst/>
      </p:bgPr>
    </p:bg>
    <p:spTree>
      <p:nvGrpSpPr>
        <p:cNvPr id="1" name=""/>
        <p:cNvGrpSpPr/>
        <p:nvPr/>
      </p:nvGrpSpPr>
      <p:grpSpPr>
        <a:xfrm>
          <a:off x="0" y="0"/>
          <a:ext cx="0" cy="0"/>
          <a:chOff x="0" y="0"/>
          <a:chExt cx="0" cy="0"/>
        </a:xfrm>
      </p:grpSpPr>
      <p:graphicFrame>
        <p:nvGraphicFramePr>
          <p:cNvPr id="11" name="Object 10" hidden="1"/>
          <p:cNvGraphicFramePr>
            <a:graphicFrameLocks noChangeAspect="1"/>
          </p:cNvGraphicFramePr>
          <p:nvPr userDrawn="1">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51650" name="think-cell Slide" r:id="rId4" imgW="270" imgH="270" progId="TCLayout.ActiveDocument.1">
                  <p:embed/>
                </p:oleObj>
              </mc:Choice>
              <mc:Fallback>
                <p:oleObj name="think-cell Slide" r:id="rId4" imgW="270" imgH="270" progId="TCLayout.ActiveDocument.1">
                  <p:embed/>
                  <p:pic>
                    <p:nvPicPr>
                      <p:cNvPr id="11" name="Object 10"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0" name="Freeform 5"/>
          <p:cNvSpPr>
            <a:spLocks/>
          </p:cNvSpPr>
          <p:nvPr userDrawn="1"/>
        </p:nvSpPr>
        <p:spPr bwMode="auto">
          <a:xfrm>
            <a:off x="2238375" y="927100"/>
            <a:ext cx="9953625" cy="5930900"/>
          </a:xfrm>
          <a:custGeom>
            <a:avLst/>
            <a:gdLst>
              <a:gd name="T0" fmla="*/ 2651 w 2651"/>
              <a:gd name="T1" fmla="*/ 1579 h 1579"/>
              <a:gd name="T2" fmla="*/ 77 w 2651"/>
              <a:gd name="T3" fmla="*/ 1579 h 1579"/>
              <a:gd name="T4" fmla="*/ 74 w 2651"/>
              <a:gd name="T5" fmla="*/ 1571 h 1579"/>
              <a:gd name="T6" fmla="*/ 19 w 2651"/>
              <a:gd name="T7" fmla="*/ 1324 h 1579"/>
              <a:gd name="T8" fmla="*/ 2 w 2651"/>
              <a:gd name="T9" fmla="*/ 1163 h 1579"/>
              <a:gd name="T10" fmla="*/ 0 w 2651"/>
              <a:gd name="T11" fmla="*/ 1129 h 1579"/>
              <a:gd name="T12" fmla="*/ 0 w 2651"/>
              <a:gd name="T13" fmla="*/ 1054 h 1579"/>
              <a:gd name="T14" fmla="*/ 1 w 2651"/>
              <a:gd name="T15" fmla="*/ 1048 h 1579"/>
              <a:gd name="T16" fmla="*/ 5 w 2651"/>
              <a:gd name="T17" fmla="*/ 973 h 1579"/>
              <a:gd name="T18" fmla="*/ 29 w 2651"/>
              <a:gd name="T19" fmla="*/ 824 h 1579"/>
              <a:gd name="T20" fmla="*/ 141 w 2651"/>
              <a:gd name="T21" fmla="*/ 541 h 1579"/>
              <a:gd name="T22" fmla="*/ 316 w 2651"/>
              <a:gd name="T23" fmla="*/ 309 h 1579"/>
              <a:gd name="T24" fmla="*/ 432 w 2651"/>
              <a:gd name="T25" fmla="*/ 200 h 1579"/>
              <a:gd name="T26" fmla="*/ 625 w 2651"/>
              <a:gd name="T27" fmla="*/ 56 h 1579"/>
              <a:gd name="T28" fmla="*/ 712 w 2651"/>
              <a:gd name="T29" fmla="*/ 0 h 1579"/>
              <a:gd name="T30" fmla="*/ 714 w 2651"/>
              <a:gd name="T31" fmla="*/ 0 h 1579"/>
              <a:gd name="T32" fmla="*/ 718 w 2651"/>
              <a:gd name="T33" fmla="*/ 3 h 1579"/>
              <a:gd name="T34" fmla="*/ 921 w 2651"/>
              <a:gd name="T35" fmla="*/ 110 h 1579"/>
              <a:gd name="T36" fmla="*/ 1211 w 2651"/>
              <a:gd name="T37" fmla="*/ 250 h 1579"/>
              <a:gd name="T38" fmla="*/ 1535 w 2651"/>
              <a:gd name="T39" fmla="*/ 384 h 1579"/>
              <a:gd name="T40" fmla="*/ 1706 w 2651"/>
              <a:gd name="T41" fmla="*/ 443 h 1579"/>
              <a:gd name="T42" fmla="*/ 2045 w 2651"/>
              <a:gd name="T43" fmla="*/ 528 h 1579"/>
              <a:gd name="T44" fmla="*/ 2329 w 2651"/>
              <a:gd name="T45" fmla="*/ 552 h 1579"/>
              <a:gd name="T46" fmla="*/ 2421 w 2651"/>
              <a:gd name="T47" fmla="*/ 546 h 1579"/>
              <a:gd name="T48" fmla="*/ 2639 w 2651"/>
              <a:gd name="T49" fmla="*/ 486 h 1579"/>
              <a:gd name="T50" fmla="*/ 2651 w 2651"/>
              <a:gd name="T51" fmla="*/ 493 h 1579"/>
              <a:gd name="T52" fmla="*/ 2651 w 2651"/>
              <a:gd name="T53" fmla="*/ 1569 h 1579"/>
              <a:gd name="T54" fmla="*/ 2651 w 2651"/>
              <a:gd name="T55" fmla="*/ 1579 h 15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651" h="1579">
                <a:moveTo>
                  <a:pt x="2651" y="1579"/>
                </a:moveTo>
                <a:cubicBezTo>
                  <a:pt x="1793" y="1579"/>
                  <a:pt x="935" y="1579"/>
                  <a:pt x="77" y="1579"/>
                </a:cubicBezTo>
                <a:cubicBezTo>
                  <a:pt x="76" y="1576"/>
                  <a:pt x="75" y="1574"/>
                  <a:pt x="74" y="1571"/>
                </a:cubicBezTo>
                <a:cubicBezTo>
                  <a:pt x="51" y="1490"/>
                  <a:pt x="32" y="1407"/>
                  <a:pt x="19" y="1324"/>
                </a:cubicBezTo>
                <a:cubicBezTo>
                  <a:pt x="10" y="1270"/>
                  <a:pt x="5" y="1217"/>
                  <a:pt x="2" y="1163"/>
                </a:cubicBezTo>
                <a:cubicBezTo>
                  <a:pt x="1" y="1152"/>
                  <a:pt x="2" y="1140"/>
                  <a:pt x="0" y="1129"/>
                </a:cubicBezTo>
                <a:cubicBezTo>
                  <a:pt x="0" y="1104"/>
                  <a:pt x="0" y="1079"/>
                  <a:pt x="0" y="1054"/>
                </a:cubicBezTo>
                <a:cubicBezTo>
                  <a:pt x="0" y="1052"/>
                  <a:pt x="1" y="1050"/>
                  <a:pt x="1" y="1048"/>
                </a:cubicBezTo>
                <a:cubicBezTo>
                  <a:pt x="1" y="1023"/>
                  <a:pt x="3" y="998"/>
                  <a:pt x="5" y="973"/>
                </a:cubicBezTo>
                <a:cubicBezTo>
                  <a:pt x="10" y="923"/>
                  <a:pt x="18" y="873"/>
                  <a:pt x="29" y="824"/>
                </a:cubicBezTo>
                <a:cubicBezTo>
                  <a:pt x="53" y="724"/>
                  <a:pt x="90" y="630"/>
                  <a:pt x="141" y="541"/>
                </a:cubicBezTo>
                <a:cubicBezTo>
                  <a:pt x="190" y="457"/>
                  <a:pt x="249" y="380"/>
                  <a:pt x="316" y="309"/>
                </a:cubicBezTo>
                <a:cubicBezTo>
                  <a:pt x="352" y="271"/>
                  <a:pt x="391" y="235"/>
                  <a:pt x="432" y="200"/>
                </a:cubicBezTo>
                <a:cubicBezTo>
                  <a:pt x="493" y="148"/>
                  <a:pt x="558" y="100"/>
                  <a:pt x="625" y="56"/>
                </a:cubicBezTo>
                <a:cubicBezTo>
                  <a:pt x="653" y="37"/>
                  <a:pt x="683" y="19"/>
                  <a:pt x="712" y="0"/>
                </a:cubicBezTo>
                <a:cubicBezTo>
                  <a:pt x="712" y="0"/>
                  <a:pt x="713" y="0"/>
                  <a:pt x="714" y="0"/>
                </a:cubicBezTo>
                <a:cubicBezTo>
                  <a:pt x="715" y="1"/>
                  <a:pt x="717" y="2"/>
                  <a:pt x="718" y="3"/>
                </a:cubicBezTo>
                <a:cubicBezTo>
                  <a:pt x="785" y="39"/>
                  <a:pt x="853" y="75"/>
                  <a:pt x="921" y="110"/>
                </a:cubicBezTo>
                <a:cubicBezTo>
                  <a:pt x="1017" y="159"/>
                  <a:pt x="1113" y="206"/>
                  <a:pt x="1211" y="250"/>
                </a:cubicBezTo>
                <a:cubicBezTo>
                  <a:pt x="1318" y="298"/>
                  <a:pt x="1425" y="344"/>
                  <a:pt x="1535" y="384"/>
                </a:cubicBezTo>
                <a:cubicBezTo>
                  <a:pt x="1591" y="405"/>
                  <a:pt x="1648" y="425"/>
                  <a:pt x="1706" y="443"/>
                </a:cubicBezTo>
                <a:cubicBezTo>
                  <a:pt x="1817" y="478"/>
                  <a:pt x="1930" y="508"/>
                  <a:pt x="2045" y="528"/>
                </a:cubicBezTo>
                <a:cubicBezTo>
                  <a:pt x="2139" y="544"/>
                  <a:pt x="2234" y="554"/>
                  <a:pt x="2329" y="552"/>
                </a:cubicBezTo>
                <a:cubicBezTo>
                  <a:pt x="2360" y="551"/>
                  <a:pt x="2390" y="549"/>
                  <a:pt x="2421" y="546"/>
                </a:cubicBezTo>
                <a:cubicBezTo>
                  <a:pt x="2497" y="537"/>
                  <a:pt x="2570" y="519"/>
                  <a:pt x="2639" y="486"/>
                </a:cubicBezTo>
                <a:cubicBezTo>
                  <a:pt x="2651" y="480"/>
                  <a:pt x="2651" y="479"/>
                  <a:pt x="2651" y="493"/>
                </a:cubicBezTo>
                <a:cubicBezTo>
                  <a:pt x="2651" y="852"/>
                  <a:pt x="2651" y="1210"/>
                  <a:pt x="2651" y="1569"/>
                </a:cubicBezTo>
                <a:cubicBezTo>
                  <a:pt x="2651" y="1572"/>
                  <a:pt x="2651" y="1576"/>
                  <a:pt x="2651" y="1579"/>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de-DE"/>
          </a:p>
        </p:txBody>
      </p:sp>
      <p:pic>
        <p:nvPicPr>
          <p:cNvPr id="5" name="Graphic 9">
            <a:extLst>
              <a:ext uri="{FF2B5EF4-FFF2-40B4-BE49-F238E27FC236}">
                <a16:creationId xmlns:a16="http://schemas.microsoft.com/office/drawing/2014/main" id="{C3D2EC56-D17C-4A75-8178-C69397BC7353}"/>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407988" y="404813"/>
            <a:ext cx="2286000" cy="510013"/>
          </a:xfrm>
          <a:prstGeom prst="rect">
            <a:avLst/>
          </a:prstGeom>
        </p:spPr>
      </p:pic>
      <p:sp>
        <p:nvSpPr>
          <p:cNvPr id="14" name="Text Placeholder 13">
            <a:extLst>
              <a:ext uri="{FF2B5EF4-FFF2-40B4-BE49-F238E27FC236}">
                <a16:creationId xmlns:a16="http://schemas.microsoft.com/office/drawing/2014/main" id="{4252348C-45B4-48E3-B74B-8E834575C8AA}"/>
              </a:ext>
            </a:extLst>
          </p:cNvPr>
          <p:cNvSpPr>
            <a:spLocks noGrp="1"/>
          </p:cNvSpPr>
          <p:nvPr>
            <p:ph type="body" sz="quarter" idx="10" hasCustomPrompt="1"/>
          </p:nvPr>
        </p:nvSpPr>
        <p:spPr>
          <a:xfrm>
            <a:off x="6384032" y="4157668"/>
            <a:ext cx="5399981" cy="1079500"/>
          </a:xfrm>
        </p:spPr>
        <p:txBody>
          <a:bodyPr anchor="b">
            <a:normAutofit/>
          </a:bodyPr>
          <a:lstStyle>
            <a:lvl1pPr algn="r">
              <a:lnSpc>
                <a:spcPts val="3000"/>
              </a:lnSpc>
              <a:defRPr sz="2600">
                <a:solidFill>
                  <a:schemeClr val="bg1"/>
                </a:solidFill>
              </a:defRPr>
            </a:lvl1pPr>
          </a:lstStyle>
          <a:p>
            <a:pPr lvl="0"/>
            <a:r>
              <a:rPr lang="en-US" dirty="0"/>
              <a:t>Click to insert title</a:t>
            </a:r>
          </a:p>
        </p:txBody>
      </p:sp>
      <p:sp>
        <p:nvSpPr>
          <p:cNvPr id="15" name="Text Placeholder 13">
            <a:extLst>
              <a:ext uri="{FF2B5EF4-FFF2-40B4-BE49-F238E27FC236}">
                <a16:creationId xmlns:a16="http://schemas.microsoft.com/office/drawing/2014/main" id="{97620309-84FF-4D53-AD39-936B55216B4B}"/>
              </a:ext>
            </a:extLst>
          </p:cNvPr>
          <p:cNvSpPr>
            <a:spLocks noGrp="1"/>
          </p:cNvSpPr>
          <p:nvPr>
            <p:ph type="body" sz="quarter" idx="11" hasCustomPrompt="1"/>
          </p:nvPr>
        </p:nvSpPr>
        <p:spPr>
          <a:xfrm>
            <a:off x="6382672" y="5381481"/>
            <a:ext cx="5401341" cy="1079500"/>
          </a:xfrm>
        </p:spPr>
        <p:txBody>
          <a:bodyPr anchor="t">
            <a:normAutofit/>
          </a:bodyPr>
          <a:lstStyle>
            <a:lvl1pPr marL="0" algn="r">
              <a:lnSpc>
                <a:spcPts val="2200"/>
              </a:lnSpc>
              <a:defRPr sz="1800">
                <a:solidFill>
                  <a:schemeClr val="bg1"/>
                </a:solidFill>
              </a:defRPr>
            </a:lvl1pPr>
          </a:lstStyle>
          <a:p>
            <a:pPr marL="0" lvl="0"/>
            <a:r>
              <a:rPr lang="en-US" dirty="0"/>
              <a:t>Click to insert presenter, location, and date</a:t>
            </a:r>
          </a:p>
        </p:txBody>
      </p:sp>
    </p:spTree>
    <p:extLst>
      <p:ext uri="{BB962C8B-B14F-4D97-AF65-F5344CB8AC3E}">
        <p14:creationId xmlns:p14="http://schemas.microsoft.com/office/powerpoint/2010/main" val="170809534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Cover3">
    <p:bg>
      <p:bgPr>
        <a:solidFill>
          <a:schemeClr val="bg2"/>
        </a:solidFill>
        <a:effectLst/>
      </p:bgPr>
    </p:bg>
    <p:spTree>
      <p:nvGrpSpPr>
        <p:cNvPr id="1" name=""/>
        <p:cNvGrpSpPr/>
        <p:nvPr/>
      </p:nvGrpSpPr>
      <p:grpSpPr>
        <a:xfrm>
          <a:off x="0" y="0"/>
          <a:ext cx="0" cy="0"/>
          <a:chOff x="0" y="0"/>
          <a:chExt cx="0" cy="0"/>
        </a:xfrm>
      </p:grpSpPr>
      <p:pic>
        <p:nvPicPr>
          <p:cNvPr id="6" name="Graphic 9">
            <a:extLst>
              <a:ext uri="{FF2B5EF4-FFF2-40B4-BE49-F238E27FC236}">
                <a16:creationId xmlns:a16="http://schemas.microsoft.com/office/drawing/2014/main" id="{C3D2EC56-D17C-4A75-8178-C69397BC735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07988" y="404813"/>
            <a:ext cx="2286000" cy="510013"/>
          </a:xfrm>
          <a:prstGeom prst="rect">
            <a:avLst/>
          </a:prstGeom>
        </p:spPr>
      </p:pic>
      <p:sp>
        <p:nvSpPr>
          <p:cNvPr id="10" name="Text Placeholder 13">
            <a:extLst>
              <a:ext uri="{FF2B5EF4-FFF2-40B4-BE49-F238E27FC236}">
                <a16:creationId xmlns:a16="http://schemas.microsoft.com/office/drawing/2014/main" id="{7D1DC75A-C7A4-44A4-B19C-D445335545B0}"/>
              </a:ext>
            </a:extLst>
          </p:cNvPr>
          <p:cNvSpPr>
            <a:spLocks noGrp="1"/>
          </p:cNvSpPr>
          <p:nvPr userDrawn="1">
            <p:ph type="body" sz="quarter" idx="11" hasCustomPrompt="1"/>
          </p:nvPr>
        </p:nvSpPr>
        <p:spPr>
          <a:xfrm>
            <a:off x="407988" y="2276872"/>
            <a:ext cx="5399980" cy="869950"/>
          </a:xfrm>
        </p:spPr>
        <p:txBody>
          <a:bodyPr lIns="0" tIns="0" rIns="0" bIns="0" anchor="b">
            <a:normAutofit/>
          </a:bodyPr>
          <a:lstStyle>
            <a:lvl1pPr>
              <a:lnSpc>
                <a:spcPts val="3000"/>
              </a:lnSpc>
              <a:defRPr sz="2600">
                <a:solidFill>
                  <a:schemeClr val="tx2"/>
                </a:solidFill>
              </a:defRPr>
            </a:lvl1pPr>
            <a:lvl2pPr>
              <a:defRPr sz="2400">
                <a:solidFill>
                  <a:schemeClr val="bg1"/>
                </a:solidFill>
              </a:defRPr>
            </a:lvl2pPr>
          </a:lstStyle>
          <a:p>
            <a:pPr lvl="0"/>
            <a:r>
              <a:rPr lang="en-US" dirty="0"/>
              <a:t>Click to insert title</a:t>
            </a:r>
            <a:endParaRPr lang="pt-PT" dirty="0"/>
          </a:p>
        </p:txBody>
      </p:sp>
      <p:sp>
        <p:nvSpPr>
          <p:cNvPr id="11" name="Text Placeholder 13">
            <a:extLst>
              <a:ext uri="{FF2B5EF4-FFF2-40B4-BE49-F238E27FC236}">
                <a16:creationId xmlns:a16="http://schemas.microsoft.com/office/drawing/2014/main" id="{563879A0-0979-491A-8758-371BB7AD935B}"/>
              </a:ext>
            </a:extLst>
          </p:cNvPr>
          <p:cNvSpPr>
            <a:spLocks noGrp="1"/>
          </p:cNvSpPr>
          <p:nvPr userDrawn="1">
            <p:ph type="body" sz="quarter" idx="12" hasCustomPrompt="1"/>
          </p:nvPr>
        </p:nvSpPr>
        <p:spPr>
          <a:xfrm>
            <a:off x="407988" y="3261834"/>
            <a:ext cx="5399980" cy="1196340"/>
          </a:xfrm>
        </p:spPr>
        <p:txBody>
          <a:bodyPr lIns="0" tIns="0" rIns="0" bIns="0">
            <a:normAutofit/>
          </a:bodyPr>
          <a:lstStyle>
            <a:lvl1pPr>
              <a:lnSpc>
                <a:spcPts val="1800"/>
              </a:lnSpc>
              <a:defRPr lang="pt-PT" sz="1600" kern="1200" dirty="0">
                <a:solidFill>
                  <a:srgbClr val="0070AD"/>
                </a:solidFill>
                <a:latin typeface="+mn-lt"/>
                <a:ea typeface="+mn-ea"/>
                <a:cs typeface="+mn-cs"/>
              </a:defRPr>
            </a:lvl1pPr>
            <a:lvl2pPr>
              <a:defRPr sz="1600">
                <a:solidFill>
                  <a:schemeClr val="bg1"/>
                </a:solidFill>
              </a:defRPr>
            </a:lvl2pPr>
          </a:lstStyle>
          <a:p>
            <a:pPr marL="0" marR="0" lvl="0" indent="0" algn="l" defTabSz="914400" rtl="0" eaLnBrk="1" fontAlgn="auto" latinLnBrk="0" hangingPunct="1">
              <a:lnSpc>
                <a:spcPts val="1800"/>
              </a:lnSpc>
              <a:spcBef>
                <a:spcPts val="600"/>
              </a:spcBef>
              <a:spcAft>
                <a:spcPts val="0"/>
              </a:spcAft>
              <a:buClrTx/>
              <a:buSzTx/>
              <a:buFont typeface="Arial" panose="020B0604020202020204" pitchFamily="34" charset="0"/>
              <a:buNone/>
              <a:tabLst/>
            </a:pPr>
            <a:r>
              <a:rPr lang="en-US" dirty="0"/>
              <a:t>Click to insert presenter, location, and date</a:t>
            </a:r>
            <a:endParaRPr lang="pt-PT" dirty="0"/>
          </a:p>
        </p:txBody>
      </p:sp>
      <p:sp>
        <p:nvSpPr>
          <p:cNvPr id="4" name="Freeform 11"/>
          <p:cNvSpPr>
            <a:spLocks/>
          </p:cNvSpPr>
          <p:nvPr userDrawn="1"/>
        </p:nvSpPr>
        <p:spPr bwMode="auto">
          <a:xfrm rot="16200000" flipH="1">
            <a:off x="6370124" y="13910"/>
            <a:ext cx="6353908" cy="6326091"/>
          </a:xfrm>
          <a:custGeom>
            <a:avLst/>
            <a:gdLst>
              <a:gd name="T0" fmla="*/ 909 w 1432"/>
              <a:gd name="T1" fmla="*/ 1425 h 1425"/>
              <a:gd name="T2" fmla="*/ 934 w 1432"/>
              <a:gd name="T3" fmla="*/ 0 h 1425"/>
              <a:gd name="T4" fmla="*/ 0 w 1432"/>
              <a:gd name="T5" fmla="*/ 231 h 1425"/>
              <a:gd name="T6" fmla="*/ 0 w 1432"/>
              <a:gd name="T7" fmla="*/ 1425 h 1425"/>
              <a:gd name="T8" fmla="*/ 909 w 1432"/>
              <a:gd name="T9" fmla="*/ 1425 h 1425"/>
            </a:gdLst>
            <a:ahLst/>
            <a:cxnLst>
              <a:cxn ang="0">
                <a:pos x="T0" y="T1"/>
              </a:cxn>
              <a:cxn ang="0">
                <a:pos x="T2" y="T3"/>
              </a:cxn>
              <a:cxn ang="0">
                <a:pos x="T4" y="T5"/>
              </a:cxn>
              <a:cxn ang="0">
                <a:pos x="T6" y="T7"/>
              </a:cxn>
              <a:cxn ang="0">
                <a:pos x="T8" y="T9"/>
              </a:cxn>
            </a:cxnLst>
            <a:rect l="0" t="0" r="r" b="b"/>
            <a:pathLst>
              <a:path w="1432" h="1425">
                <a:moveTo>
                  <a:pt x="909" y="1425"/>
                </a:moveTo>
                <a:cubicBezTo>
                  <a:pt x="1358" y="720"/>
                  <a:pt x="1432" y="301"/>
                  <a:pt x="934" y="0"/>
                </a:cubicBezTo>
                <a:cubicBezTo>
                  <a:pt x="392" y="295"/>
                  <a:pt x="129" y="297"/>
                  <a:pt x="0" y="231"/>
                </a:cubicBezTo>
                <a:cubicBezTo>
                  <a:pt x="0" y="1425"/>
                  <a:pt x="0" y="1425"/>
                  <a:pt x="0" y="1425"/>
                </a:cubicBezTo>
                <a:lnTo>
                  <a:pt x="909" y="1425"/>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endParaRPr lang="en-US" dirty="0"/>
          </a:p>
        </p:txBody>
      </p:sp>
    </p:spTree>
    <p:extLst>
      <p:ext uri="{BB962C8B-B14F-4D97-AF65-F5344CB8AC3E}">
        <p14:creationId xmlns:p14="http://schemas.microsoft.com/office/powerpoint/2010/main" val="131486509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Cover4 (with image)">
    <p:bg>
      <p:bgPr>
        <a:solidFill>
          <a:schemeClr val="bg2"/>
        </a:solidFill>
        <a:effectLst/>
      </p:bgPr>
    </p:bg>
    <p:spTree>
      <p:nvGrpSpPr>
        <p:cNvPr id="1" name=""/>
        <p:cNvGrpSpPr/>
        <p:nvPr/>
      </p:nvGrpSpPr>
      <p:grpSpPr>
        <a:xfrm>
          <a:off x="0" y="0"/>
          <a:ext cx="0" cy="0"/>
          <a:chOff x="0" y="0"/>
          <a:chExt cx="0" cy="0"/>
        </a:xfrm>
      </p:grpSpPr>
      <p:pic>
        <p:nvPicPr>
          <p:cNvPr id="6" name="Graphic 9">
            <a:extLst>
              <a:ext uri="{FF2B5EF4-FFF2-40B4-BE49-F238E27FC236}">
                <a16:creationId xmlns:a16="http://schemas.microsoft.com/office/drawing/2014/main" id="{C3D2EC56-D17C-4A75-8178-C69397BC735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07988" y="404813"/>
            <a:ext cx="2286000" cy="510013"/>
          </a:xfrm>
          <a:prstGeom prst="rect">
            <a:avLst/>
          </a:prstGeom>
        </p:spPr>
      </p:pic>
      <p:sp>
        <p:nvSpPr>
          <p:cNvPr id="10" name="Text Placeholder 13">
            <a:extLst>
              <a:ext uri="{FF2B5EF4-FFF2-40B4-BE49-F238E27FC236}">
                <a16:creationId xmlns:a16="http://schemas.microsoft.com/office/drawing/2014/main" id="{7D1DC75A-C7A4-44A4-B19C-D445335545B0}"/>
              </a:ext>
            </a:extLst>
          </p:cNvPr>
          <p:cNvSpPr>
            <a:spLocks noGrp="1"/>
          </p:cNvSpPr>
          <p:nvPr userDrawn="1">
            <p:ph type="body" sz="quarter" idx="11" hasCustomPrompt="1"/>
          </p:nvPr>
        </p:nvSpPr>
        <p:spPr>
          <a:xfrm>
            <a:off x="407988" y="3555553"/>
            <a:ext cx="5399980" cy="869950"/>
          </a:xfrm>
        </p:spPr>
        <p:txBody>
          <a:bodyPr lIns="0" tIns="0" rIns="0" bIns="0" anchor="b">
            <a:normAutofit/>
          </a:bodyPr>
          <a:lstStyle>
            <a:lvl1pPr>
              <a:lnSpc>
                <a:spcPts val="3000"/>
              </a:lnSpc>
              <a:defRPr sz="2600">
                <a:solidFill>
                  <a:schemeClr val="tx2"/>
                </a:solidFill>
              </a:defRPr>
            </a:lvl1pPr>
            <a:lvl2pPr>
              <a:defRPr sz="2400">
                <a:solidFill>
                  <a:schemeClr val="bg1"/>
                </a:solidFill>
              </a:defRPr>
            </a:lvl2pPr>
          </a:lstStyle>
          <a:p>
            <a:pPr lvl="0"/>
            <a:r>
              <a:rPr lang="en-US" dirty="0"/>
              <a:t>Click to insert title</a:t>
            </a:r>
            <a:endParaRPr lang="pt-PT" dirty="0"/>
          </a:p>
        </p:txBody>
      </p:sp>
      <p:sp>
        <p:nvSpPr>
          <p:cNvPr id="11" name="Text Placeholder 13">
            <a:extLst>
              <a:ext uri="{FF2B5EF4-FFF2-40B4-BE49-F238E27FC236}">
                <a16:creationId xmlns:a16="http://schemas.microsoft.com/office/drawing/2014/main" id="{563879A0-0979-491A-8758-371BB7AD935B}"/>
              </a:ext>
            </a:extLst>
          </p:cNvPr>
          <p:cNvSpPr>
            <a:spLocks noGrp="1"/>
          </p:cNvSpPr>
          <p:nvPr userDrawn="1">
            <p:ph type="body" sz="quarter" idx="12" hasCustomPrompt="1"/>
          </p:nvPr>
        </p:nvSpPr>
        <p:spPr>
          <a:xfrm>
            <a:off x="407988" y="4540515"/>
            <a:ext cx="5399980" cy="1196340"/>
          </a:xfrm>
        </p:spPr>
        <p:txBody>
          <a:bodyPr lIns="0" tIns="0" rIns="0" bIns="0">
            <a:normAutofit/>
          </a:bodyPr>
          <a:lstStyle>
            <a:lvl1pPr>
              <a:lnSpc>
                <a:spcPts val="1800"/>
              </a:lnSpc>
              <a:defRPr sz="1600">
                <a:solidFill>
                  <a:schemeClr val="accent2"/>
                </a:solidFill>
              </a:defRPr>
            </a:lvl1pPr>
            <a:lvl2pPr>
              <a:defRPr sz="1600">
                <a:solidFill>
                  <a:schemeClr val="bg1"/>
                </a:solidFill>
              </a:defRPr>
            </a:lvl2pPr>
          </a:lstStyle>
          <a:p>
            <a:pPr lvl="0"/>
            <a:r>
              <a:rPr lang="en-US" dirty="0"/>
              <a:t>Click to insert presenter, location, and date</a:t>
            </a:r>
            <a:endParaRPr lang="pt-PT" dirty="0"/>
          </a:p>
        </p:txBody>
      </p:sp>
      <p:sp>
        <p:nvSpPr>
          <p:cNvPr id="9" name="Freeform 8"/>
          <p:cNvSpPr>
            <a:spLocks/>
          </p:cNvSpPr>
          <p:nvPr userDrawn="1"/>
        </p:nvSpPr>
        <p:spPr bwMode="auto">
          <a:xfrm rot="16200000" flipH="1">
            <a:off x="6452111" y="-68077"/>
            <a:ext cx="5668785" cy="5804940"/>
          </a:xfrm>
          <a:custGeom>
            <a:avLst/>
            <a:gdLst>
              <a:gd name="connsiteX0" fmla="*/ 0 w 5668785"/>
              <a:gd name="connsiteY0" fmla="*/ 1025493 h 5804940"/>
              <a:gd name="connsiteX1" fmla="*/ 0 w 5668785"/>
              <a:gd name="connsiteY1" fmla="*/ 5780147 h 5804940"/>
              <a:gd name="connsiteX2" fmla="*/ 0 w 5668785"/>
              <a:gd name="connsiteY2" fmla="*/ 5804940 h 5804940"/>
              <a:gd name="connsiteX3" fmla="*/ 4356105 w 5668785"/>
              <a:gd name="connsiteY3" fmla="*/ 5804940 h 5804940"/>
              <a:gd name="connsiteX4" fmla="*/ 4387147 w 5668785"/>
              <a:gd name="connsiteY4" fmla="*/ 5753960 h 5804940"/>
              <a:gd name="connsiteX5" fmla="*/ 4144239 w 5668785"/>
              <a:gd name="connsiteY5" fmla="*/ 0 h 5804940"/>
              <a:gd name="connsiteX6" fmla="*/ 0 w 5668785"/>
              <a:gd name="connsiteY6" fmla="*/ 1025493 h 5804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68785" h="5804940">
                <a:moveTo>
                  <a:pt x="0" y="1025493"/>
                </a:moveTo>
                <a:cubicBezTo>
                  <a:pt x="0" y="3841436"/>
                  <a:pt x="0" y="5161410"/>
                  <a:pt x="0" y="5780147"/>
                </a:cubicBezTo>
                <a:lnTo>
                  <a:pt x="0" y="5804940"/>
                </a:lnTo>
                <a:lnTo>
                  <a:pt x="4356105" y="5804940"/>
                </a:lnTo>
                <a:lnTo>
                  <a:pt x="4387147" y="5753960"/>
                </a:lnTo>
                <a:cubicBezTo>
                  <a:pt x="6056693" y="2965876"/>
                  <a:pt x="6215804" y="1252733"/>
                  <a:pt x="4144239" y="0"/>
                </a:cubicBezTo>
                <a:cubicBezTo>
                  <a:pt x="1739338" y="1309612"/>
                  <a:pt x="572384" y="1318491"/>
                  <a:pt x="0" y="1025493"/>
                </a:cubicBezTo>
                <a:close/>
              </a:path>
            </a:pathLst>
          </a:custGeom>
          <a:solidFill>
            <a:schemeClr val="accent4"/>
          </a:solidFill>
          <a:ln>
            <a:noFill/>
          </a:ln>
        </p:spPr>
        <p:txBody>
          <a:bodyPr vert="horz" wrap="square" lIns="91440" tIns="45720" rIns="91440" bIns="45720" numCol="1" anchor="t" anchorCtr="0" compatLnSpc="1">
            <a:prstTxWarp prst="textNoShape">
              <a:avLst/>
            </a:prstTxWarp>
            <a:noAutofit/>
          </a:bodyPr>
          <a:lstStyle/>
          <a:p>
            <a:endParaRPr lang="en-US" dirty="0"/>
          </a:p>
        </p:txBody>
      </p:sp>
    </p:spTree>
    <p:extLst>
      <p:ext uri="{BB962C8B-B14F-4D97-AF65-F5344CB8AC3E}">
        <p14:creationId xmlns:p14="http://schemas.microsoft.com/office/powerpoint/2010/main" val="329884851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ver5 (Image placeholder)">
    <p:bg>
      <p:bgPr>
        <a:solidFill>
          <a:schemeClr val="bg1"/>
        </a:solidFill>
        <a:effectLst/>
      </p:bgPr>
    </p:bg>
    <p:spTree>
      <p:nvGrpSpPr>
        <p:cNvPr id="1" name=""/>
        <p:cNvGrpSpPr/>
        <p:nvPr/>
      </p:nvGrpSpPr>
      <p:grpSpPr>
        <a:xfrm>
          <a:off x="0" y="0"/>
          <a:ext cx="0" cy="0"/>
          <a:chOff x="0" y="0"/>
          <a:chExt cx="0" cy="0"/>
        </a:xfrm>
      </p:grpSpPr>
      <p:sp>
        <p:nvSpPr>
          <p:cNvPr id="6" name="Rectangle 5"/>
          <p:cNvSpPr/>
          <p:nvPr userDrawn="1"/>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Picture Placeholder 11">
            <a:extLst>
              <a:ext uri="{FF2B5EF4-FFF2-40B4-BE49-F238E27FC236}">
                <a16:creationId xmlns:a16="http://schemas.microsoft.com/office/drawing/2014/main" id="{25D6B527-14EF-4F30-9C9C-691EC4327EE7}"/>
              </a:ext>
            </a:extLst>
          </p:cNvPr>
          <p:cNvSpPr>
            <a:spLocks noGrp="1"/>
          </p:cNvSpPr>
          <p:nvPr>
            <p:ph type="pic" sz="quarter" idx="10"/>
          </p:nvPr>
        </p:nvSpPr>
        <p:spPr>
          <a:xfrm>
            <a:off x="4298310" y="-1588"/>
            <a:ext cx="7893690" cy="6859588"/>
          </a:xfrm>
          <a:solidFill>
            <a:schemeClr val="bg2">
              <a:lumMod val="90000"/>
            </a:schemeClr>
          </a:solidFill>
        </p:spPr>
        <p:txBody>
          <a:bodyPr anchor="ctr"/>
          <a:lstStyle>
            <a:lvl1pPr algn="ctr">
              <a:defRPr/>
            </a:lvl1pPr>
          </a:lstStyle>
          <a:p>
            <a:r>
              <a:rPr lang="en-US" dirty="0"/>
              <a:t>Click icon to add picture</a:t>
            </a:r>
            <a:endParaRPr lang="pt-PT" dirty="0"/>
          </a:p>
        </p:txBody>
      </p:sp>
      <p:sp>
        <p:nvSpPr>
          <p:cNvPr id="14" name="Text Placeholder 13">
            <a:extLst>
              <a:ext uri="{FF2B5EF4-FFF2-40B4-BE49-F238E27FC236}">
                <a16:creationId xmlns:a16="http://schemas.microsoft.com/office/drawing/2014/main" id="{B83CBA49-BBF9-4CF0-9E0B-FF67BA149660}"/>
              </a:ext>
            </a:extLst>
          </p:cNvPr>
          <p:cNvSpPr>
            <a:spLocks noGrp="1"/>
          </p:cNvSpPr>
          <p:nvPr>
            <p:ph type="body" sz="quarter" idx="11" hasCustomPrompt="1"/>
          </p:nvPr>
        </p:nvSpPr>
        <p:spPr>
          <a:xfrm>
            <a:off x="407988" y="3068960"/>
            <a:ext cx="3671732" cy="863600"/>
          </a:xfrm>
        </p:spPr>
        <p:txBody>
          <a:bodyPr lIns="0" tIns="0" rIns="0" bIns="0" anchor="b">
            <a:normAutofit/>
          </a:bodyPr>
          <a:lstStyle>
            <a:lvl1pPr>
              <a:lnSpc>
                <a:spcPts val="3000"/>
              </a:lnSpc>
              <a:defRPr sz="2600">
                <a:solidFill>
                  <a:srgbClr val="0070AD"/>
                </a:solidFill>
              </a:defRPr>
            </a:lvl1pPr>
            <a:lvl2pPr>
              <a:defRPr sz="2400">
                <a:solidFill>
                  <a:srgbClr val="0070AD"/>
                </a:solidFill>
              </a:defRPr>
            </a:lvl2pPr>
          </a:lstStyle>
          <a:p>
            <a:pPr lvl="0"/>
            <a:r>
              <a:rPr lang="en-US" dirty="0"/>
              <a:t>Click to insert title</a:t>
            </a:r>
            <a:endParaRPr lang="pt-PT" dirty="0"/>
          </a:p>
        </p:txBody>
      </p:sp>
      <p:sp>
        <p:nvSpPr>
          <p:cNvPr id="15" name="Text Placeholder 13">
            <a:extLst>
              <a:ext uri="{FF2B5EF4-FFF2-40B4-BE49-F238E27FC236}">
                <a16:creationId xmlns:a16="http://schemas.microsoft.com/office/drawing/2014/main" id="{F4C94DDB-5E07-4F17-ABAA-3E9C5E8683A1}"/>
              </a:ext>
            </a:extLst>
          </p:cNvPr>
          <p:cNvSpPr>
            <a:spLocks noGrp="1"/>
          </p:cNvSpPr>
          <p:nvPr>
            <p:ph type="body" sz="quarter" idx="12" hasCustomPrompt="1"/>
          </p:nvPr>
        </p:nvSpPr>
        <p:spPr>
          <a:xfrm>
            <a:off x="407988" y="4040163"/>
            <a:ext cx="3671732" cy="1189037"/>
          </a:xfrm>
        </p:spPr>
        <p:txBody>
          <a:bodyPr lIns="0" tIns="0" rIns="0" bIns="0">
            <a:normAutofit/>
          </a:bodyPr>
          <a:lstStyle>
            <a:lvl1pPr>
              <a:lnSpc>
                <a:spcPts val="1800"/>
              </a:lnSpc>
              <a:defRPr sz="1600">
                <a:solidFill>
                  <a:srgbClr val="0070AD"/>
                </a:solidFill>
              </a:defRPr>
            </a:lvl1pPr>
            <a:lvl2pPr>
              <a:defRPr sz="1600">
                <a:solidFill>
                  <a:srgbClr val="0070AD"/>
                </a:solidFill>
              </a:defRPr>
            </a:lvl2pPr>
          </a:lstStyle>
          <a:p>
            <a:pPr lvl="0"/>
            <a:r>
              <a:rPr lang="en-US" dirty="0"/>
              <a:t>Click to insert presenter, location, and date</a:t>
            </a:r>
            <a:endParaRPr lang="pt-PT" dirty="0"/>
          </a:p>
        </p:txBody>
      </p:sp>
      <p:pic>
        <p:nvPicPr>
          <p:cNvPr id="5" name="Graphic 9">
            <a:extLst>
              <a:ext uri="{FF2B5EF4-FFF2-40B4-BE49-F238E27FC236}">
                <a16:creationId xmlns:a16="http://schemas.microsoft.com/office/drawing/2014/main" id="{C3D2EC56-D17C-4A75-8178-C69397BC735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07988" y="404813"/>
            <a:ext cx="2286000" cy="510013"/>
          </a:xfrm>
          <a:prstGeom prst="rect">
            <a:avLst/>
          </a:prstGeom>
        </p:spPr>
      </p:pic>
    </p:spTree>
    <p:extLst>
      <p:ext uri="{BB962C8B-B14F-4D97-AF65-F5344CB8AC3E}">
        <p14:creationId xmlns:p14="http://schemas.microsoft.com/office/powerpoint/2010/main" val="1321855396"/>
      </p:ext>
    </p:extLst>
  </p:cSld>
  <p:clrMapOvr>
    <a:masterClrMapping/>
  </p:clrMapOvr>
  <p:extLst>
    <p:ext uri="{DCECCB84-F9BA-43D5-87BE-67443E8EF086}">
      <p15:sldGuideLst xmlns:p15="http://schemas.microsoft.com/office/powerpoint/2012/main">
        <p15:guide id="1" orient="horz" pos="2160">
          <p15:clr>
            <a:srgbClr val="FBAE40"/>
          </p15:clr>
        </p15:guide>
        <p15:guide id="2" pos="4634">
          <p15:clr>
            <a:srgbClr val="FBAE40"/>
          </p15:clr>
        </p15:guide>
        <p15:guide id="3" pos="7219">
          <p15:clr>
            <a:srgbClr val="FBAE40"/>
          </p15:clr>
        </p15:guide>
        <p15:guide id="4" orient="horz" pos="2614">
          <p15:clr>
            <a:srgbClr val="FBAE40"/>
          </p15:clr>
        </p15:guide>
        <p15:guide id="5" orient="horz" pos="3203">
          <p15:clr>
            <a:srgbClr val="FBAE40"/>
          </p15:clr>
        </p15:guide>
        <p15:guide id="6" orient="horz" pos="3952">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Agenda picture placeholder before form">
    <p:spTree>
      <p:nvGrpSpPr>
        <p:cNvPr id="1" name=""/>
        <p:cNvGrpSpPr/>
        <p:nvPr/>
      </p:nvGrpSpPr>
      <p:grpSpPr>
        <a:xfrm>
          <a:off x="0" y="0"/>
          <a:ext cx="0" cy="0"/>
          <a:chOff x="0" y="0"/>
          <a:chExt cx="0" cy="0"/>
        </a:xfrm>
      </p:grpSpPr>
      <p:graphicFrame>
        <p:nvGraphicFramePr>
          <p:cNvPr id="15" name="Object 14" hidden="1"/>
          <p:cNvGraphicFramePr>
            <a:graphicFrameLocks noChangeAspect="1"/>
          </p:cNvGraphicFramePr>
          <p:nvPr userDrawn="1">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42435" name="think-cell Slide" r:id="rId4" imgW="270" imgH="270" progId="TCLayout.ActiveDocument.1">
                  <p:embed/>
                </p:oleObj>
              </mc:Choice>
              <mc:Fallback>
                <p:oleObj name="think-cell Slide" r:id="rId4" imgW="270" imgH="270" progId="TCLayout.ActiveDocument.1">
                  <p:embed/>
                  <p:pic>
                    <p:nvPicPr>
                      <p:cNvPr id="15" name="Object 14"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1" name="Freeform 5"/>
          <p:cNvSpPr>
            <a:spLocks/>
          </p:cNvSpPr>
          <p:nvPr userDrawn="1"/>
        </p:nvSpPr>
        <p:spPr bwMode="auto">
          <a:xfrm>
            <a:off x="1" y="2276840"/>
            <a:ext cx="5476802" cy="4581160"/>
          </a:xfrm>
          <a:custGeom>
            <a:avLst/>
            <a:gdLst>
              <a:gd name="T0" fmla="*/ 2024 w 2024"/>
              <a:gd name="T1" fmla="*/ 781 h 1692"/>
              <a:gd name="T2" fmla="*/ 2024 w 2024"/>
              <a:gd name="T3" fmla="*/ 881 h 1692"/>
              <a:gd name="T4" fmla="*/ 2018 w 2024"/>
              <a:gd name="T5" fmla="*/ 950 h 1692"/>
              <a:gd name="T6" fmla="*/ 1937 w 2024"/>
              <a:gd name="T7" fmla="*/ 1296 h 1692"/>
              <a:gd name="T8" fmla="*/ 1776 w 2024"/>
              <a:gd name="T9" fmla="*/ 1675 h 1692"/>
              <a:gd name="T10" fmla="*/ 1747 w 2024"/>
              <a:gd name="T11" fmla="*/ 1692 h 1692"/>
              <a:gd name="T12" fmla="*/ 16 w 2024"/>
              <a:gd name="T13" fmla="*/ 1692 h 1692"/>
              <a:gd name="T14" fmla="*/ 0 w 2024"/>
              <a:gd name="T15" fmla="*/ 1692 h 1692"/>
              <a:gd name="T16" fmla="*/ 0 w 2024"/>
              <a:gd name="T17" fmla="*/ 367 h 1692"/>
              <a:gd name="T18" fmla="*/ 10 w 2024"/>
              <a:gd name="T19" fmla="*/ 370 h 1692"/>
              <a:gd name="T20" fmla="*/ 245 w 2024"/>
              <a:gd name="T21" fmla="*/ 420 h 1692"/>
              <a:gd name="T22" fmla="*/ 487 w 2024"/>
              <a:gd name="T23" fmla="*/ 398 h 1692"/>
              <a:gd name="T24" fmla="*/ 905 w 2024"/>
              <a:gd name="T25" fmla="*/ 272 h 1692"/>
              <a:gd name="T26" fmla="*/ 1407 w 2024"/>
              <a:gd name="T27" fmla="*/ 38 h 1692"/>
              <a:gd name="T28" fmla="*/ 1477 w 2024"/>
              <a:gd name="T29" fmla="*/ 0 h 1692"/>
              <a:gd name="T30" fmla="*/ 1482 w 2024"/>
              <a:gd name="T31" fmla="*/ 0 h 1692"/>
              <a:gd name="T32" fmla="*/ 1491 w 2024"/>
              <a:gd name="T33" fmla="*/ 6 h 1692"/>
              <a:gd name="T34" fmla="*/ 1726 w 2024"/>
              <a:gd name="T35" fmla="*/ 180 h 1692"/>
              <a:gd name="T36" fmla="*/ 1896 w 2024"/>
              <a:gd name="T37" fmla="*/ 379 h 1692"/>
              <a:gd name="T38" fmla="*/ 2019 w 2024"/>
              <a:gd name="T39" fmla="*/ 730 h 1692"/>
              <a:gd name="T40" fmla="*/ 2024 w 2024"/>
              <a:gd name="T41" fmla="*/ 781 h 1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024" h="1692">
                <a:moveTo>
                  <a:pt x="2024" y="781"/>
                </a:moveTo>
                <a:cubicBezTo>
                  <a:pt x="2024" y="815"/>
                  <a:pt x="2024" y="848"/>
                  <a:pt x="2024" y="881"/>
                </a:cubicBezTo>
                <a:cubicBezTo>
                  <a:pt x="2022" y="904"/>
                  <a:pt x="2020" y="927"/>
                  <a:pt x="2018" y="950"/>
                </a:cubicBezTo>
                <a:cubicBezTo>
                  <a:pt x="2005" y="1069"/>
                  <a:pt x="1975" y="1183"/>
                  <a:pt x="1937" y="1296"/>
                </a:cubicBezTo>
                <a:cubicBezTo>
                  <a:pt x="1892" y="1426"/>
                  <a:pt x="1837" y="1552"/>
                  <a:pt x="1776" y="1675"/>
                </a:cubicBezTo>
                <a:cubicBezTo>
                  <a:pt x="1769" y="1688"/>
                  <a:pt x="1762" y="1692"/>
                  <a:pt x="1747" y="1692"/>
                </a:cubicBezTo>
                <a:cubicBezTo>
                  <a:pt x="1170" y="1692"/>
                  <a:pt x="593" y="1692"/>
                  <a:pt x="16" y="1692"/>
                </a:cubicBezTo>
                <a:cubicBezTo>
                  <a:pt x="11" y="1692"/>
                  <a:pt x="5" y="1692"/>
                  <a:pt x="0" y="1692"/>
                </a:cubicBezTo>
                <a:cubicBezTo>
                  <a:pt x="0" y="1250"/>
                  <a:pt x="0" y="808"/>
                  <a:pt x="0" y="367"/>
                </a:cubicBezTo>
                <a:cubicBezTo>
                  <a:pt x="3" y="368"/>
                  <a:pt x="7" y="369"/>
                  <a:pt x="10" y="370"/>
                </a:cubicBezTo>
                <a:cubicBezTo>
                  <a:pt x="84" y="405"/>
                  <a:pt x="163" y="418"/>
                  <a:pt x="245" y="420"/>
                </a:cubicBezTo>
                <a:cubicBezTo>
                  <a:pt x="326" y="422"/>
                  <a:pt x="407" y="413"/>
                  <a:pt x="487" y="398"/>
                </a:cubicBezTo>
                <a:cubicBezTo>
                  <a:pt x="631" y="371"/>
                  <a:pt x="769" y="325"/>
                  <a:pt x="905" y="272"/>
                </a:cubicBezTo>
                <a:cubicBezTo>
                  <a:pt x="1077" y="205"/>
                  <a:pt x="1244" y="125"/>
                  <a:pt x="1407" y="38"/>
                </a:cubicBezTo>
                <a:cubicBezTo>
                  <a:pt x="1430" y="26"/>
                  <a:pt x="1454" y="14"/>
                  <a:pt x="1477" y="0"/>
                </a:cubicBezTo>
                <a:cubicBezTo>
                  <a:pt x="1478" y="0"/>
                  <a:pt x="1480" y="0"/>
                  <a:pt x="1482" y="0"/>
                </a:cubicBezTo>
                <a:cubicBezTo>
                  <a:pt x="1485" y="2"/>
                  <a:pt x="1488" y="4"/>
                  <a:pt x="1491" y="6"/>
                </a:cubicBezTo>
                <a:cubicBezTo>
                  <a:pt x="1574" y="57"/>
                  <a:pt x="1653" y="114"/>
                  <a:pt x="1726" y="180"/>
                </a:cubicBezTo>
                <a:cubicBezTo>
                  <a:pt x="1791" y="239"/>
                  <a:pt x="1848" y="305"/>
                  <a:pt x="1896" y="379"/>
                </a:cubicBezTo>
                <a:cubicBezTo>
                  <a:pt x="1964" y="486"/>
                  <a:pt x="2005" y="603"/>
                  <a:pt x="2019" y="730"/>
                </a:cubicBezTo>
                <a:cubicBezTo>
                  <a:pt x="2020" y="747"/>
                  <a:pt x="2022" y="764"/>
                  <a:pt x="2024" y="78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de-DE"/>
          </a:p>
        </p:txBody>
      </p:sp>
      <p:sp>
        <p:nvSpPr>
          <p:cNvPr id="17" name="Picture Placeholder 16"/>
          <p:cNvSpPr>
            <a:spLocks noGrp="1"/>
          </p:cNvSpPr>
          <p:nvPr>
            <p:ph type="pic" sz="quarter" idx="23"/>
          </p:nvPr>
        </p:nvSpPr>
        <p:spPr>
          <a:xfrm>
            <a:off x="0" y="1844780"/>
            <a:ext cx="6114065" cy="5013220"/>
          </a:xfrm>
        </p:spPr>
        <p:txBody>
          <a:bodyPr anchor="ctr"/>
          <a:lstStyle>
            <a:lvl1pPr algn="ctr">
              <a:defRPr/>
            </a:lvl1pPr>
          </a:lstStyle>
          <a:p>
            <a:r>
              <a:rPr lang="en-US" dirty="0"/>
              <a:t>Click icon to add picture</a:t>
            </a:r>
            <a:endParaRPr lang="de-DE"/>
          </a:p>
        </p:txBody>
      </p:sp>
      <p:sp>
        <p:nvSpPr>
          <p:cNvPr id="18" name="Title 17"/>
          <p:cNvSpPr>
            <a:spLocks noGrp="1"/>
          </p:cNvSpPr>
          <p:nvPr>
            <p:ph type="title"/>
          </p:nvPr>
        </p:nvSpPr>
        <p:spPr/>
        <p:txBody>
          <a:bodyPr/>
          <a:lstStyle/>
          <a:p>
            <a:r>
              <a:rPr lang="en-US"/>
              <a:t>Click to edit Master title style</a:t>
            </a:r>
            <a:endParaRPr lang="de-DE"/>
          </a:p>
        </p:txBody>
      </p:sp>
      <p:cxnSp>
        <p:nvCxnSpPr>
          <p:cNvPr id="32"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11568760"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24" name="Text Placeholder 23"/>
          <p:cNvSpPr>
            <a:spLocks noGrp="1"/>
          </p:cNvSpPr>
          <p:nvPr>
            <p:ph type="body" sz="quarter" idx="24"/>
          </p:nvPr>
        </p:nvSpPr>
        <p:spPr>
          <a:xfrm>
            <a:off x="6240463" y="1412875"/>
            <a:ext cx="5543550" cy="5040313"/>
          </a:xfrm>
        </p:spPr>
        <p:txBody>
          <a:bodyPr/>
          <a:lstStyle>
            <a:lvl1pPr>
              <a:spcBef>
                <a:spcPts val="1200"/>
              </a:spcBef>
              <a:defRPr sz="1600"/>
            </a:lvl1pPr>
            <a:lvl2pPr>
              <a:spcBef>
                <a:spcPts val="1200"/>
              </a:spcBef>
              <a:defRPr sz="1600"/>
            </a:lvl2pPr>
            <a:lvl3pPr>
              <a:spcBef>
                <a:spcPts val="800"/>
              </a:spcBef>
              <a:defRPr sz="1600"/>
            </a:lvl3pPr>
            <a:lvl4pPr>
              <a:spcBef>
                <a:spcPts val="800"/>
              </a:spcBef>
              <a:defRPr sz="1400"/>
            </a:lvl4pPr>
            <a:lvl5pPr>
              <a:spcBef>
                <a:spcPts val="80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5" name="Date Placeholder 24"/>
          <p:cNvSpPr>
            <a:spLocks noGrp="1"/>
          </p:cNvSpPr>
          <p:nvPr>
            <p:ph type="dt" sz="half" idx="25"/>
          </p:nvPr>
        </p:nvSpPr>
        <p:spPr>
          <a:xfrm>
            <a:off x="407988" y="6555971"/>
            <a:ext cx="2829007" cy="219456"/>
          </a:xfrm>
          <a:prstGeom prst="rect">
            <a:avLst/>
          </a:prstGeom>
        </p:spPr>
        <p:txBody>
          <a:bodyPr/>
          <a:lstStyle/>
          <a:p>
            <a:pPr>
              <a:lnSpc>
                <a:spcPct val="85000"/>
              </a:lnSpc>
            </a:pPr>
            <a:fld id="{84028F6A-F4DD-450A-BF25-A556537EA7A2}" type="datetime1">
              <a:rPr lang="en-GB" smtClean="0"/>
              <a:t>18/12/2020</a:t>
            </a:fld>
            <a:endParaRPr lang="en-US" dirty="0"/>
          </a:p>
        </p:txBody>
      </p:sp>
      <p:sp>
        <p:nvSpPr>
          <p:cNvPr id="27" name="Slide Number Placeholder 26"/>
          <p:cNvSpPr>
            <a:spLocks noGrp="1"/>
          </p:cNvSpPr>
          <p:nvPr>
            <p:ph type="sldNum" sz="quarter" idx="27"/>
          </p:nvPr>
        </p:nvSpPr>
        <p:spPr>
          <a:xfrm>
            <a:off x="11784013" y="6555758"/>
            <a:ext cx="123754" cy="215444"/>
          </a:xfrm>
          <a:prstGeom prst="rect">
            <a:avLst/>
          </a:prstGeom>
        </p:spPr>
        <p:txBody>
          <a:bodyPr/>
          <a:lstStyle/>
          <a:p>
            <a:fld id="{DD205EFF-948D-4AF6-B54C-65639188FB5F}" type="slidenum">
              <a:rPr lang="en-US" smtClean="0"/>
              <a:pPr/>
              <a:t>‹#›</a:t>
            </a:fld>
            <a:endParaRPr lang="en-US" dirty="0"/>
          </a:p>
        </p:txBody>
      </p:sp>
    </p:spTree>
    <p:extLst>
      <p:ext uri="{BB962C8B-B14F-4D97-AF65-F5344CB8AC3E}">
        <p14:creationId xmlns:p14="http://schemas.microsoft.com/office/powerpoint/2010/main" val="57549949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Agenda picture placeholder in form">
    <p:spTree>
      <p:nvGrpSpPr>
        <p:cNvPr id="1" name=""/>
        <p:cNvGrpSpPr/>
        <p:nvPr/>
      </p:nvGrpSpPr>
      <p:grpSpPr>
        <a:xfrm>
          <a:off x="0" y="0"/>
          <a:ext cx="0" cy="0"/>
          <a:chOff x="0" y="0"/>
          <a:chExt cx="0" cy="0"/>
        </a:xfrm>
      </p:grpSpPr>
      <p:graphicFrame>
        <p:nvGraphicFramePr>
          <p:cNvPr id="15" name="Object 14" hidden="1"/>
          <p:cNvGraphicFramePr>
            <a:graphicFrameLocks noChangeAspect="1"/>
          </p:cNvGraphicFramePr>
          <p:nvPr userDrawn="1">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43459" name="think-cell Slide" r:id="rId4" imgW="270" imgH="270" progId="TCLayout.ActiveDocument.1">
                  <p:embed/>
                </p:oleObj>
              </mc:Choice>
              <mc:Fallback>
                <p:oleObj name="think-cell Slide" r:id="rId4" imgW="270" imgH="270" progId="TCLayout.ActiveDocument.1">
                  <p:embed/>
                  <p:pic>
                    <p:nvPicPr>
                      <p:cNvPr id="15" name="Object 14"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6" name="Picture Placeholder 15"/>
          <p:cNvSpPr>
            <a:spLocks noGrp="1"/>
          </p:cNvSpPr>
          <p:nvPr>
            <p:ph type="pic" sz="quarter" idx="23"/>
          </p:nvPr>
        </p:nvSpPr>
        <p:spPr>
          <a:xfrm>
            <a:off x="1" y="1699130"/>
            <a:ext cx="6184327" cy="5158870"/>
          </a:xfrm>
          <a:custGeom>
            <a:avLst/>
            <a:gdLst>
              <a:gd name="connsiteX0" fmla="*/ 4509914 w 6184327"/>
              <a:gd name="connsiteY0" fmla="*/ 0 h 5158870"/>
              <a:gd name="connsiteX1" fmla="*/ 4528247 w 6184327"/>
              <a:gd name="connsiteY1" fmla="*/ 0 h 5158870"/>
              <a:gd name="connsiteX2" fmla="*/ 4555747 w 6184327"/>
              <a:gd name="connsiteY2" fmla="*/ 18337 h 5158870"/>
              <a:gd name="connsiteX3" fmla="*/ 5270733 w 6184327"/>
              <a:gd name="connsiteY3" fmla="*/ 550116 h 5158870"/>
              <a:gd name="connsiteX4" fmla="*/ 5793223 w 6184327"/>
              <a:gd name="connsiteY4" fmla="*/ 1158301 h 5158870"/>
              <a:gd name="connsiteX5" fmla="*/ 6169049 w 6184327"/>
              <a:gd name="connsiteY5" fmla="*/ 2231028 h 5158870"/>
              <a:gd name="connsiteX6" fmla="*/ 6184327 w 6184327"/>
              <a:gd name="connsiteY6" fmla="*/ 2389951 h 5158870"/>
              <a:gd name="connsiteX7" fmla="*/ 6184327 w 6184327"/>
              <a:gd name="connsiteY7" fmla="*/ 2692515 h 5158870"/>
              <a:gd name="connsiteX8" fmla="*/ 6165994 w 6184327"/>
              <a:gd name="connsiteY8" fmla="*/ 2903393 h 5158870"/>
              <a:gd name="connsiteX9" fmla="*/ 5918498 w 6184327"/>
              <a:gd name="connsiteY9" fmla="*/ 3960839 h 5158870"/>
              <a:gd name="connsiteX10" fmla="*/ 5426563 w 6184327"/>
              <a:gd name="connsiteY10" fmla="*/ 5119140 h 5158870"/>
              <a:gd name="connsiteX11" fmla="*/ 5392953 w 6184327"/>
              <a:gd name="connsiteY11" fmla="*/ 5158870 h 5158870"/>
              <a:gd name="connsiteX12" fmla="*/ 0 w 6184327"/>
              <a:gd name="connsiteY12" fmla="*/ 5158870 h 5158870"/>
              <a:gd name="connsiteX13" fmla="*/ 0 w 6184327"/>
              <a:gd name="connsiteY13" fmla="*/ 1121626 h 5158870"/>
              <a:gd name="connsiteX14" fmla="*/ 30555 w 6184327"/>
              <a:gd name="connsiteY14" fmla="*/ 1130795 h 5158870"/>
              <a:gd name="connsiteX15" fmla="*/ 745542 w 6184327"/>
              <a:gd name="connsiteY15" fmla="*/ 1283605 h 5158870"/>
              <a:gd name="connsiteX16" fmla="*/ 1488027 w 6184327"/>
              <a:gd name="connsiteY16" fmla="*/ 1216369 h 5158870"/>
              <a:gd name="connsiteX17" fmla="*/ 2765225 w 6184327"/>
              <a:gd name="connsiteY17" fmla="*/ 831287 h 5158870"/>
              <a:gd name="connsiteX18" fmla="*/ 4299085 w 6184327"/>
              <a:gd name="connsiteY18" fmla="*/ 116136 h 5158870"/>
              <a:gd name="connsiteX19" fmla="*/ 4509914 w 6184327"/>
              <a:gd name="connsiteY19" fmla="*/ 0 h 5158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184327" h="5158870">
                <a:moveTo>
                  <a:pt x="4509914" y="0"/>
                </a:moveTo>
                <a:cubicBezTo>
                  <a:pt x="4516025" y="0"/>
                  <a:pt x="4522136" y="0"/>
                  <a:pt x="4528247" y="0"/>
                </a:cubicBezTo>
                <a:cubicBezTo>
                  <a:pt x="4537414" y="6112"/>
                  <a:pt x="4546580" y="15281"/>
                  <a:pt x="4555747" y="18337"/>
                </a:cubicBezTo>
                <a:cubicBezTo>
                  <a:pt x="4809353" y="177260"/>
                  <a:pt x="5050737" y="348407"/>
                  <a:pt x="5270733" y="550116"/>
                </a:cubicBezTo>
                <a:cubicBezTo>
                  <a:pt x="5469340" y="733489"/>
                  <a:pt x="5646559" y="932142"/>
                  <a:pt x="5793223" y="1158301"/>
                </a:cubicBezTo>
                <a:cubicBezTo>
                  <a:pt x="6000997" y="1488371"/>
                  <a:pt x="6126272" y="1845946"/>
                  <a:pt x="6169049" y="2231028"/>
                </a:cubicBezTo>
                <a:cubicBezTo>
                  <a:pt x="6172105" y="2282983"/>
                  <a:pt x="6178216" y="2334939"/>
                  <a:pt x="6184327" y="2389951"/>
                </a:cubicBezTo>
                <a:cubicBezTo>
                  <a:pt x="6184327" y="2490805"/>
                  <a:pt x="6184327" y="2591660"/>
                  <a:pt x="6184327" y="2692515"/>
                </a:cubicBezTo>
                <a:cubicBezTo>
                  <a:pt x="6178216" y="2762807"/>
                  <a:pt x="6172105" y="2833100"/>
                  <a:pt x="6165994" y="2903393"/>
                </a:cubicBezTo>
                <a:cubicBezTo>
                  <a:pt x="6123217" y="3267081"/>
                  <a:pt x="6034607" y="3618544"/>
                  <a:pt x="5918498" y="3960839"/>
                </a:cubicBezTo>
                <a:cubicBezTo>
                  <a:pt x="5781001" y="4358145"/>
                  <a:pt x="5612949" y="4743227"/>
                  <a:pt x="5426563" y="5119140"/>
                </a:cubicBezTo>
                <a:cubicBezTo>
                  <a:pt x="5414341" y="5137477"/>
                  <a:pt x="5405175" y="5152758"/>
                  <a:pt x="5392953" y="5158870"/>
                </a:cubicBezTo>
                <a:lnTo>
                  <a:pt x="0" y="5158870"/>
                </a:lnTo>
                <a:lnTo>
                  <a:pt x="0" y="1121626"/>
                </a:lnTo>
                <a:cubicBezTo>
                  <a:pt x="9167" y="1124683"/>
                  <a:pt x="21389" y="1127739"/>
                  <a:pt x="30555" y="1130795"/>
                </a:cubicBezTo>
                <a:cubicBezTo>
                  <a:pt x="256662" y="1237762"/>
                  <a:pt x="498046" y="1277493"/>
                  <a:pt x="745542" y="1283605"/>
                </a:cubicBezTo>
                <a:cubicBezTo>
                  <a:pt x="996092" y="1289718"/>
                  <a:pt x="1243588" y="1262212"/>
                  <a:pt x="1488027" y="1216369"/>
                </a:cubicBezTo>
                <a:cubicBezTo>
                  <a:pt x="1928019" y="1133851"/>
                  <a:pt x="2349677" y="993266"/>
                  <a:pt x="2765225" y="831287"/>
                </a:cubicBezTo>
                <a:cubicBezTo>
                  <a:pt x="3290771" y="626522"/>
                  <a:pt x="3797983" y="382025"/>
                  <a:pt x="4299085" y="116136"/>
                </a:cubicBezTo>
                <a:cubicBezTo>
                  <a:pt x="4369361" y="79461"/>
                  <a:pt x="4442693" y="42787"/>
                  <a:pt x="4509914" y="0"/>
                </a:cubicBezTo>
                <a:close/>
              </a:path>
            </a:pathLst>
          </a:custGeom>
          <a:solidFill>
            <a:schemeClr val="bg2">
              <a:lumMod val="90000"/>
            </a:schemeClr>
          </a:solidFill>
          <a:ln>
            <a:noFill/>
          </a:ln>
        </p:spPr>
        <p:txBody>
          <a:bodyPr wrap="square" anchor="ctr">
            <a:noAutofit/>
          </a:bodyPr>
          <a:lstStyle>
            <a:lvl1pPr algn="ctr">
              <a:defRPr/>
            </a:lvl1pPr>
          </a:lstStyle>
          <a:p>
            <a:r>
              <a:rPr lang="en-US" dirty="0"/>
              <a:t>Click icon to add picture</a:t>
            </a:r>
            <a:endParaRPr lang="de-DE"/>
          </a:p>
        </p:txBody>
      </p:sp>
      <p:sp>
        <p:nvSpPr>
          <p:cNvPr id="18" name="Title 17"/>
          <p:cNvSpPr>
            <a:spLocks noGrp="1"/>
          </p:cNvSpPr>
          <p:nvPr>
            <p:ph type="title"/>
          </p:nvPr>
        </p:nvSpPr>
        <p:spPr/>
        <p:txBody>
          <a:bodyPr/>
          <a:lstStyle/>
          <a:p>
            <a:r>
              <a:rPr lang="en-US"/>
              <a:t>Click to edit Master title style</a:t>
            </a:r>
            <a:endParaRPr lang="de-DE"/>
          </a:p>
        </p:txBody>
      </p:sp>
      <p:cxnSp>
        <p:nvCxnSpPr>
          <p:cNvPr id="19"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11568760"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21" name="Text Placeholder 20"/>
          <p:cNvSpPr>
            <a:spLocks noGrp="1"/>
          </p:cNvSpPr>
          <p:nvPr>
            <p:ph type="body" sz="quarter" idx="28"/>
          </p:nvPr>
        </p:nvSpPr>
        <p:spPr>
          <a:xfrm>
            <a:off x="6240463" y="1412875"/>
            <a:ext cx="5543550" cy="5040313"/>
          </a:xfrm>
        </p:spPr>
        <p:txBody>
          <a:bodyPr/>
          <a:lstStyle>
            <a:lvl1pPr>
              <a:spcBef>
                <a:spcPts val="1200"/>
              </a:spcBef>
              <a:defRPr sz="1600"/>
            </a:lvl1pPr>
            <a:lvl2pPr>
              <a:spcBef>
                <a:spcPts val="1200"/>
              </a:spcBef>
              <a:defRPr sz="1600"/>
            </a:lvl2pPr>
            <a:lvl3pPr>
              <a:spcBef>
                <a:spcPts val="800"/>
              </a:spcBef>
              <a:defRPr sz="1600"/>
            </a:lvl3pPr>
            <a:lvl4pPr>
              <a:spcBef>
                <a:spcPts val="800"/>
              </a:spcBef>
              <a:defRPr sz="1400"/>
            </a:lvl4pPr>
            <a:lvl5pPr>
              <a:spcBef>
                <a:spcPts val="80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3" name="Date Placeholder 22"/>
          <p:cNvSpPr>
            <a:spLocks noGrp="1"/>
          </p:cNvSpPr>
          <p:nvPr>
            <p:ph type="dt" sz="half" idx="29"/>
          </p:nvPr>
        </p:nvSpPr>
        <p:spPr>
          <a:xfrm>
            <a:off x="407988" y="6555971"/>
            <a:ext cx="2829007" cy="219456"/>
          </a:xfrm>
          <a:prstGeom prst="rect">
            <a:avLst/>
          </a:prstGeom>
        </p:spPr>
        <p:txBody>
          <a:bodyPr/>
          <a:lstStyle/>
          <a:p>
            <a:pPr>
              <a:lnSpc>
                <a:spcPct val="85000"/>
              </a:lnSpc>
            </a:pPr>
            <a:fld id="{EAA61B43-E86B-423C-A8F2-C56C4B2C667D}" type="datetime1">
              <a:rPr lang="en-GB" smtClean="0"/>
              <a:t>18/12/2020</a:t>
            </a:fld>
            <a:endParaRPr lang="en-US" dirty="0"/>
          </a:p>
        </p:txBody>
      </p:sp>
      <p:sp>
        <p:nvSpPr>
          <p:cNvPr id="24" name="Footer Placeholder 23"/>
          <p:cNvSpPr>
            <a:spLocks noGrp="1"/>
          </p:cNvSpPr>
          <p:nvPr>
            <p:ph type="ftr" sz="quarter" idx="30"/>
          </p:nvPr>
        </p:nvSpPr>
        <p:spPr>
          <a:xfrm>
            <a:off x="9324107" y="6555758"/>
            <a:ext cx="2223686" cy="219456"/>
          </a:xfrm>
          <a:prstGeom prst="rect">
            <a:avLst/>
          </a:prstGeom>
        </p:spPr>
        <p:txBody>
          <a:bodyPr/>
          <a:lstStyle/>
          <a:p>
            <a:r>
              <a:rPr lang="en-US" dirty="0"/>
              <a:t>Slide # </a:t>
            </a:r>
          </a:p>
        </p:txBody>
      </p:sp>
      <p:sp>
        <p:nvSpPr>
          <p:cNvPr id="25" name="Slide Number Placeholder 24"/>
          <p:cNvSpPr>
            <a:spLocks noGrp="1"/>
          </p:cNvSpPr>
          <p:nvPr>
            <p:ph type="sldNum" sz="quarter" idx="31"/>
          </p:nvPr>
        </p:nvSpPr>
        <p:spPr>
          <a:xfrm>
            <a:off x="11784013" y="6555758"/>
            <a:ext cx="123754" cy="215444"/>
          </a:xfrm>
          <a:prstGeom prst="rect">
            <a:avLst/>
          </a:prstGeom>
        </p:spPr>
        <p:txBody>
          <a:bodyPr/>
          <a:lstStyle/>
          <a:p>
            <a:fld id="{DD205EFF-948D-4AF6-B54C-65639188FB5F}" type="slidenum">
              <a:rPr lang="en-US" smtClean="0"/>
              <a:pPr/>
              <a:t>‹#›</a:t>
            </a:fld>
            <a:endParaRPr lang="en-US" dirty="0"/>
          </a:p>
        </p:txBody>
      </p:sp>
    </p:spTree>
    <p:extLst>
      <p:ext uri="{BB962C8B-B14F-4D97-AF65-F5344CB8AC3E}">
        <p14:creationId xmlns:p14="http://schemas.microsoft.com/office/powerpoint/2010/main" val="207121880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44483" name="think-cell Slide" r:id="rId4" imgW="270" imgH="270" progId="TCLayout.ActiveDocument.1">
                  <p:embed/>
                </p:oleObj>
              </mc:Choice>
              <mc:Fallback>
                <p:oleObj name="think-cell Slide" r:id="rId4" imgW="270" imgH="270" progId="TCLayout.ActiveDocument.1">
                  <p:embed/>
                  <p:pic>
                    <p:nvPicPr>
                      <p:cNvPr id="6" name="Object 5"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p:nvPr>
        </p:nvSpPr>
        <p:spPr/>
        <p:txBody>
          <a:bodyPr/>
          <a:lstStyle/>
          <a:p>
            <a:r>
              <a:rPr lang="en-US"/>
              <a:t>Click to edit Master title style</a:t>
            </a:r>
            <a:endParaRPr lang="de-DE"/>
          </a:p>
        </p:txBody>
      </p:sp>
      <p:sp>
        <p:nvSpPr>
          <p:cNvPr id="10" name="Date Placeholder 9"/>
          <p:cNvSpPr>
            <a:spLocks noGrp="1"/>
          </p:cNvSpPr>
          <p:nvPr>
            <p:ph type="dt" sz="half" idx="10"/>
          </p:nvPr>
        </p:nvSpPr>
        <p:spPr>
          <a:xfrm>
            <a:off x="172421" y="6525941"/>
            <a:ext cx="2829007" cy="219456"/>
          </a:xfrm>
          <a:prstGeom prst="rect">
            <a:avLst/>
          </a:prstGeom>
        </p:spPr>
        <p:txBody>
          <a:bodyPr/>
          <a:lstStyle/>
          <a:p>
            <a:pPr>
              <a:lnSpc>
                <a:spcPct val="85000"/>
              </a:lnSpc>
            </a:pPr>
            <a:fld id="{CB1DEE03-2C24-4EF1-A7A9-81D849BB4F91}" type="datetime1">
              <a:rPr lang="en-GB" smtClean="0"/>
              <a:t>18/12/2020</a:t>
            </a:fld>
            <a:endParaRPr lang="en-US" dirty="0"/>
          </a:p>
        </p:txBody>
      </p:sp>
      <p:sp>
        <p:nvSpPr>
          <p:cNvPr id="11" name="Footer Placeholder 10"/>
          <p:cNvSpPr>
            <a:spLocks noGrp="1"/>
          </p:cNvSpPr>
          <p:nvPr>
            <p:ph type="ftr" sz="quarter" idx="11"/>
          </p:nvPr>
        </p:nvSpPr>
        <p:spPr>
          <a:xfrm>
            <a:off x="9144000" y="6555758"/>
            <a:ext cx="2223686" cy="219456"/>
          </a:xfrm>
          <a:prstGeom prst="rect">
            <a:avLst/>
          </a:prstGeom>
        </p:spPr>
        <p:txBody>
          <a:bodyPr/>
          <a:lstStyle/>
          <a:p>
            <a:r>
              <a:rPr lang="en-US" dirty="0"/>
              <a:t>Slide # </a:t>
            </a:r>
          </a:p>
        </p:txBody>
      </p:sp>
      <p:sp>
        <p:nvSpPr>
          <p:cNvPr id="12" name="Slide Number Placeholder 11"/>
          <p:cNvSpPr>
            <a:spLocks noGrp="1"/>
          </p:cNvSpPr>
          <p:nvPr>
            <p:ph type="sldNum" sz="quarter" idx="12"/>
          </p:nvPr>
        </p:nvSpPr>
        <p:spPr>
          <a:xfrm>
            <a:off x="11784013" y="6555758"/>
            <a:ext cx="123754" cy="215444"/>
          </a:xfrm>
          <a:prstGeom prst="rect">
            <a:avLst/>
          </a:prstGeom>
        </p:spPr>
        <p:txBody>
          <a:bodyPr/>
          <a:lstStyle/>
          <a:p>
            <a:fld id="{DD205EFF-948D-4AF6-B54C-65639188FB5F}" type="slidenum">
              <a:rPr lang="en-US" smtClean="0"/>
              <a:pPr/>
              <a:t>‹#›</a:t>
            </a:fld>
            <a:endParaRPr lang="en-US" dirty="0"/>
          </a:p>
        </p:txBody>
      </p:sp>
      <p:pic>
        <p:nvPicPr>
          <p:cNvPr id="7" name="Graphic 6"/>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4868679" y="6612250"/>
            <a:ext cx="744506" cy="221470"/>
          </a:xfrm>
          <a:prstGeom prst="rect">
            <a:avLst/>
          </a:prstGeom>
        </p:spPr>
      </p:pic>
      <p:sp>
        <p:nvSpPr>
          <p:cNvPr id="8" name="Footer Placeholder 3"/>
          <p:cNvSpPr txBox="1">
            <a:spLocks/>
          </p:cNvSpPr>
          <p:nvPr userDrawn="1"/>
        </p:nvSpPr>
        <p:spPr>
          <a:xfrm>
            <a:off x="5683130" y="6591660"/>
            <a:ext cx="1695462" cy="199306"/>
          </a:xfrm>
          <a:prstGeom prst="rect">
            <a:avLst/>
          </a:prstGeom>
        </p:spPr>
        <p:txBody>
          <a:bodyPr wrap="none" lIns="0" tIns="0" rIns="0" bIns="0" anchor="ctr">
            <a:noAutofit/>
          </a:bodyPr>
          <a:lstStyle>
            <a:defPPr>
              <a:defRPr lang="en-US"/>
            </a:defPPr>
            <a:lvl1pPr marL="0" algn="l" defTabSz="457200" rtl="0" eaLnBrk="1" latinLnBrk="0" hangingPunct="1">
              <a:defRPr lang="de-DE" sz="600" kern="1200">
                <a:solidFill>
                  <a:schemeClr val="bg2">
                    <a:lumMod val="50000"/>
                  </a:schemeClr>
                </a:solidFill>
                <a:latin typeface="+mn-lt"/>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dirty="0"/>
              <a:t>in collaboration</a:t>
            </a:r>
            <a:r>
              <a:rPr lang="en-US" baseline="0" dirty="0"/>
              <a:t> with</a:t>
            </a:r>
            <a:endParaRPr lang="en-US" dirty="0"/>
          </a:p>
        </p:txBody>
      </p:sp>
    </p:spTree>
    <p:extLst>
      <p:ext uri="{BB962C8B-B14F-4D97-AF65-F5344CB8AC3E}">
        <p14:creationId xmlns:p14="http://schemas.microsoft.com/office/powerpoint/2010/main" val="167166677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a:t>Click to edit Master </a:t>
            </a:r>
            <a:br>
              <a:rPr lang="en-US" dirty="0"/>
            </a:br>
            <a:r>
              <a:rPr lang="en-US" dirty="0"/>
              <a:t>title style</a:t>
            </a:r>
            <a:endParaRPr lang="de-DE" dirty="0"/>
          </a:p>
        </p:txBody>
      </p:sp>
      <p:sp>
        <p:nvSpPr>
          <p:cNvPr id="8" name="Text Placeholder 7"/>
          <p:cNvSpPr>
            <a:spLocks noGrp="1"/>
          </p:cNvSpPr>
          <p:nvPr>
            <p:ph type="body" sz="quarter" idx="14"/>
          </p:nvPr>
        </p:nvSpPr>
        <p:spPr>
          <a:xfrm>
            <a:off x="407988" y="1412875"/>
            <a:ext cx="11376025" cy="215444"/>
          </a:xfrm>
        </p:spPr>
        <p:txBody>
          <a:bodyPr>
            <a:spAutoFit/>
          </a:bodyPr>
          <a:lstStyle>
            <a:lvl1pPr>
              <a:defRPr>
                <a:solidFill>
                  <a:schemeClr val="accent2"/>
                </a:solidFill>
              </a:defRPr>
            </a:lvl1pPr>
          </a:lstStyle>
          <a:p>
            <a:pPr lvl="0"/>
            <a:r>
              <a:rPr lang="en-US"/>
              <a:t>Click to edit Master text styles</a:t>
            </a:r>
          </a:p>
        </p:txBody>
      </p:sp>
      <p:sp>
        <p:nvSpPr>
          <p:cNvPr id="6" name="Date Placeholder 5"/>
          <p:cNvSpPr>
            <a:spLocks noGrp="1"/>
          </p:cNvSpPr>
          <p:nvPr>
            <p:ph type="dt" sz="half" idx="15"/>
          </p:nvPr>
        </p:nvSpPr>
        <p:spPr>
          <a:xfrm>
            <a:off x="407988" y="6555971"/>
            <a:ext cx="2829007" cy="219456"/>
          </a:xfrm>
          <a:prstGeom prst="rect">
            <a:avLst/>
          </a:prstGeom>
        </p:spPr>
        <p:txBody>
          <a:bodyPr/>
          <a:lstStyle/>
          <a:p>
            <a:pPr>
              <a:lnSpc>
                <a:spcPct val="85000"/>
              </a:lnSpc>
            </a:pPr>
            <a:fld id="{CBB62B93-334A-481F-A40B-7EF71C13B416}" type="datetime1">
              <a:rPr lang="en-GB" smtClean="0"/>
              <a:t>18/12/2020</a:t>
            </a:fld>
            <a:endParaRPr lang="en-US" dirty="0"/>
          </a:p>
        </p:txBody>
      </p:sp>
      <p:sp>
        <p:nvSpPr>
          <p:cNvPr id="7" name="Footer Placeholder 6"/>
          <p:cNvSpPr>
            <a:spLocks noGrp="1"/>
          </p:cNvSpPr>
          <p:nvPr>
            <p:ph type="ftr" sz="quarter" idx="16"/>
          </p:nvPr>
        </p:nvSpPr>
        <p:spPr>
          <a:xfrm>
            <a:off x="9324107" y="6555758"/>
            <a:ext cx="2223686" cy="219456"/>
          </a:xfrm>
          <a:prstGeom prst="rect">
            <a:avLst/>
          </a:prstGeom>
        </p:spPr>
        <p:txBody>
          <a:bodyPr/>
          <a:lstStyle/>
          <a:p>
            <a:r>
              <a:rPr lang="en-US" dirty="0"/>
              <a:t>Slide # </a:t>
            </a:r>
          </a:p>
        </p:txBody>
      </p:sp>
      <p:sp>
        <p:nvSpPr>
          <p:cNvPr id="9" name="Slide Number Placeholder 8"/>
          <p:cNvSpPr>
            <a:spLocks noGrp="1"/>
          </p:cNvSpPr>
          <p:nvPr>
            <p:ph type="sldNum" sz="quarter" idx="17"/>
          </p:nvPr>
        </p:nvSpPr>
        <p:spPr>
          <a:xfrm>
            <a:off x="11784013" y="6555758"/>
            <a:ext cx="123754" cy="215444"/>
          </a:xfrm>
          <a:prstGeom prst="rect">
            <a:avLst/>
          </a:prstGeom>
        </p:spPr>
        <p:txBody>
          <a:bodyPr/>
          <a:lstStyle/>
          <a:p>
            <a:fld id="{DD205EFF-948D-4AF6-B54C-65639188FB5F}" type="slidenum">
              <a:rPr lang="en-US" smtClean="0"/>
              <a:pPr/>
              <a:t>‹#›</a:t>
            </a:fld>
            <a:endParaRPr lang="en-US" dirty="0"/>
          </a:p>
        </p:txBody>
      </p:sp>
    </p:spTree>
    <p:extLst>
      <p:ext uri="{BB962C8B-B14F-4D97-AF65-F5344CB8AC3E}">
        <p14:creationId xmlns:p14="http://schemas.microsoft.com/office/powerpoint/2010/main" val="401415204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de-DE" dirty="0"/>
          </a:p>
        </p:txBody>
      </p:sp>
      <p:sp>
        <p:nvSpPr>
          <p:cNvPr id="7" name="Text Placeholder 6"/>
          <p:cNvSpPr>
            <a:spLocks noGrp="1"/>
          </p:cNvSpPr>
          <p:nvPr>
            <p:ph type="body" sz="quarter" idx="13"/>
          </p:nvPr>
        </p:nvSpPr>
        <p:spPr>
          <a:xfrm>
            <a:off x="407988" y="1412875"/>
            <a:ext cx="11376025" cy="50403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6" name="Date Placeholder 5"/>
          <p:cNvSpPr>
            <a:spLocks noGrp="1"/>
          </p:cNvSpPr>
          <p:nvPr>
            <p:ph type="dt" sz="half" idx="14"/>
          </p:nvPr>
        </p:nvSpPr>
        <p:spPr>
          <a:xfrm>
            <a:off x="407988" y="6555971"/>
            <a:ext cx="2829007" cy="219456"/>
          </a:xfrm>
          <a:prstGeom prst="rect">
            <a:avLst/>
          </a:prstGeom>
        </p:spPr>
        <p:txBody>
          <a:bodyPr/>
          <a:lstStyle/>
          <a:p>
            <a:pPr>
              <a:lnSpc>
                <a:spcPct val="85000"/>
              </a:lnSpc>
            </a:pPr>
            <a:fld id="{EEFD71F5-42EC-4950-8CBB-3B94B0B3CAF5}" type="datetime1">
              <a:rPr lang="en-GB" smtClean="0"/>
              <a:t>18/12/2020</a:t>
            </a:fld>
            <a:endParaRPr lang="en-US" dirty="0"/>
          </a:p>
        </p:txBody>
      </p:sp>
      <p:sp>
        <p:nvSpPr>
          <p:cNvPr id="8" name="Footer Placeholder 7"/>
          <p:cNvSpPr>
            <a:spLocks noGrp="1"/>
          </p:cNvSpPr>
          <p:nvPr>
            <p:ph type="ftr" sz="quarter" idx="15"/>
          </p:nvPr>
        </p:nvSpPr>
        <p:spPr>
          <a:xfrm>
            <a:off x="9324107" y="6555758"/>
            <a:ext cx="2223686" cy="219456"/>
          </a:xfrm>
          <a:prstGeom prst="rect">
            <a:avLst/>
          </a:prstGeom>
        </p:spPr>
        <p:txBody>
          <a:bodyPr/>
          <a:lstStyle/>
          <a:p>
            <a:r>
              <a:rPr lang="en-US" dirty="0"/>
              <a:t>Slide # </a:t>
            </a:r>
          </a:p>
        </p:txBody>
      </p:sp>
      <p:sp>
        <p:nvSpPr>
          <p:cNvPr id="9" name="Slide Number Placeholder 8"/>
          <p:cNvSpPr>
            <a:spLocks noGrp="1"/>
          </p:cNvSpPr>
          <p:nvPr>
            <p:ph type="sldNum" sz="quarter" idx="16"/>
          </p:nvPr>
        </p:nvSpPr>
        <p:spPr>
          <a:xfrm>
            <a:off x="11784013" y="6555758"/>
            <a:ext cx="123754" cy="215444"/>
          </a:xfrm>
          <a:prstGeom prst="rect">
            <a:avLst/>
          </a:prstGeom>
        </p:spPr>
        <p:txBody>
          <a:bodyPr/>
          <a:lstStyle/>
          <a:p>
            <a:fld id="{DD205EFF-948D-4AF6-B54C-65639188FB5F}" type="slidenum">
              <a:rPr lang="en-US" smtClean="0"/>
              <a:pPr/>
              <a:t>‹#›</a:t>
            </a:fld>
            <a:endParaRPr lang="en-US" dirty="0"/>
          </a:p>
        </p:txBody>
      </p:sp>
    </p:spTree>
    <p:extLst>
      <p:ext uri="{BB962C8B-B14F-4D97-AF65-F5344CB8AC3E}">
        <p14:creationId xmlns:p14="http://schemas.microsoft.com/office/powerpoint/2010/main" val="192943552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Subtitle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a:t>Click to edit Master </a:t>
            </a:r>
            <a:br>
              <a:rPr lang="en-US" dirty="0"/>
            </a:br>
            <a:r>
              <a:rPr lang="en-US" dirty="0"/>
              <a:t>title style</a:t>
            </a:r>
            <a:endParaRPr lang="de-DE" dirty="0"/>
          </a:p>
        </p:txBody>
      </p:sp>
      <p:sp>
        <p:nvSpPr>
          <p:cNvPr id="7" name="Text Placeholder 6"/>
          <p:cNvSpPr>
            <a:spLocks noGrp="1"/>
          </p:cNvSpPr>
          <p:nvPr>
            <p:ph type="body" sz="quarter" idx="13"/>
          </p:nvPr>
        </p:nvSpPr>
        <p:spPr>
          <a:xfrm>
            <a:off x="407988" y="1772770"/>
            <a:ext cx="11376025" cy="468041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8" name="Text Placeholder 7"/>
          <p:cNvSpPr>
            <a:spLocks noGrp="1"/>
          </p:cNvSpPr>
          <p:nvPr>
            <p:ph type="body" sz="quarter" idx="14"/>
          </p:nvPr>
        </p:nvSpPr>
        <p:spPr>
          <a:xfrm>
            <a:off x="407988" y="1412875"/>
            <a:ext cx="11376025" cy="215444"/>
          </a:xfrm>
        </p:spPr>
        <p:txBody>
          <a:bodyPr>
            <a:spAutoFit/>
          </a:bodyPr>
          <a:lstStyle>
            <a:lvl1pPr>
              <a:defRPr>
                <a:solidFill>
                  <a:schemeClr val="accent2"/>
                </a:solidFill>
              </a:defRPr>
            </a:lvl1pPr>
          </a:lstStyle>
          <a:p>
            <a:pPr lvl="0"/>
            <a:r>
              <a:rPr lang="en-US"/>
              <a:t>Click to edit Master text styles</a:t>
            </a:r>
          </a:p>
        </p:txBody>
      </p:sp>
      <p:sp>
        <p:nvSpPr>
          <p:cNvPr id="6" name="Date Placeholder 5"/>
          <p:cNvSpPr>
            <a:spLocks noGrp="1"/>
          </p:cNvSpPr>
          <p:nvPr>
            <p:ph type="dt" sz="half" idx="15"/>
          </p:nvPr>
        </p:nvSpPr>
        <p:spPr>
          <a:xfrm>
            <a:off x="407988" y="6555971"/>
            <a:ext cx="2829007" cy="219456"/>
          </a:xfrm>
          <a:prstGeom prst="rect">
            <a:avLst/>
          </a:prstGeom>
        </p:spPr>
        <p:txBody>
          <a:bodyPr/>
          <a:lstStyle/>
          <a:p>
            <a:pPr>
              <a:lnSpc>
                <a:spcPct val="85000"/>
              </a:lnSpc>
            </a:pPr>
            <a:fld id="{67D3DB11-6C7B-4A8D-86EE-39C76384C651}" type="datetime1">
              <a:rPr lang="en-GB" smtClean="0"/>
              <a:t>18/12/2020</a:t>
            </a:fld>
            <a:endParaRPr lang="en-US" dirty="0"/>
          </a:p>
        </p:txBody>
      </p:sp>
      <p:sp>
        <p:nvSpPr>
          <p:cNvPr id="9" name="Footer Placeholder 8"/>
          <p:cNvSpPr>
            <a:spLocks noGrp="1"/>
          </p:cNvSpPr>
          <p:nvPr>
            <p:ph type="ftr" sz="quarter" idx="16"/>
          </p:nvPr>
        </p:nvSpPr>
        <p:spPr>
          <a:xfrm>
            <a:off x="9324107" y="6555758"/>
            <a:ext cx="2223686" cy="219456"/>
          </a:xfrm>
          <a:prstGeom prst="rect">
            <a:avLst/>
          </a:prstGeom>
        </p:spPr>
        <p:txBody>
          <a:bodyPr/>
          <a:lstStyle/>
          <a:p>
            <a:r>
              <a:rPr lang="en-US" dirty="0"/>
              <a:t>Slide # </a:t>
            </a:r>
          </a:p>
        </p:txBody>
      </p:sp>
      <p:sp>
        <p:nvSpPr>
          <p:cNvPr id="10" name="Slide Number Placeholder 9"/>
          <p:cNvSpPr>
            <a:spLocks noGrp="1"/>
          </p:cNvSpPr>
          <p:nvPr>
            <p:ph type="sldNum" sz="quarter" idx="17"/>
          </p:nvPr>
        </p:nvSpPr>
        <p:spPr>
          <a:xfrm>
            <a:off x="11784013" y="6555758"/>
            <a:ext cx="123754" cy="215444"/>
          </a:xfrm>
          <a:prstGeom prst="rect">
            <a:avLst/>
          </a:prstGeom>
        </p:spPr>
        <p:txBody>
          <a:bodyPr/>
          <a:lstStyle/>
          <a:p>
            <a:fld id="{DD205EFF-948D-4AF6-B54C-65639188FB5F}" type="slidenum">
              <a:rPr lang="en-US" smtClean="0"/>
              <a:pPr/>
              <a:t>‹#›</a:t>
            </a:fld>
            <a:endParaRPr lang="en-US" dirty="0"/>
          </a:p>
        </p:txBody>
      </p:sp>
    </p:spTree>
    <p:extLst>
      <p:ext uri="{BB962C8B-B14F-4D97-AF65-F5344CB8AC3E}">
        <p14:creationId xmlns:p14="http://schemas.microsoft.com/office/powerpoint/2010/main" val="101253226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_Blank-White">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407988" y="6555971"/>
            <a:ext cx="2829007" cy="219456"/>
          </a:xfrm>
          <a:prstGeom prst="rect">
            <a:avLst/>
          </a:prstGeom>
        </p:spPr>
        <p:txBody>
          <a:bodyPr/>
          <a:lstStyle/>
          <a:p>
            <a:pPr>
              <a:lnSpc>
                <a:spcPct val="85000"/>
              </a:lnSpc>
            </a:pPr>
            <a:fld id="{D1F354DC-9931-4D81-B367-E865B702D0E2}" type="datetime1">
              <a:rPr lang="en-GB" smtClean="0"/>
              <a:t>18/12/2020</a:t>
            </a:fld>
            <a:endParaRPr lang="en-US" dirty="0"/>
          </a:p>
        </p:txBody>
      </p:sp>
      <p:sp>
        <p:nvSpPr>
          <p:cNvPr id="6" name="Footer Placeholder 5"/>
          <p:cNvSpPr>
            <a:spLocks noGrp="1"/>
          </p:cNvSpPr>
          <p:nvPr>
            <p:ph type="ftr" sz="quarter" idx="11"/>
          </p:nvPr>
        </p:nvSpPr>
        <p:spPr>
          <a:xfrm>
            <a:off x="9324107" y="6555758"/>
            <a:ext cx="2223686" cy="219456"/>
          </a:xfrm>
          <a:prstGeom prst="rect">
            <a:avLst/>
          </a:prstGeom>
        </p:spPr>
        <p:txBody>
          <a:bodyPr/>
          <a:lstStyle/>
          <a:p>
            <a:r>
              <a:rPr lang="en-US" dirty="0"/>
              <a:t>Slide # </a:t>
            </a:r>
          </a:p>
        </p:txBody>
      </p:sp>
      <p:sp>
        <p:nvSpPr>
          <p:cNvPr id="7" name="Slide Number Placeholder 6"/>
          <p:cNvSpPr>
            <a:spLocks noGrp="1"/>
          </p:cNvSpPr>
          <p:nvPr>
            <p:ph type="sldNum" sz="quarter" idx="12"/>
          </p:nvPr>
        </p:nvSpPr>
        <p:spPr>
          <a:xfrm>
            <a:off x="11784013" y="6555758"/>
            <a:ext cx="123754" cy="215444"/>
          </a:xfrm>
          <a:prstGeom prst="rect">
            <a:avLst/>
          </a:prstGeom>
        </p:spPr>
        <p:txBody>
          <a:bodyPr/>
          <a:lstStyle/>
          <a:p>
            <a:fld id="{DD205EFF-948D-4AF6-B54C-65639188FB5F}" type="slidenum">
              <a:rPr lang="en-US" smtClean="0"/>
              <a:pPr/>
              <a:t>‹#›</a:t>
            </a:fld>
            <a:endParaRPr lang="en-US" dirty="0"/>
          </a:p>
        </p:txBody>
      </p:sp>
    </p:spTree>
    <p:extLst>
      <p:ext uri="{BB962C8B-B14F-4D97-AF65-F5344CB8AC3E}">
        <p14:creationId xmlns:p14="http://schemas.microsoft.com/office/powerpoint/2010/main" val="98814475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_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hasCustomPrompt="1"/>
          </p:nvPr>
        </p:nvSpPr>
        <p:spPr>
          <a:xfrm>
            <a:off x="407987" y="1932114"/>
            <a:ext cx="5543551" cy="4521074"/>
          </a:xfrm>
          <a:prstGeom prst="rect">
            <a:avLst/>
          </a:prstGeom>
        </p:spPr>
        <p:txBody>
          <a:bodyPr>
            <a:noAutofit/>
          </a:bodyPr>
          <a:lstStyle>
            <a:lvl1pPr>
              <a:lnSpc>
                <a:spcPct val="100000"/>
              </a:lnSpc>
              <a:defRPr sz="1400">
                <a:solidFill>
                  <a:schemeClr val="tx1"/>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insert long text</a:t>
            </a:r>
          </a:p>
        </p:txBody>
      </p:sp>
      <p:sp>
        <p:nvSpPr>
          <p:cNvPr id="11" name="Text Placeholder 7">
            <a:extLst>
              <a:ext uri="{FF2B5EF4-FFF2-40B4-BE49-F238E27FC236}">
                <a16:creationId xmlns:a16="http://schemas.microsoft.com/office/drawing/2014/main" id="{4F279807-494A-45DD-A5C6-24F625316B92}"/>
              </a:ext>
            </a:extLst>
          </p:cNvPr>
          <p:cNvSpPr>
            <a:spLocks noGrp="1"/>
          </p:cNvSpPr>
          <p:nvPr>
            <p:ph type="body" sz="quarter" idx="11" hasCustomPrompt="1"/>
          </p:nvPr>
        </p:nvSpPr>
        <p:spPr>
          <a:xfrm>
            <a:off x="6240465" y="1932113"/>
            <a:ext cx="5516444" cy="4519865"/>
          </a:xfrm>
          <a:prstGeom prst="rect">
            <a:avLst/>
          </a:prstGeom>
        </p:spPr>
        <p:txBody>
          <a:bodyPr>
            <a:noAutofit/>
          </a:bodyPr>
          <a:lstStyle>
            <a:lvl1pPr>
              <a:lnSpc>
                <a:spcPct val="100000"/>
              </a:lnSpc>
              <a:defRPr sz="1400">
                <a:solidFill>
                  <a:schemeClr val="tx1"/>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insert long text</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7987" y="1420990"/>
            <a:ext cx="5543551" cy="360000"/>
          </a:xfrm>
          <a:prstGeom prst="rect">
            <a:avLst/>
          </a:prstGeom>
        </p:spPr>
        <p:txBody>
          <a:bodyPr>
            <a:noAutofit/>
          </a:bodyPr>
          <a:lstStyle>
            <a:lvl1pPr>
              <a:lnSpc>
                <a:spcPts val="2200"/>
              </a:lnSpc>
              <a:defRPr sz="1600" b="0">
                <a:solidFill>
                  <a:srgbClr val="12ABDB"/>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240465" y="1420990"/>
            <a:ext cx="5516444" cy="360000"/>
          </a:xfrm>
          <a:prstGeom prst="rect">
            <a:avLst/>
          </a:prstGeom>
        </p:spPr>
        <p:txBody>
          <a:bodyPr>
            <a:noAutofit/>
          </a:bodyPr>
          <a:lstStyle>
            <a:lvl1pPr>
              <a:lnSpc>
                <a:spcPts val="2200"/>
              </a:lnSpc>
              <a:defRPr sz="1600" b="0">
                <a:solidFill>
                  <a:srgbClr val="12ABDB"/>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insert title</a:t>
            </a:r>
          </a:p>
        </p:txBody>
      </p:sp>
      <p:sp>
        <p:nvSpPr>
          <p:cNvPr id="9" name="Title Placeholder 1">
            <a:extLst>
              <a:ext uri="{FF2B5EF4-FFF2-40B4-BE49-F238E27FC236}">
                <a16:creationId xmlns:a16="http://schemas.microsoft.com/office/drawing/2014/main" id="{6733E381-C11A-4F10-88ED-DDEA4B9167E2}"/>
              </a:ext>
            </a:extLst>
          </p:cNvPr>
          <p:cNvSpPr>
            <a:spLocks noGrp="1"/>
          </p:cNvSpPr>
          <p:nvPr>
            <p:ph type="title" hasCustomPrompt="1"/>
          </p:nvPr>
        </p:nvSpPr>
        <p:spPr>
          <a:xfrm>
            <a:off x="407988" y="404813"/>
            <a:ext cx="10944596" cy="865054"/>
          </a:xfrm>
          <a:prstGeom prst="rect">
            <a:avLst/>
          </a:prstGeom>
        </p:spPr>
        <p:txBody>
          <a:bodyPr vert="horz" lIns="0" tIns="0" rIns="0" bIns="0" rtlCol="0" anchor="t">
            <a:normAutofit/>
          </a:bodyPr>
          <a:lstStyle>
            <a:lvl1pPr>
              <a:defRPr lang="pt-PT" dirty="0">
                <a:solidFill>
                  <a:schemeClr val="tx2"/>
                </a:solidFill>
              </a:defRPr>
            </a:lvl1pPr>
          </a:lstStyle>
          <a:p>
            <a:pPr lvl="0">
              <a:lnSpc>
                <a:spcPts val="3000"/>
              </a:lnSpc>
            </a:pPr>
            <a:r>
              <a:rPr lang="en-US" dirty="0"/>
              <a:t>Click to insert title</a:t>
            </a:r>
            <a:endParaRPr lang="pt-PT" dirty="0"/>
          </a:p>
        </p:txBody>
      </p:sp>
      <p:sp>
        <p:nvSpPr>
          <p:cNvPr id="5" name="Date Placeholder 4"/>
          <p:cNvSpPr>
            <a:spLocks noGrp="1"/>
          </p:cNvSpPr>
          <p:nvPr>
            <p:ph type="dt" sz="half" idx="14"/>
          </p:nvPr>
        </p:nvSpPr>
        <p:spPr>
          <a:xfrm>
            <a:off x="407988" y="6555971"/>
            <a:ext cx="2829007" cy="219456"/>
          </a:xfrm>
          <a:prstGeom prst="rect">
            <a:avLst/>
          </a:prstGeom>
        </p:spPr>
        <p:txBody>
          <a:bodyPr/>
          <a:lstStyle/>
          <a:p>
            <a:pPr>
              <a:lnSpc>
                <a:spcPct val="85000"/>
              </a:lnSpc>
            </a:pPr>
            <a:fld id="{F217664D-6039-4B20-BDFB-97DCA3CC65B8}" type="datetime1">
              <a:rPr lang="en-GB" smtClean="0"/>
              <a:t>18/12/2020</a:t>
            </a:fld>
            <a:endParaRPr lang="en-US" dirty="0"/>
          </a:p>
        </p:txBody>
      </p:sp>
      <p:sp>
        <p:nvSpPr>
          <p:cNvPr id="6" name="Footer Placeholder 5"/>
          <p:cNvSpPr>
            <a:spLocks noGrp="1"/>
          </p:cNvSpPr>
          <p:nvPr>
            <p:ph type="ftr" sz="quarter" idx="15"/>
          </p:nvPr>
        </p:nvSpPr>
        <p:spPr>
          <a:xfrm>
            <a:off x="9324107" y="6555758"/>
            <a:ext cx="2223686" cy="219456"/>
          </a:xfrm>
          <a:prstGeom prst="rect">
            <a:avLst/>
          </a:prstGeom>
        </p:spPr>
        <p:txBody>
          <a:bodyPr/>
          <a:lstStyle/>
          <a:p>
            <a:r>
              <a:rPr lang="en-US" dirty="0"/>
              <a:t>Slide # </a:t>
            </a:r>
          </a:p>
        </p:txBody>
      </p:sp>
      <p:sp>
        <p:nvSpPr>
          <p:cNvPr id="7" name="Slide Number Placeholder 6"/>
          <p:cNvSpPr>
            <a:spLocks noGrp="1"/>
          </p:cNvSpPr>
          <p:nvPr>
            <p:ph type="sldNum" sz="quarter" idx="16"/>
          </p:nvPr>
        </p:nvSpPr>
        <p:spPr>
          <a:xfrm>
            <a:off x="11784013" y="6555758"/>
            <a:ext cx="123754" cy="215444"/>
          </a:xfrm>
          <a:prstGeom prst="rect">
            <a:avLst/>
          </a:prstGeom>
        </p:spPr>
        <p:txBody>
          <a:bodyPr/>
          <a:lstStyle/>
          <a:p>
            <a:fld id="{DD205EFF-948D-4AF6-B54C-65639188FB5F}" type="slidenum">
              <a:rPr lang="en-US" smtClean="0"/>
              <a:pPr/>
              <a:t>‹#›</a:t>
            </a:fld>
            <a:endParaRPr lang="en-US" dirty="0"/>
          </a:p>
        </p:txBody>
      </p:sp>
    </p:spTree>
    <p:extLst>
      <p:ext uri="{BB962C8B-B14F-4D97-AF65-F5344CB8AC3E}">
        <p14:creationId xmlns:p14="http://schemas.microsoft.com/office/powerpoint/2010/main" val="160081433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_Blank-Grey">
    <p:bg>
      <p:bgPr>
        <a:solidFill>
          <a:schemeClr val="bg2"/>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407988" y="6555971"/>
            <a:ext cx="2829007" cy="219456"/>
          </a:xfrm>
          <a:prstGeom prst="rect">
            <a:avLst/>
          </a:prstGeom>
        </p:spPr>
        <p:txBody>
          <a:bodyPr/>
          <a:lstStyle/>
          <a:p>
            <a:pPr>
              <a:lnSpc>
                <a:spcPct val="85000"/>
              </a:lnSpc>
            </a:pPr>
            <a:fld id="{9CE443CC-35FB-4F9F-84E2-B3CF804E1546}" type="datetime1">
              <a:rPr lang="en-GB" smtClean="0"/>
              <a:t>18/12/2020</a:t>
            </a:fld>
            <a:endParaRPr lang="en-US" dirty="0"/>
          </a:p>
        </p:txBody>
      </p:sp>
      <p:sp>
        <p:nvSpPr>
          <p:cNvPr id="6" name="Footer Placeholder 5"/>
          <p:cNvSpPr>
            <a:spLocks noGrp="1"/>
          </p:cNvSpPr>
          <p:nvPr>
            <p:ph type="ftr" sz="quarter" idx="11"/>
          </p:nvPr>
        </p:nvSpPr>
        <p:spPr>
          <a:xfrm>
            <a:off x="9324107" y="6555758"/>
            <a:ext cx="2223686" cy="219456"/>
          </a:xfrm>
          <a:prstGeom prst="rect">
            <a:avLst/>
          </a:prstGeom>
        </p:spPr>
        <p:txBody>
          <a:bodyPr/>
          <a:lstStyle/>
          <a:p>
            <a:r>
              <a:rPr lang="en-US" dirty="0"/>
              <a:t>Slide # </a:t>
            </a:r>
          </a:p>
        </p:txBody>
      </p:sp>
      <p:sp>
        <p:nvSpPr>
          <p:cNvPr id="7" name="Slide Number Placeholder 6"/>
          <p:cNvSpPr>
            <a:spLocks noGrp="1"/>
          </p:cNvSpPr>
          <p:nvPr>
            <p:ph type="sldNum" sz="quarter" idx="12"/>
          </p:nvPr>
        </p:nvSpPr>
        <p:spPr>
          <a:xfrm>
            <a:off x="11784013" y="6555758"/>
            <a:ext cx="123754" cy="215444"/>
          </a:xfrm>
          <a:prstGeom prst="rect">
            <a:avLst/>
          </a:prstGeom>
        </p:spPr>
        <p:txBody>
          <a:bodyPr/>
          <a:lstStyle/>
          <a:p>
            <a:fld id="{DD205EFF-948D-4AF6-B54C-65639188FB5F}" type="slidenum">
              <a:rPr lang="en-US" smtClean="0"/>
              <a:pPr/>
              <a:t>‹#›</a:t>
            </a:fld>
            <a:endParaRPr lang="en-US" dirty="0"/>
          </a:p>
        </p:txBody>
      </p:sp>
    </p:spTree>
    <p:extLst>
      <p:ext uri="{BB962C8B-B14F-4D97-AF65-F5344CB8AC3E}">
        <p14:creationId xmlns:p14="http://schemas.microsoft.com/office/powerpoint/2010/main" val="167594057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Text with Shapes - Layout1">
    <p:bg>
      <p:bgRef idx="1001">
        <a:schemeClr val="bg1"/>
      </p:bgRef>
    </p:bg>
    <p:spTree>
      <p:nvGrpSpPr>
        <p:cNvPr id="1" name=""/>
        <p:cNvGrpSpPr/>
        <p:nvPr/>
      </p:nvGrpSpPr>
      <p:grpSpPr>
        <a:xfrm>
          <a:off x="0" y="0"/>
          <a:ext cx="0" cy="0"/>
          <a:chOff x="0" y="0"/>
          <a:chExt cx="0" cy="0"/>
        </a:xfrm>
      </p:grpSpPr>
      <p:graphicFrame>
        <p:nvGraphicFramePr>
          <p:cNvPr id="18" name="Object 17" hidden="1"/>
          <p:cNvGraphicFramePr>
            <a:graphicFrameLocks noChangeAspect="1"/>
          </p:cNvGraphicFramePr>
          <p:nvPr userDrawn="1">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45507" name="think-cell Slide" r:id="rId4" imgW="270" imgH="270" progId="TCLayout.ActiveDocument.1">
                  <p:embed/>
                </p:oleObj>
              </mc:Choice>
              <mc:Fallback>
                <p:oleObj name="think-cell Slide" r:id="rId4" imgW="270" imgH="270" progId="TCLayout.ActiveDocument.1">
                  <p:embed/>
                  <p:pic>
                    <p:nvPicPr>
                      <p:cNvPr id="18" name="Object 17"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2" name="Freeform 9"/>
          <p:cNvSpPr>
            <a:spLocks/>
          </p:cNvSpPr>
          <p:nvPr userDrawn="1"/>
        </p:nvSpPr>
        <p:spPr bwMode="auto">
          <a:xfrm>
            <a:off x="9871075" y="0"/>
            <a:ext cx="2320925" cy="3840163"/>
          </a:xfrm>
          <a:custGeom>
            <a:avLst/>
            <a:gdLst>
              <a:gd name="T0" fmla="*/ 616 w 616"/>
              <a:gd name="T1" fmla="*/ 1021 h 1021"/>
              <a:gd name="T2" fmla="*/ 514 w 616"/>
              <a:gd name="T3" fmla="*/ 895 h 1021"/>
              <a:gd name="T4" fmla="*/ 331 w 616"/>
              <a:gd name="T5" fmla="*/ 659 h 1021"/>
              <a:gd name="T6" fmla="*/ 127 w 616"/>
              <a:gd name="T7" fmla="*/ 326 h 1021"/>
              <a:gd name="T8" fmla="*/ 0 w 616"/>
              <a:gd name="T9" fmla="*/ 0 h 1021"/>
              <a:gd name="T10" fmla="*/ 609 w 616"/>
              <a:gd name="T11" fmla="*/ 0 h 1021"/>
              <a:gd name="T12" fmla="*/ 616 w 616"/>
              <a:gd name="T13" fmla="*/ 8 h 1021"/>
              <a:gd name="T14" fmla="*/ 616 w 616"/>
              <a:gd name="T15" fmla="*/ 1021 h 10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16" h="1021">
                <a:moveTo>
                  <a:pt x="616" y="1021"/>
                </a:moveTo>
                <a:cubicBezTo>
                  <a:pt x="582" y="979"/>
                  <a:pt x="549" y="937"/>
                  <a:pt x="514" y="895"/>
                </a:cubicBezTo>
                <a:cubicBezTo>
                  <a:pt x="451" y="819"/>
                  <a:pt x="389" y="740"/>
                  <a:pt x="331" y="659"/>
                </a:cubicBezTo>
                <a:cubicBezTo>
                  <a:pt x="256" y="553"/>
                  <a:pt x="186" y="443"/>
                  <a:pt x="127" y="326"/>
                </a:cubicBezTo>
                <a:cubicBezTo>
                  <a:pt x="74" y="222"/>
                  <a:pt x="30" y="114"/>
                  <a:pt x="0" y="0"/>
                </a:cubicBezTo>
                <a:cubicBezTo>
                  <a:pt x="203" y="0"/>
                  <a:pt x="406" y="0"/>
                  <a:pt x="609" y="0"/>
                </a:cubicBezTo>
                <a:cubicBezTo>
                  <a:pt x="615" y="0"/>
                  <a:pt x="616" y="1"/>
                  <a:pt x="616" y="8"/>
                </a:cubicBezTo>
                <a:cubicBezTo>
                  <a:pt x="616" y="346"/>
                  <a:pt x="616" y="684"/>
                  <a:pt x="616" y="1021"/>
                </a:cubicBez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p>
            <a:endParaRPr lang="de-DE"/>
          </a:p>
        </p:txBody>
      </p:sp>
      <p:sp>
        <p:nvSpPr>
          <p:cNvPr id="15" name="Freeform 5"/>
          <p:cNvSpPr>
            <a:spLocks/>
          </p:cNvSpPr>
          <p:nvPr userDrawn="1"/>
        </p:nvSpPr>
        <p:spPr bwMode="auto">
          <a:xfrm>
            <a:off x="4270375" y="2336800"/>
            <a:ext cx="7921625" cy="4521200"/>
          </a:xfrm>
          <a:custGeom>
            <a:avLst/>
            <a:gdLst>
              <a:gd name="T0" fmla="*/ 0 w 2110"/>
              <a:gd name="T1" fmla="*/ 304 h 1203"/>
              <a:gd name="T2" fmla="*/ 38 w 2110"/>
              <a:gd name="T3" fmla="*/ 248 h 1203"/>
              <a:gd name="T4" fmla="*/ 212 w 2110"/>
              <a:gd name="T5" fmla="*/ 75 h 1203"/>
              <a:gd name="T6" fmla="*/ 407 w 2110"/>
              <a:gd name="T7" fmla="*/ 8 h 1203"/>
              <a:gd name="T8" fmla="*/ 670 w 2110"/>
              <a:gd name="T9" fmla="*/ 39 h 1203"/>
              <a:gd name="T10" fmla="*/ 881 w 2110"/>
              <a:gd name="T11" fmla="*/ 121 h 1203"/>
              <a:gd name="T12" fmla="*/ 1243 w 2110"/>
              <a:gd name="T13" fmla="*/ 325 h 1203"/>
              <a:gd name="T14" fmla="*/ 1469 w 2110"/>
              <a:gd name="T15" fmla="*/ 455 h 1203"/>
              <a:gd name="T16" fmla="*/ 1857 w 2110"/>
              <a:gd name="T17" fmla="*/ 624 h 1203"/>
              <a:gd name="T18" fmla="*/ 2090 w 2110"/>
              <a:gd name="T19" fmla="*/ 684 h 1203"/>
              <a:gd name="T20" fmla="*/ 2110 w 2110"/>
              <a:gd name="T21" fmla="*/ 687 h 1203"/>
              <a:gd name="T22" fmla="*/ 2110 w 2110"/>
              <a:gd name="T23" fmla="*/ 1201 h 1203"/>
              <a:gd name="T24" fmla="*/ 2102 w 2110"/>
              <a:gd name="T25" fmla="*/ 1201 h 1203"/>
              <a:gd name="T26" fmla="*/ 150 w 2110"/>
              <a:gd name="T27" fmla="*/ 1201 h 1203"/>
              <a:gd name="T28" fmla="*/ 141 w 2110"/>
              <a:gd name="T29" fmla="*/ 1200 h 1203"/>
              <a:gd name="T30" fmla="*/ 145 w 2110"/>
              <a:gd name="T31" fmla="*/ 1195 h 1203"/>
              <a:gd name="T32" fmla="*/ 213 w 2110"/>
              <a:gd name="T33" fmla="*/ 1099 h 1203"/>
              <a:gd name="T34" fmla="*/ 229 w 2110"/>
              <a:gd name="T35" fmla="*/ 923 h 1203"/>
              <a:gd name="T36" fmla="*/ 183 w 2110"/>
              <a:gd name="T37" fmla="*/ 716 h 1203"/>
              <a:gd name="T38" fmla="*/ 79 w 2110"/>
              <a:gd name="T39" fmla="*/ 463 h 1203"/>
              <a:gd name="T40" fmla="*/ 0 w 2110"/>
              <a:gd name="T41" fmla="*/ 310 h 1203"/>
              <a:gd name="T42" fmla="*/ 0 w 2110"/>
              <a:gd name="T43" fmla="*/ 304 h 1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110" h="1203">
                <a:moveTo>
                  <a:pt x="0" y="304"/>
                </a:moveTo>
                <a:cubicBezTo>
                  <a:pt x="13" y="286"/>
                  <a:pt x="25" y="267"/>
                  <a:pt x="38" y="248"/>
                </a:cubicBezTo>
                <a:cubicBezTo>
                  <a:pt x="86" y="180"/>
                  <a:pt x="141" y="120"/>
                  <a:pt x="212" y="75"/>
                </a:cubicBezTo>
                <a:cubicBezTo>
                  <a:pt x="272" y="38"/>
                  <a:pt x="337" y="15"/>
                  <a:pt x="407" y="8"/>
                </a:cubicBezTo>
                <a:cubicBezTo>
                  <a:pt x="497" y="0"/>
                  <a:pt x="584" y="14"/>
                  <a:pt x="670" y="39"/>
                </a:cubicBezTo>
                <a:cubicBezTo>
                  <a:pt x="743" y="60"/>
                  <a:pt x="813" y="89"/>
                  <a:pt x="881" y="121"/>
                </a:cubicBezTo>
                <a:cubicBezTo>
                  <a:pt x="1007" y="180"/>
                  <a:pt x="1126" y="251"/>
                  <a:pt x="1243" y="325"/>
                </a:cubicBezTo>
                <a:cubicBezTo>
                  <a:pt x="1317" y="372"/>
                  <a:pt x="1392" y="415"/>
                  <a:pt x="1469" y="455"/>
                </a:cubicBezTo>
                <a:cubicBezTo>
                  <a:pt x="1595" y="521"/>
                  <a:pt x="1723" y="578"/>
                  <a:pt x="1857" y="624"/>
                </a:cubicBezTo>
                <a:cubicBezTo>
                  <a:pt x="1933" y="650"/>
                  <a:pt x="2011" y="671"/>
                  <a:pt x="2090" y="684"/>
                </a:cubicBezTo>
                <a:cubicBezTo>
                  <a:pt x="2097" y="685"/>
                  <a:pt x="2104" y="686"/>
                  <a:pt x="2110" y="687"/>
                </a:cubicBezTo>
                <a:cubicBezTo>
                  <a:pt x="2110" y="858"/>
                  <a:pt x="2110" y="1030"/>
                  <a:pt x="2110" y="1201"/>
                </a:cubicBezTo>
                <a:cubicBezTo>
                  <a:pt x="2107" y="1201"/>
                  <a:pt x="2104" y="1201"/>
                  <a:pt x="2102" y="1201"/>
                </a:cubicBezTo>
                <a:cubicBezTo>
                  <a:pt x="1451" y="1201"/>
                  <a:pt x="801" y="1201"/>
                  <a:pt x="150" y="1201"/>
                </a:cubicBezTo>
                <a:cubicBezTo>
                  <a:pt x="147" y="1201"/>
                  <a:pt x="143" y="1203"/>
                  <a:pt x="141" y="1200"/>
                </a:cubicBezTo>
                <a:cubicBezTo>
                  <a:pt x="141" y="1197"/>
                  <a:pt x="143" y="1196"/>
                  <a:pt x="145" y="1195"/>
                </a:cubicBezTo>
                <a:cubicBezTo>
                  <a:pt x="178" y="1170"/>
                  <a:pt x="199" y="1137"/>
                  <a:pt x="213" y="1099"/>
                </a:cubicBezTo>
                <a:cubicBezTo>
                  <a:pt x="234" y="1042"/>
                  <a:pt x="235" y="983"/>
                  <a:pt x="229" y="923"/>
                </a:cubicBezTo>
                <a:cubicBezTo>
                  <a:pt x="222" y="852"/>
                  <a:pt x="205" y="783"/>
                  <a:pt x="183" y="716"/>
                </a:cubicBezTo>
                <a:cubicBezTo>
                  <a:pt x="154" y="629"/>
                  <a:pt x="118" y="545"/>
                  <a:pt x="79" y="463"/>
                </a:cubicBezTo>
                <a:cubicBezTo>
                  <a:pt x="54" y="411"/>
                  <a:pt x="28" y="360"/>
                  <a:pt x="0" y="310"/>
                </a:cubicBezTo>
                <a:cubicBezTo>
                  <a:pt x="0" y="308"/>
                  <a:pt x="0" y="306"/>
                  <a:pt x="0" y="304"/>
                </a:cubicBez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p>
            <a:endParaRPr lang="de-DE"/>
          </a:p>
        </p:txBody>
      </p:sp>
      <p:sp>
        <p:nvSpPr>
          <p:cNvPr id="50" name="Text Placeholder 7">
            <a:extLst>
              <a:ext uri="{FF2B5EF4-FFF2-40B4-BE49-F238E27FC236}">
                <a16:creationId xmlns:a16="http://schemas.microsoft.com/office/drawing/2014/main" id="{4E956B68-B273-4648-AC4B-C9A05A745160}"/>
              </a:ext>
            </a:extLst>
          </p:cNvPr>
          <p:cNvSpPr>
            <a:spLocks noGrp="1"/>
          </p:cNvSpPr>
          <p:nvPr>
            <p:ph type="body" sz="quarter" idx="32" hasCustomPrompt="1"/>
          </p:nvPr>
        </p:nvSpPr>
        <p:spPr>
          <a:xfrm>
            <a:off x="1847528" y="2708920"/>
            <a:ext cx="3312368" cy="720080"/>
          </a:xfrm>
          <a:prstGeom prst="rect">
            <a:avLst/>
          </a:prstGeom>
        </p:spPr>
        <p:txBody>
          <a:bodyPr anchor="ctr">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600"/>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Click to insert text</a:t>
            </a:r>
          </a:p>
        </p:txBody>
      </p:sp>
      <p:sp>
        <p:nvSpPr>
          <p:cNvPr id="51" name="Text Placeholder 7">
            <a:extLst>
              <a:ext uri="{FF2B5EF4-FFF2-40B4-BE49-F238E27FC236}">
                <a16:creationId xmlns:a16="http://schemas.microsoft.com/office/drawing/2014/main" id="{F12D7C74-E8A0-4A7D-95DA-A14111669514}"/>
              </a:ext>
            </a:extLst>
          </p:cNvPr>
          <p:cNvSpPr>
            <a:spLocks noGrp="1"/>
          </p:cNvSpPr>
          <p:nvPr>
            <p:ph type="body" sz="quarter" idx="33" hasCustomPrompt="1"/>
          </p:nvPr>
        </p:nvSpPr>
        <p:spPr>
          <a:xfrm>
            <a:off x="1847528" y="3645024"/>
            <a:ext cx="3312368" cy="720080"/>
          </a:xfrm>
          <a:prstGeom prst="rect">
            <a:avLst/>
          </a:prstGeom>
        </p:spPr>
        <p:txBody>
          <a:bodyPr anchor="ctr">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600"/>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Click to insert text</a:t>
            </a:r>
          </a:p>
        </p:txBody>
      </p:sp>
      <p:sp>
        <p:nvSpPr>
          <p:cNvPr id="49" name="Picture Placeholder 48">
            <a:extLst>
              <a:ext uri="{FF2B5EF4-FFF2-40B4-BE49-F238E27FC236}">
                <a16:creationId xmlns:a16="http://schemas.microsoft.com/office/drawing/2014/main" id="{4212BD44-DEDF-4B08-8824-204652F9616E}"/>
              </a:ext>
            </a:extLst>
          </p:cNvPr>
          <p:cNvSpPr>
            <a:spLocks noGrp="1"/>
          </p:cNvSpPr>
          <p:nvPr>
            <p:ph type="pic" sz="quarter" idx="10"/>
          </p:nvPr>
        </p:nvSpPr>
        <p:spPr>
          <a:xfrm>
            <a:off x="6553200" y="2060575"/>
            <a:ext cx="4910138" cy="2722563"/>
          </a:xfrm>
          <a:prstGeom prst="rect">
            <a:avLst/>
          </a:prstGeom>
        </p:spPr>
        <p:txBody>
          <a:bodyPr anchor="ctr"/>
          <a:lstStyle>
            <a:lvl1pPr algn="ctr">
              <a:defRPr/>
            </a:lvl1pPr>
          </a:lstStyle>
          <a:p>
            <a:r>
              <a:rPr lang="en-US" dirty="0"/>
              <a:t>Click icon to add picture</a:t>
            </a:r>
            <a:endParaRPr lang="pt-PT"/>
          </a:p>
        </p:txBody>
      </p:sp>
      <p:sp>
        <p:nvSpPr>
          <p:cNvPr id="52" name="Text Placeholder 7">
            <a:extLst>
              <a:ext uri="{FF2B5EF4-FFF2-40B4-BE49-F238E27FC236}">
                <a16:creationId xmlns:a16="http://schemas.microsoft.com/office/drawing/2014/main" id="{92D6AE9D-467E-46C0-B32B-79A9B07CDD13}"/>
              </a:ext>
            </a:extLst>
          </p:cNvPr>
          <p:cNvSpPr>
            <a:spLocks noGrp="1"/>
          </p:cNvSpPr>
          <p:nvPr>
            <p:ph type="body" sz="quarter" idx="34" hasCustomPrompt="1"/>
          </p:nvPr>
        </p:nvSpPr>
        <p:spPr>
          <a:xfrm>
            <a:off x="1847528" y="4630276"/>
            <a:ext cx="3312368" cy="720080"/>
          </a:xfrm>
          <a:prstGeom prst="rect">
            <a:avLst/>
          </a:prstGeom>
        </p:spPr>
        <p:txBody>
          <a:bodyPr anchor="ctr">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600"/>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Click to insert text</a:t>
            </a:r>
          </a:p>
        </p:txBody>
      </p:sp>
      <p:sp>
        <p:nvSpPr>
          <p:cNvPr id="7"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407988" y="404813"/>
            <a:ext cx="9864476" cy="863600"/>
          </a:xfrm>
          <a:prstGeom prst="rect">
            <a:avLst/>
          </a:prstGeom>
        </p:spPr>
        <p:txBody>
          <a:bodyPr vert="horz" lIns="0" tIns="0" rIns="0" bIns="0" rtlCol="0" anchor="t">
            <a:normAutofit/>
          </a:bodyPr>
          <a:lstStyle>
            <a:lvl1pPr>
              <a:defRPr lang="pt-PT" dirty="0"/>
            </a:lvl1pPr>
          </a:lstStyle>
          <a:p>
            <a:pPr lvl="0">
              <a:lnSpc>
                <a:spcPts val="3000"/>
              </a:lnSpc>
            </a:pPr>
            <a:r>
              <a:rPr lang="en-US" dirty="0"/>
              <a:t>Click to add title</a:t>
            </a:r>
            <a:endParaRPr lang="pt-PT" dirty="0"/>
          </a:p>
        </p:txBody>
      </p:sp>
      <p:pic>
        <p:nvPicPr>
          <p:cNvPr id="9" name="Graphic 4">
            <a:extLst>
              <a:ext uri="{FF2B5EF4-FFF2-40B4-BE49-F238E27FC236}">
                <a16:creationId xmlns:a16="http://schemas.microsoft.com/office/drawing/2014/main" id="{D67A1EFD-D78D-4138-B2FE-E0A098B59C34}"/>
              </a:ext>
            </a:extLst>
          </p:cNvPr>
          <p:cNvPicPr>
            <a:picLocks noChangeAspect="1"/>
          </p:cNvPicPr>
          <p:nvPr userDrawn="1"/>
        </p:nvPicPr>
        <p:blipFill rotWithShape="1">
          <a:blip r:embed="rId6">
            <a:extLst>
              <a:ext uri="{96DAC541-7B7A-43D3-8B79-37D633B846F1}">
                <asvg:svgBlip xmlns:asvg="http://schemas.microsoft.com/office/drawing/2016/SVG/main" r:embed="rId7"/>
              </a:ext>
            </a:extLst>
          </a:blip>
          <a:srcRect l="81836" t="-4713" b="16530"/>
          <a:stretch/>
        </p:blipFill>
        <p:spPr>
          <a:xfrm>
            <a:off x="11491419" y="164829"/>
            <a:ext cx="424356" cy="459624"/>
          </a:xfrm>
          <a:prstGeom prst="rect">
            <a:avLst/>
          </a:prstGeom>
        </p:spPr>
      </p:pic>
      <p:cxnSp>
        <p:nvCxnSpPr>
          <p:cNvPr id="17"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11568760" y="6587911"/>
            <a:ext cx="0" cy="155576"/>
          </a:xfrm>
          <a:prstGeom prst="line">
            <a:avLst/>
          </a:prstGeom>
          <a:solidFill>
            <a:schemeClr val="tx1"/>
          </a:solidFill>
          <a:ln w="12700" cap="rnd">
            <a:solidFill>
              <a:schemeClr val="bg1"/>
            </a:solidFill>
            <a:round/>
          </a:ln>
        </p:spPr>
        <p:style>
          <a:lnRef idx="1">
            <a:schemeClr val="accent1"/>
          </a:lnRef>
          <a:fillRef idx="0">
            <a:schemeClr val="accent1"/>
          </a:fillRef>
          <a:effectRef idx="0">
            <a:schemeClr val="accent1"/>
          </a:effectRef>
          <a:fontRef idx="minor">
            <a:schemeClr val="tx1"/>
          </a:fontRef>
        </p:style>
      </p:cxnSp>
      <p:sp>
        <p:nvSpPr>
          <p:cNvPr id="5" name="Date Placeholder 4"/>
          <p:cNvSpPr>
            <a:spLocks noGrp="1"/>
          </p:cNvSpPr>
          <p:nvPr>
            <p:ph type="dt" sz="half" idx="35"/>
          </p:nvPr>
        </p:nvSpPr>
        <p:spPr>
          <a:xfrm>
            <a:off x="407988" y="6555971"/>
            <a:ext cx="2829007" cy="219456"/>
          </a:xfrm>
          <a:prstGeom prst="rect">
            <a:avLst/>
          </a:prstGeom>
        </p:spPr>
        <p:txBody>
          <a:bodyPr/>
          <a:lstStyle/>
          <a:p>
            <a:pPr>
              <a:lnSpc>
                <a:spcPct val="85000"/>
              </a:lnSpc>
            </a:pPr>
            <a:fld id="{F58A36DB-51FC-46A3-B818-820D9A7B04C0}" type="datetime1">
              <a:rPr lang="en-GB" smtClean="0"/>
              <a:t>18/12/2020</a:t>
            </a:fld>
            <a:endParaRPr lang="en-US" dirty="0"/>
          </a:p>
        </p:txBody>
      </p:sp>
      <p:sp>
        <p:nvSpPr>
          <p:cNvPr id="6" name="Footer Placeholder 5"/>
          <p:cNvSpPr>
            <a:spLocks noGrp="1"/>
          </p:cNvSpPr>
          <p:nvPr>
            <p:ph type="ftr" sz="quarter" idx="36"/>
          </p:nvPr>
        </p:nvSpPr>
        <p:spPr>
          <a:xfrm>
            <a:off x="9324107" y="6555758"/>
            <a:ext cx="2223686" cy="219456"/>
          </a:xfrm>
          <a:prstGeom prst="rect">
            <a:avLst/>
          </a:prstGeom>
        </p:spPr>
        <p:txBody>
          <a:bodyPr/>
          <a:lstStyle>
            <a:lvl1pPr>
              <a:defRPr>
                <a:solidFill>
                  <a:schemeClr val="bg1"/>
                </a:solidFill>
              </a:defRPr>
            </a:lvl1pPr>
          </a:lstStyle>
          <a:p>
            <a:r>
              <a:rPr lang="en-US" dirty="0"/>
              <a:t>Slide # </a:t>
            </a:r>
          </a:p>
        </p:txBody>
      </p:sp>
      <p:sp>
        <p:nvSpPr>
          <p:cNvPr id="8" name="Slide Number Placeholder 7"/>
          <p:cNvSpPr>
            <a:spLocks noGrp="1"/>
          </p:cNvSpPr>
          <p:nvPr>
            <p:ph type="sldNum" sz="quarter" idx="37"/>
          </p:nvPr>
        </p:nvSpPr>
        <p:spPr>
          <a:xfrm>
            <a:off x="11784013" y="6555758"/>
            <a:ext cx="123754" cy="215444"/>
          </a:xfrm>
          <a:prstGeom prst="rect">
            <a:avLst/>
          </a:prstGeom>
        </p:spPr>
        <p:txBody>
          <a:bodyPr/>
          <a:lstStyle>
            <a:lvl1pPr>
              <a:defRPr>
                <a:solidFill>
                  <a:schemeClr val="bg1"/>
                </a:solidFill>
              </a:defRPr>
            </a:lvl1pPr>
          </a:lstStyle>
          <a:p>
            <a:fld id="{DD205EFF-948D-4AF6-B54C-65639188FB5F}" type="slidenum">
              <a:rPr lang="en-US" smtClean="0"/>
              <a:pPr/>
              <a:t>‹#›</a:t>
            </a:fld>
            <a:endParaRPr lang="en-US" dirty="0"/>
          </a:p>
        </p:txBody>
      </p:sp>
    </p:spTree>
    <p:extLst>
      <p:ext uri="{BB962C8B-B14F-4D97-AF65-F5344CB8AC3E}">
        <p14:creationId xmlns:p14="http://schemas.microsoft.com/office/powerpoint/2010/main" val="1487697004"/>
      </p:ext>
    </p:extLst>
  </p:cSld>
  <p:clrMapOvr>
    <a:overrideClrMapping bg1="lt1" tx1="dk1" bg2="lt2" tx2="dk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_Text with Shapes - Layout3">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45848EA7-8D7C-4A7B-9182-7C1202EDBFB1}"/>
              </a:ext>
            </a:extLst>
          </p:cNvPr>
          <p:cNvSpPr/>
          <p:nvPr userDrawn="1"/>
        </p:nvSpPr>
        <p:spPr>
          <a:xfrm>
            <a:off x="5550122" y="732974"/>
            <a:ext cx="6641878" cy="6125027"/>
          </a:xfrm>
          <a:custGeom>
            <a:avLst/>
            <a:gdLst>
              <a:gd name="connsiteX0" fmla="*/ 4389354 w 6641878"/>
              <a:gd name="connsiteY0" fmla="*/ 775 h 6125027"/>
              <a:gd name="connsiteX1" fmla="*/ 6309188 w 6641878"/>
              <a:gd name="connsiteY1" fmla="*/ 158122 h 6125027"/>
              <a:gd name="connsiteX2" fmla="*/ 6641878 w 6641878"/>
              <a:gd name="connsiteY2" fmla="*/ 218708 h 6125027"/>
              <a:gd name="connsiteX3" fmla="*/ 6641878 w 6641878"/>
              <a:gd name="connsiteY3" fmla="*/ 6125027 h 6125027"/>
              <a:gd name="connsiteX4" fmla="*/ 0 w 6641878"/>
              <a:gd name="connsiteY4" fmla="*/ 6125027 h 6125027"/>
              <a:gd name="connsiteX5" fmla="*/ 90624 w 6641878"/>
              <a:gd name="connsiteY5" fmla="*/ 5875088 h 6125027"/>
              <a:gd name="connsiteX6" fmla="*/ 3403890 w 6641878"/>
              <a:gd name="connsiteY6" fmla="*/ 22965 h 6125027"/>
              <a:gd name="connsiteX7" fmla="*/ 4389354 w 6641878"/>
              <a:gd name="connsiteY7" fmla="*/ 775 h 6125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641878" h="6125027">
                <a:moveTo>
                  <a:pt x="4389354" y="775"/>
                </a:moveTo>
                <a:cubicBezTo>
                  <a:pt x="5042595" y="7500"/>
                  <a:pt x="5686424" y="58155"/>
                  <a:pt x="6309188" y="158122"/>
                </a:cubicBezTo>
                <a:lnTo>
                  <a:pt x="6641878" y="218708"/>
                </a:lnTo>
                <a:lnTo>
                  <a:pt x="6641878" y="6125027"/>
                </a:lnTo>
                <a:lnTo>
                  <a:pt x="0" y="6125027"/>
                </a:lnTo>
                <a:lnTo>
                  <a:pt x="90624" y="5875088"/>
                </a:lnTo>
                <a:cubicBezTo>
                  <a:pt x="963229" y="3633055"/>
                  <a:pt x="2980348" y="1576261"/>
                  <a:pt x="3403890" y="22965"/>
                </a:cubicBezTo>
                <a:cubicBezTo>
                  <a:pt x="3733760" y="5034"/>
                  <a:pt x="4062734" y="-2587"/>
                  <a:pt x="4389354" y="775"/>
                </a:cubicBezTo>
                <a:close/>
              </a:path>
            </a:pathLst>
          </a:custGeom>
          <a:solidFill>
            <a:srgbClr val="FF30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37" name="Text Placeholder 7">
            <a:extLst>
              <a:ext uri="{FF2B5EF4-FFF2-40B4-BE49-F238E27FC236}">
                <a16:creationId xmlns:a16="http://schemas.microsoft.com/office/drawing/2014/main" id="{B223EFB8-88D3-4227-B238-464A474B852E}"/>
              </a:ext>
            </a:extLst>
          </p:cNvPr>
          <p:cNvSpPr>
            <a:spLocks noGrp="1"/>
          </p:cNvSpPr>
          <p:nvPr>
            <p:ph type="body" sz="quarter" idx="12" hasCustomPrompt="1"/>
          </p:nvPr>
        </p:nvSpPr>
        <p:spPr>
          <a:xfrm>
            <a:off x="2044699" y="3913792"/>
            <a:ext cx="2994439" cy="894840"/>
          </a:xfrm>
          <a:prstGeom prst="rect">
            <a:avLst/>
          </a:prstGeom>
        </p:spPr>
        <p:txBody>
          <a:bodyPr anchor="ctr">
            <a:noAutofit/>
          </a:bodyPr>
          <a:lstStyle>
            <a:lvl1pPr>
              <a:lnSpc>
                <a:spcPts val="1600"/>
              </a:lnSpc>
              <a:defRPr sz="14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Click to insert text</a:t>
            </a:r>
          </a:p>
        </p:txBody>
      </p:sp>
      <p:sp>
        <p:nvSpPr>
          <p:cNvPr id="38" name="Text Placeholder 7">
            <a:extLst>
              <a:ext uri="{FF2B5EF4-FFF2-40B4-BE49-F238E27FC236}">
                <a16:creationId xmlns:a16="http://schemas.microsoft.com/office/drawing/2014/main" id="{274C953F-F6D9-4EEF-A914-7C47201B5536}"/>
              </a:ext>
            </a:extLst>
          </p:cNvPr>
          <p:cNvSpPr>
            <a:spLocks noGrp="1"/>
          </p:cNvSpPr>
          <p:nvPr>
            <p:ph type="body" sz="quarter" idx="13" hasCustomPrompt="1"/>
          </p:nvPr>
        </p:nvSpPr>
        <p:spPr>
          <a:xfrm>
            <a:off x="2044699" y="5111406"/>
            <a:ext cx="2994439" cy="894840"/>
          </a:xfrm>
          <a:prstGeom prst="rect">
            <a:avLst/>
          </a:prstGeom>
        </p:spPr>
        <p:txBody>
          <a:bodyPr anchor="ctr">
            <a:noAutofit/>
          </a:bodyPr>
          <a:lstStyle>
            <a:lvl1pPr>
              <a:lnSpc>
                <a:spcPts val="1600"/>
              </a:lnSpc>
              <a:defRPr sz="14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Click to insert text</a:t>
            </a:r>
          </a:p>
        </p:txBody>
      </p:sp>
      <p:sp>
        <p:nvSpPr>
          <p:cNvPr id="35" name="Text Placeholder 7">
            <a:extLst>
              <a:ext uri="{FF2B5EF4-FFF2-40B4-BE49-F238E27FC236}">
                <a16:creationId xmlns:a16="http://schemas.microsoft.com/office/drawing/2014/main" id="{053B0AF9-F410-4C47-9D9C-CAC9890E4210}"/>
              </a:ext>
            </a:extLst>
          </p:cNvPr>
          <p:cNvSpPr>
            <a:spLocks noGrp="1"/>
          </p:cNvSpPr>
          <p:nvPr>
            <p:ph type="body" sz="quarter" idx="10" hasCustomPrompt="1"/>
          </p:nvPr>
        </p:nvSpPr>
        <p:spPr>
          <a:xfrm>
            <a:off x="407988" y="1413990"/>
            <a:ext cx="6297894" cy="894840"/>
          </a:xfrm>
          <a:prstGeom prst="rect">
            <a:avLst/>
          </a:prstGeom>
        </p:spPr>
        <p:txBody>
          <a:bodyPr>
            <a:noAutofit/>
          </a:bodyPr>
          <a:lstStyle>
            <a:lvl1pPr>
              <a:lnSpc>
                <a:spcPts val="2200"/>
              </a:lnSpc>
              <a:defRPr sz="18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Click to insert text</a:t>
            </a:r>
          </a:p>
        </p:txBody>
      </p:sp>
      <p:sp>
        <p:nvSpPr>
          <p:cNvPr id="36" name="Text Placeholder 7">
            <a:extLst>
              <a:ext uri="{FF2B5EF4-FFF2-40B4-BE49-F238E27FC236}">
                <a16:creationId xmlns:a16="http://schemas.microsoft.com/office/drawing/2014/main" id="{4C26CB88-1502-4963-9C3F-B1DA1792174C}"/>
              </a:ext>
            </a:extLst>
          </p:cNvPr>
          <p:cNvSpPr>
            <a:spLocks noGrp="1"/>
          </p:cNvSpPr>
          <p:nvPr>
            <p:ph type="body" sz="quarter" idx="11" hasCustomPrompt="1"/>
          </p:nvPr>
        </p:nvSpPr>
        <p:spPr>
          <a:xfrm>
            <a:off x="2044699" y="2611604"/>
            <a:ext cx="2994439" cy="894840"/>
          </a:xfrm>
          <a:prstGeom prst="rect">
            <a:avLst/>
          </a:prstGeom>
        </p:spPr>
        <p:txBody>
          <a:bodyPr anchor="ctr">
            <a:noAutofit/>
          </a:bodyPr>
          <a:lstStyle>
            <a:lvl1pPr>
              <a:lnSpc>
                <a:spcPts val="1600"/>
              </a:lnSpc>
              <a:defRPr sz="14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Click to insert text</a:t>
            </a:r>
          </a:p>
        </p:txBody>
      </p:sp>
      <p:sp>
        <p:nvSpPr>
          <p:cNvPr id="40" name="Text Placeholder 7">
            <a:extLst>
              <a:ext uri="{FF2B5EF4-FFF2-40B4-BE49-F238E27FC236}">
                <a16:creationId xmlns:a16="http://schemas.microsoft.com/office/drawing/2014/main" id="{14E8646B-8451-4052-9B50-DB60E346C8FA}"/>
              </a:ext>
            </a:extLst>
          </p:cNvPr>
          <p:cNvSpPr>
            <a:spLocks noGrp="1"/>
          </p:cNvSpPr>
          <p:nvPr>
            <p:ph type="body" sz="quarter" idx="14" hasCustomPrompt="1"/>
          </p:nvPr>
        </p:nvSpPr>
        <p:spPr>
          <a:xfrm>
            <a:off x="7392144" y="5276721"/>
            <a:ext cx="4391869" cy="729525"/>
          </a:xfrm>
          <a:prstGeom prst="rect">
            <a:avLst/>
          </a:prstGeom>
        </p:spPr>
        <p:txBody>
          <a:bodyPr>
            <a:noAutofit/>
          </a:bodyPr>
          <a:lstStyle>
            <a:lvl1pPr algn="r">
              <a:lnSpc>
                <a:spcPts val="1800"/>
              </a:lnSpc>
              <a:defRPr sz="160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Click to insert text</a:t>
            </a:r>
          </a:p>
        </p:txBody>
      </p:sp>
      <p:sp>
        <p:nvSpPr>
          <p:cNvPr id="43" name="Text Placeholder 42">
            <a:extLst>
              <a:ext uri="{FF2B5EF4-FFF2-40B4-BE49-F238E27FC236}">
                <a16:creationId xmlns:a16="http://schemas.microsoft.com/office/drawing/2014/main" id="{A06380E9-5885-470D-9428-A5F69B32620C}"/>
              </a:ext>
            </a:extLst>
          </p:cNvPr>
          <p:cNvSpPr>
            <a:spLocks noGrp="1"/>
          </p:cNvSpPr>
          <p:nvPr>
            <p:ph type="body" sz="quarter" idx="15" hasCustomPrompt="1"/>
          </p:nvPr>
        </p:nvSpPr>
        <p:spPr>
          <a:xfrm>
            <a:off x="7392144" y="4140764"/>
            <a:ext cx="4391869" cy="974725"/>
          </a:xfrm>
          <a:prstGeom prst="rect">
            <a:avLst/>
          </a:prstGeom>
        </p:spPr>
        <p:txBody>
          <a:bodyPr anchor="b">
            <a:noAutofit/>
          </a:bodyPr>
          <a:lstStyle>
            <a:lvl1pPr algn="r">
              <a:lnSpc>
                <a:spcPts val="3000"/>
              </a:lnSpc>
              <a:defRPr sz="2600">
                <a:solidFill>
                  <a:schemeClr val="bg1"/>
                </a:solidFill>
              </a:defRPr>
            </a:lvl1pPr>
          </a:lstStyle>
          <a:p>
            <a:pPr lvl="0"/>
            <a:r>
              <a:rPr lang="en-US" dirty="0"/>
              <a:t>Click to add subtitle</a:t>
            </a:r>
          </a:p>
        </p:txBody>
      </p:sp>
      <p:cxnSp>
        <p:nvCxnSpPr>
          <p:cNvPr id="18"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11568760" y="6587911"/>
            <a:ext cx="0" cy="155576"/>
          </a:xfrm>
          <a:prstGeom prst="line">
            <a:avLst/>
          </a:prstGeom>
          <a:solidFill>
            <a:schemeClr val="tx1"/>
          </a:solidFill>
          <a:ln w="12700" cap="rnd">
            <a:solidFill>
              <a:schemeClr val="bg1"/>
            </a:solidFill>
            <a:round/>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de-DE"/>
          </a:p>
        </p:txBody>
      </p:sp>
      <p:sp>
        <p:nvSpPr>
          <p:cNvPr id="6" name="Date Placeholder 5"/>
          <p:cNvSpPr>
            <a:spLocks noGrp="1"/>
          </p:cNvSpPr>
          <p:nvPr>
            <p:ph type="dt" sz="half" idx="16"/>
          </p:nvPr>
        </p:nvSpPr>
        <p:spPr>
          <a:xfrm>
            <a:off x="407988" y="6555971"/>
            <a:ext cx="2829007" cy="219456"/>
          </a:xfrm>
          <a:prstGeom prst="rect">
            <a:avLst/>
          </a:prstGeom>
        </p:spPr>
        <p:txBody>
          <a:bodyPr/>
          <a:lstStyle/>
          <a:p>
            <a:pPr>
              <a:lnSpc>
                <a:spcPct val="85000"/>
              </a:lnSpc>
            </a:pPr>
            <a:fld id="{9625C896-7199-450C-96A9-96485576CBAE}" type="datetime1">
              <a:rPr lang="en-GB" smtClean="0"/>
              <a:t>18/12/2020</a:t>
            </a:fld>
            <a:endParaRPr lang="en-US" dirty="0"/>
          </a:p>
        </p:txBody>
      </p:sp>
      <p:sp>
        <p:nvSpPr>
          <p:cNvPr id="7" name="Footer Placeholder 6"/>
          <p:cNvSpPr>
            <a:spLocks noGrp="1"/>
          </p:cNvSpPr>
          <p:nvPr>
            <p:ph type="ftr" sz="quarter" idx="17"/>
          </p:nvPr>
        </p:nvSpPr>
        <p:spPr>
          <a:xfrm>
            <a:off x="9324107" y="6555758"/>
            <a:ext cx="2223686" cy="219456"/>
          </a:xfrm>
          <a:prstGeom prst="rect">
            <a:avLst/>
          </a:prstGeom>
        </p:spPr>
        <p:txBody>
          <a:bodyPr/>
          <a:lstStyle>
            <a:lvl1pPr>
              <a:defRPr>
                <a:solidFill>
                  <a:schemeClr val="bg1"/>
                </a:solidFill>
              </a:defRPr>
            </a:lvl1pPr>
          </a:lstStyle>
          <a:p>
            <a:r>
              <a:rPr lang="en-US" dirty="0"/>
              <a:t>Slide # </a:t>
            </a:r>
          </a:p>
        </p:txBody>
      </p:sp>
      <p:sp>
        <p:nvSpPr>
          <p:cNvPr id="8" name="Slide Number Placeholder 7"/>
          <p:cNvSpPr>
            <a:spLocks noGrp="1"/>
          </p:cNvSpPr>
          <p:nvPr>
            <p:ph type="sldNum" sz="quarter" idx="18"/>
          </p:nvPr>
        </p:nvSpPr>
        <p:spPr>
          <a:xfrm>
            <a:off x="11784013" y="6555758"/>
            <a:ext cx="123754" cy="215444"/>
          </a:xfrm>
          <a:prstGeom prst="rect">
            <a:avLst/>
          </a:prstGeom>
        </p:spPr>
        <p:txBody>
          <a:bodyPr/>
          <a:lstStyle>
            <a:lvl1pPr>
              <a:defRPr>
                <a:solidFill>
                  <a:schemeClr val="bg1"/>
                </a:solidFill>
              </a:defRPr>
            </a:lvl1pPr>
          </a:lstStyle>
          <a:p>
            <a:fld id="{DD205EFF-948D-4AF6-B54C-65639188FB5F}" type="slidenum">
              <a:rPr lang="en-US" smtClean="0"/>
              <a:pPr/>
              <a:t>‹#›</a:t>
            </a:fld>
            <a:endParaRPr lang="en-US" dirty="0"/>
          </a:p>
        </p:txBody>
      </p:sp>
    </p:spTree>
    <p:extLst>
      <p:ext uri="{BB962C8B-B14F-4D97-AF65-F5344CB8AC3E}">
        <p14:creationId xmlns:p14="http://schemas.microsoft.com/office/powerpoint/2010/main" val="205663262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1_Text with Shapes - Layout2">
    <p:bg>
      <p:bgPr>
        <a:solidFill>
          <a:srgbClr val="E6E7E7"/>
        </a:solidFill>
        <a:effectLst/>
      </p:bgPr>
    </p:bg>
    <p:spTree>
      <p:nvGrpSpPr>
        <p:cNvPr id="1" name=""/>
        <p:cNvGrpSpPr/>
        <p:nvPr/>
      </p:nvGrpSpPr>
      <p:grpSpPr>
        <a:xfrm>
          <a:off x="0" y="0"/>
          <a:ext cx="0" cy="0"/>
          <a:chOff x="0" y="0"/>
          <a:chExt cx="0" cy="0"/>
        </a:xfrm>
      </p:grpSpPr>
      <p:sp>
        <p:nvSpPr>
          <p:cNvPr id="10" name="Text Placeholder 13">
            <a:extLst>
              <a:ext uri="{FF2B5EF4-FFF2-40B4-BE49-F238E27FC236}">
                <a16:creationId xmlns:a16="http://schemas.microsoft.com/office/drawing/2014/main" id="{7D1DC75A-C7A4-44A4-B19C-D445335545B0}"/>
              </a:ext>
            </a:extLst>
          </p:cNvPr>
          <p:cNvSpPr>
            <a:spLocks noGrp="1"/>
          </p:cNvSpPr>
          <p:nvPr>
            <p:ph type="body" sz="quarter" idx="11" hasCustomPrompt="1"/>
          </p:nvPr>
        </p:nvSpPr>
        <p:spPr>
          <a:xfrm>
            <a:off x="407988" y="2204864"/>
            <a:ext cx="3618859" cy="2924629"/>
          </a:xfrm>
          <a:prstGeom prst="rect">
            <a:avLst/>
          </a:prstGeom>
        </p:spPr>
        <p:txBody>
          <a:bodyPr lIns="0" tIns="0" rIns="0" bIns="0" anchor="b">
            <a:normAutofit/>
          </a:bodyPr>
          <a:lstStyle>
            <a:lvl1pPr>
              <a:lnSpc>
                <a:spcPct val="100000"/>
              </a:lnSpc>
              <a:defRPr sz="2800">
                <a:solidFill>
                  <a:srgbClr val="2C004B"/>
                </a:solidFill>
              </a:defRPr>
            </a:lvl1pPr>
            <a:lvl2pPr marL="457200" indent="0">
              <a:lnSpc>
                <a:spcPts val="6200"/>
              </a:lnSpc>
              <a:buNone/>
              <a:defRPr sz="5400">
                <a:solidFill>
                  <a:srgbClr val="2C004B"/>
                </a:solidFill>
              </a:defRPr>
            </a:lvl2pPr>
          </a:lstStyle>
          <a:p>
            <a:pPr lvl="0"/>
            <a:r>
              <a:rPr lang="en-US" dirty="0"/>
              <a:t>Edit text styles</a:t>
            </a:r>
          </a:p>
        </p:txBody>
      </p:sp>
      <p:sp>
        <p:nvSpPr>
          <p:cNvPr id="11" name="Text Placeholder 13">
            <a:extLst>
              <a:ext uri="{FF2B5EF4-FFF2-40B4-BE49-F238E27FC236}">
                <a16:creationId xmlns:a16="http://schemas.microsoft.com/office/drawing/2014/main" id="{563879A0-0979-491A-8758-371BB7AD935B}"/>
              </a:ext>
            </a:extLst>
          </p:cNvPr>
          <p:cNvSpPr>
            <a:spLocks noGrp="1"/>
          </p:cNvSpPr>
          <p:nvPr>
            <p:ph type="body" sz="quarter" idx="12" hasCustomPrompt="1"/>
          </p:nvPr>
        </p:nvSpPr>
        <p:spPr>
          <a:xfrm>
            <a:off x="407988" y="5273460"/>
            <a:ext cx="3618859" cy="675820"/>
          </a:xfrm>
          <a:prstGeom prst="rect">
            <a:avLst/>
          </a:prstGeom>
        </p:spPr>
        <p:txBody>
          <a:bodyPr lIns="0" tIns="0" rIns="0" bIns="0">
            <a:normAutofit/>
          </a:bodyPr>
          <a:lstStyle>
            <a:lvl1pPr>
              <a:lnSpc>
                <a:spcPct val="100000"/>
              </a:lnSpc>
              <a:defRPr sz="1600">
                <a:solidFill>
                  <a:srgbClr val="2C004B"/>
                </a:solidFill>
              </a:defRPr>
            </a:lvl1pPr>
            <a:lvl2pPr marL="457200" indent="0">
              <a:buNone/>
              <a:defRPr sz="1800">
                <a:solidFill>
                  <a:srgbClr val="2C004B"/>
                </a:solidFill>
              </a:defRPr>
            </a:lvl2pPr>
          </a:lstStyle>
          <a:p>
            <a:pPr lvl="0"/>
            <a:r>
              <a:rPr lang="en-US" dirty="0"/>
              <a:t>Edit text styles</a:t>
            </a:r>
          </a:p>
        </p:txBody>
      </p:sp>
      <p:grpSp>
        <p:nvGrpSpPr>
          <p:cNvPr id="9" name="Group 8">
            <a:extLst>
              <a:ext uri="{FF2B5EF4-FFF2-40B4-BE49-F238E27FC236}">
                <a16:creationId xmlns:a16="http://schemas.microsoft.com/office/drawing/2014/main" id="{A76958A6-8FB1-445D-BB17-D619DC39E089}"/>
              </a:ext>
            </a:extLst>
          </p:cNvPr>
          <p:cNvGrpSpPr/>
          <p:nvPr userDrawn="1"/>
        </p:nvGrpSpPr>
        <p:grpSpPr>
          <a:xfrm>
            <a:off x="3461852" y="0"/>
            <a:ext cx="8730148" cy="6858000"/>
            <a:chOff x="3461852" y="0"/>
            <a:chExt cx="8730148" cy="6858000"/>
          </a:xfrm>
        </p:grpSpPr>
        <p:sp>
          <p:nvSpPr>
            <p:cNvPr id="12" name="Freeform: Shape 11">
              <a:extLst>
                <a:ext uri="{FF2B5EF4-FFF2-40B4-BE49-F238E27FC236}">
                  <a16:creationId xmlns:a16="http://schemas.microsoft.com/office/drawing/2014/main" id="{3C37792F-39D6-4A1F-BE84-103229E3E4C7}"/>
                </a:ext>
              </a:extLst>
            </p:cNvPr>
            <p:cNvSpPr/>
            <p:nvPr/>
          </p:nvSpPr>
          <p:spPr>
            <a:xfrm>
              <a:off x="3461852" y="0"/>
              <a:ext cx="8730148" cy="6858000"/>
            </a:xfrm>
            <a:custGeom>
              <a:avLst/>
              <a:gdLst>
                <a:gd name="connsiteX0" fmla="*/ 0 w 8730148"/>
                <a:gd name="connsiteY0" fmla="*/ 0 h 6858000"/>
                <a:gd name="connsiteX1" fmla="*/ 8730148 w 8730148"/>
                <a:gd name="connsiteY1" fmla="*/ 0 h 6858000"/>
                <a:gd name="connsiteX2" fmla="*/ 8730148 w 8730148"/>
                <a:gd name="connsiteY2" fmla="*/ 23679 h 6858000"/>
                <a:gd name="connsiteX3" fmla="*/ 8730148 w 8730148"/>
                <a:gd name="connsiteY3" fmla="*/ 495863 h 6858000"/>
                <a:gd name="connsiteX4" fmla="*/ 8730148 w 8730148"/>
                <a:gd name="connsiteY4" fmla="*/ 952308 h 6858000"/>
                <a:gd name="connsiteX5" fmla="*/ 8730148 w 8730148"/>
                <a:gd name="connsiteY5" fmla="*/ 1393283 h 6858000"/>
                <a:gd name="connsiteX6" fmla="*/ 8730148 w 8730148"/>
                <a:gd name="connsiteY6" fmla="*/ 1819052 h 6858000"/>
                <a:gd name="connsiteX7" fmla="*/ 8730148 w 8730148"/>
                <a:gd name="connsiteY7" fmla="*/ 2229885 h 6858000"/>
                <a:gd name="connsiteX8" fmla="*/ 8730148 w 8730148"/>
                <a:gd name="connsiteY8" fmla="*/ 2626046 h 6858000"/>
                <a:gd name="connsiteX9" fmla="*/ 8730148 w 8730148"/>
                <a:gd name="connsiteY9" fmla="*/ 3007803 h 6858000"/>
                <a:gd name="connsiteX10" fmla="*/ 8730148 w 8730148"/>
                <a:gd name="connsiteY10" fmla="*/ 3375422 h 6858000"/>
                <a:gd name="connsiteX11" fmla="*/ 8730148 w 8730148"/>
                <a:gd name="connsiteY11" fmla="*/ 3729171 h 6858000"/>
                <a:gd name="connsiteX12" fmla="*/ 8730148 w 8730148"/>
                <a:gd name="connsiteY12" fmla="*/ 4069315 h 6858000"/>
                <a:gd name="connsiteX13" fmla="*/ 8730148 w 8730148"/>
                <a:gd name="connsiteY13" fmla="*/ 4396123 h 6858000"/>
                <a:gd name="connsiteX14" fmla="*/ 8730148 w 8730148"/>
                <a:gd name="connsiteY14" fmla="*/ 4709860 h 6858000"/>
                <a:gd name="connsiteX15" fmla="*/ 8730148 w 8730148"/>
                <a:gd name="connsiteY15" fmla="*/ 5010793 h 6858000"/>
                <a:gd name="connsiteX16" fmla="*/ 8730148 w 8730148"/>
                <a:gd name="connsiteY16" fmla="*/ 5299189 h 6858000"/>
                <a:gd name="connsiteX17" fmla="*/ 8730148 w 8730148"/>
                <a:gd name="connsiteY17" fmla="*/ 5575315 h 6858000"/>
                <a:gd name="connsiteX18" fmla="*/ 8730148 w 8730148"/>
                <a:gd name="connsiteY18" fmla="*/ 5839437 h 6858000"/>
                <a:gd name="connsiteX19" fmla="*/ 8730148 w 8730148"/>
                <a:gd name="connsiteY19" fmla="*/ 6091822 h 6858000"/>
                <a:gd name="connsiteX20" fmla="*/ 8730148 w 8730148"/>
                <a:gd name="connsiteY20" fmla="*/ 6332738 h 6858000"/>
                <a:gd name="connsiteX21" fmla="*/ 8730148 w 8730148"/>
                <a:gd name="connsiteY21" fmla="*/ 6562450 h 6858000"/>
                <a:gd name="connsiteX22" fmla="*/ 8730148 w 8730148"/>
                <a:gd name="connsiteY22" fmla="*/ 6781226 h 6858000"/>
                <a:gd name="connsiteX23" fmla="*/ 8730148 w 8730148"/>
                <a:gd name="connsiteY23" fmla="*/ 6858000 h 6858000"/>
                <a:gd name="connsiteX24" fmla="*/ 1680266 w 8730148"/>
                <a:gd name="connsiteY24" fmla="*/ 6858000 h 6858000"/>
                <a:gd name="connsiteX25" fmla="*/ 1725275 w 8730148"/>
                <a:gd name="connsiteY25" fmla="*/ 6819058 h 6858000"/>
                <a:gd name="connsiteX26" fmla="*/ 3705962 w 8730148"/>
                <a:gd name="connsiteY26" fmla="*/ 2012619 h 6858000"/>
                <a:gd name="connsiteX27" fmla="*/ 116582 w 8730148"/>
                <a:gd name="connsiteY27" fmla="*/ 25323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8730148" h="6858000">
                  <a:moveTo>
                    <a:pt x="0" y="0"/>
                  </a:moveTo>
                  <a:lnTo>
                    <a:pt x="8730148" y="0"/>
                  </a:lnTo>
                  <a:lnTo>
                    <a:pt x="8730148" y="23679"/>
                  </a:lnTo>
                  <a:lnTo>
                    <a:pt x="8730148" y="495863"/>
                  </a:lnTo>
                  <a:lnTo>
                    <a:pt x="8730148" y="952308"/>
                  </a:lnTo>
                  <a:lnTo>
                    <a:pt x="8730148" y="1393283"/>
                  </a:lnTo>
                  <a:lnTo>
                    <a:pt x="8730148" y="1819052"/>
                  </a:lnTo>
                  <a:lnTo>
                    <a:pt x="8730148" y="2229885"/>
                  </a:lnTo>
                  <a:lnTo>
                    <a:pt x="8730148" y="2626046"/>
                  </a:lnTo>
                  <a:lnTo>
                    <a:pt x="8730148" y="3007803"/>
                  </a:lnTo>
                  <a:lnTo>
                    <a:pt x="8730148" y="3375422"/>
                  </a:lnTo>
                  <a:lnTo>
                    <a:pt x="8730148" y="3729171"/>
                  </a:lnTo>
                  <a:lnTo>
                    <a:pt x="8730148" y="4069315"/>
                  </a:lnTo>
                  <a:lnTo>
                    <a:pt x="8730148" y="4396123"/>
                  </a:lnTo>
                  <a:lnTo>
                    <a:pt x="8730148" y="4709860"/>
                  </a:lnTo>
                  <a:lnTo>
                    <a:pt x="8730148" y="5010793"/>
                  </a:lnTo>
                  <a:lnTo>
                    <a:pt x="8730148" y="5299189"/>
                  </a:lnTo>
                  <a:lnTo>
                    <a:pt x="8730148" y="5575315"/>
                  </a:lnTo>
                  <a:lnTo>
                    <a:pt x="8730148" y="5839437"/>
                  </a:lnTo>
                  <a:lnTo>
                    <a:pt x="8730148" y="6091822"/>
                  </a:lnTo>
                  <a:lnTo>
                    <a:pt x="8730148" y="6332738"/>
                  </a:lnTo>
                  <a:lnTo>
                    <a:pt x="8730148" y="6562450"/>
                  </a:lnTo>
                  <a:lnTo>
                    <a:pt x="8730148" y="6781226"/>
                  </a:lnTo>
                  <a:lnTo>
                    <a:pt x="8730148" y="6858000"/>
                  </a:lnTo>
                  <a:lnTo>
                    <a:pt x="1680266" y="6858000"/>
                  </a:lnTo>
                  <a:lnTo>
                    <a:pt x="1725275" y="6819058"/>
                  </a:lnTo>
                  <a:cubicBezTo>
                    <a:pt x="4662995" y="4201443"/>
                    <a:pt x="4141233" y="1217168"/>
                    <a:pt x="3705962" y="2012619"/>
                  </a:cubicBezTo>
                  <a:cubicBezTo>
                    <a:pt x="3516434" y="3033940"/>
                    <a:pt x="1425698" y="2929072"/>
                    <a:pt x="116582" y="253235"/>
                  </a:cubicBezTo>
                  <a:close/>
                </a:path>
              </a:pathLst>
            </a:custGeom>
            <a:solidFill>
              <a:srgbClr val="2C00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3" name="Freeform 10">
              <a:extLst>
                <a:ext uri="{FF2B5EF4-FFF2-40B4-BE49-F238E27FC236}">
                  <a16:creationId xmlns:a16="http://schemas.microsoft.com/office/drawing/2014/main" id="{D9D750E2-E6DE-4123-9001-1391D1C49BBA}"/>
                </a:ext>
              </a:extLst>
            </p:cNvPr>
            <p:cNvSpPr>
              <a:spLocks/>
            </p:cNvSpPr>
            <p:nvPr/>
          </p:nvSpPr>
          <p:spPr bwMode="auto">
            <a:xfrm>
              <a:off x="6813803" y="2034666"/>
              <a:ext cx="669225" cy="544797"/>
            </a:xfrm>
            <a:custGeom>
              <a:avLst/>
              <a:gdLst>
                <a:gd name="T0" fmla="*/ 98 w 149"/>
                <a:gd name="T1" fmla="*/ 84 h 121"/>
                <a:gd name="T2" fmla="*/ 149 w 149"/>
                <a:gd name="T3" fmla="*/ 34 h 121"/>
                <a:gd name="T4" fmla="*/ 112 w 149"/>
                <a:gd name="T5" fmla="*/ 0 h 121"/>
                <a:gd name="T6" fmla="*/ 39 w 149"/>
                <a:gd name="T7" fmla="*/ 78 h 121"/>
                <a:gd name="T8" fmla="*/ 0 w 149"/>
                <a:gd name="T9" fmla="*/ 113 h 121"/>
                <a:gd name="T10" fmla="*/ 29 w 149"/>
                <a:gd name="T11" fmla="*/ 121 h 121"/>
                <a:gd name="T12" fmla="*/ 99 w 149"/>
                <a:gd name="T13" fmla="*/ 99 h 121"/>
                <a:gd name="T14" fmla="*/ 64 w 149"/>
                <a:gd name="T15" fmla="*/ 67 h 121"/>
                <a:gd name="T16" fmla="*/ 98 w 149"/>
                <a:gd name="T17" fmla="*/ 84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9" h="121">
                  <a:moveTo>
                    <a:pt x="98" y="84"/>
                  </a:moveTo>
                  <a:cubicBezTo>
                    <a:pt x="127" y="84"/>
                    <a:pt x="149" y="61"/>
                    <a:pt x="149" y="34"/>
                  </a:cubicBezTo>
                  <a:cubicBezTo>
                    <a:pt x="147" y="22"/>
                    <a:pt x="143" y="0"/>
                    <a:pt x="112" y="0"/>
                  </a:cubicBezTo>
                  <a:cubicBezTo>
                    <a:pt x="78" y="0"/>
                    <a:pt x="67" y="47"/>
                    <a:pt x="39" y="78"/>
                  </a:cubicBezTo>
                  <a:cubicBezTo>
                    <a:pt x="37" y="95"/>
                    <a:pt x="20" y="111"/>
                    <a:pt x="0" y="113"/>
                  </a:cubicBezTo>
                  <a:cubicBezTo>
                    <a:pt x="5" y="118"/>
                    <a:pt x="16" y="121"/>
                    <a:pt x="29" y="121"/>
                  </a:cubicBezTo>
                  <a:cubicBezTo>
                    <a:pt x="54" y="121"/>
                    <a:pt x="83" y="114"/>
                    <a:pt x="99" y="99"/>
                  </a:cubicBezTo>
                  <a:cubicBezTo>
                    <a:pt x="78" y="99"/>
                    <a:pt x="65" y="86"/>
                    <a:pt x="64" y="67"/>
                  </a:cubicBezTo>
                  <a:cubicBezTo>
                    <a:pt x="74" y="79"/>
                    <a:pt x="85" y="84"/>
                    <a:pt x="98" y="84"/>
                  </a:cubicBezTo>
                </a:path>
              </a:pathLst>
            </a:custGeom>
            <a:solidFill>
              <a:srgbClr val="00B9E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pt-PT"/>
            </a:p>
          </p:txBody>
        </p:sp>
        <p:sp>
          <p:nvSpPr>
            <p:cNvPr id="14" name="Freeform 11">
              <a:extLst>
                <a:ext uri="{FF2B5EF4-FFF2-40B4-BE49-F238E27FC236}">
                  <a16:creationId xmlns:a16="http://schemas.microsoft.com/office/drawing/2014/main" id="{53936070-5445-4D5B-B6F0-A72D3CC87FBE}"/>
                </a:ext>
              </a:extLst>
            </p:cNvPr>
            <p:cNvSpPr>
              <a:spLocks/>
            </p:cNvSpPr>
            <p:nvPr/>
          </p:nvSpPr>
          <p:spPr bwMode="auto">
            <a:xfrm>
              <a:off x="6464057" y="1641201"/>
              <a:ext cx="1018971" cy="860913"/>
            </a:xfrm>
            <a:custGeom>
              <a:avLst/>
              <a:gdLst>
                <a:gd name="T0" fmla="*/ 227 w 227"/>
                <a:gd name="T1" fmla="*/ 120 h 192"/>
                <a:gd name="T2" fmla="*/ 188 w 227"/>
                <a:gd name="T3" fmla="*/ 40 h 192"/>
                <a:gd name="T4" fmla="*/ 127 w 227"/>
                <a:gd name="T5" fmla="*/ 2 h 192"/>
                <a:gd name="T6" fmla="*/ 122 w 227"/>
                <a:gd name="T7" fmla="*/ 0 h 192"/>
                <a:gd name="T8" fmla="*/ 121 w 227"/>
                <a:gd name="T9" fmla="*/ 0 h 192"/>
                <a:gd name="T10" fmla="*/ 0 w 227"/>
                <a:gd name="T11" fmla="*/ 125 h 192"/>
                <a:gd name="T12" fmla="*/ 42 w 227"/>
                <a:gd name="T13" fmla="*/ 187 h 192"/>
                <a:gd name="T14" fmla="*/ 85 w 227"/>
                <a:gd name="T15" fmla="*/ 187 h 192"/>
                <a:gd name="T16" fmla="*/ 117 w 227"/>
                <a:gd name="T17" fmla="*/ 166 h 192"/>
                <a:gd name="T18" fmla="*/ 190 w 227"/>
                <a:gd name="T19" fmla="*/ 88 h 192"/>
                <a:gd name="T20" fmla="*/ 227 w 227"/>
                <a:gd name="T21" fmla="*/ 122 h 192"/>
                <a:gd name="T22" fmla="*/ 227 w 227"/>
                <a:gd name="T23" fmla="*/ 120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7" h="192">
                  <a:moveTo>
                    <a:pt x="227" y="120"/>
                  </a:moveTo>
                  <a:cubicBezTo>
                    <a:pt x="226" y="88"/>
                    <a:pt x="211" y="61"/>
                    <a:pt x="188" y="40"/>
                  </a:cubicBezTo>
                  <a:cubicBezTo>
                    <a:pt x="170" y="23"/>
                    <a:pt x="149" y="11"/>
                    <a:pt x="127" y="2"/>
                  </a:cubicBezTo>
                  <a:cubicBezTo>
                    <a:pt x="125" y="1"/>
                    <a:pt x="123" y="0"/>
                    <a:pt x="122" y="0"/>
                  </a:cubicBezTo>
                  <a:cubicBezTo>
                    <a:pt x="122" y="0"/>
                    <a:pt x="122" y="0"/>
                    <a:pt x="121" y="0"/>
                  </a:cubicBezTo>
                  <a:cubicBezTo>
                    <a:pt x="94" y="32"/>
                    <a:pt x="0" y="57"/>
                    <a:pt x="0" y="125"/>
                  </a:cubicBezTo>
                  <a:cubicBezTo>
                    <a:pt x="0" y="152"/>
                    <a:pt x="17" y="176"/>
                    <a:pt x="42" y="187"/>
                  </a:cubicBezTo>
                  <a:cubicBezTo>
                    <a:pt x="56" y="192"/>
                    <a:pt x="70" y="192"/>
                    <a:pt x="85" y="187"/>
                  </a:cubicBezTo>
                  <a:cubicBezTo>
                    <a:pt x="98" y="183"/>
                    <a:pt x="108" y="175"/>
                    <a:pt x="117" y="166"/>
                  </a:cubicBezTo>
                  <a:cubicBezTo>
                    <a:pt x="145" y="135"/>
                    <a:pt x="156" y="88"/>
                    <a:pt x="190" y="88"/>
                  </a:cubicBezTo>
                  <a:cubicBezTo>
                    <a:pt x="221" y="88"/>
                    <a:pt x="225" y="110"/>
                    <a:pt x="227" y="122"/>
                  </a:cubicBezTo>
                  <a:cubicBezTo>
                    <a:pt x="227" y="122"/>
                    <a:pt x="227" y="121"/>
                    <a:pt x="227" y="120"/>
                  </a:cubicBezTo>
                </a:path>
              </a:pathLst>
            </a:custGeom>
            <a:solidFill>
              <a:srgbClr val="007DB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pt-PT"/>
            </a:p>
          </p:txBody>
        </p:sp>
      </p:grpSp>
      <p:sp>
        <p:nvSpPr>
          <p:cNvPr id="2" name="Date Placeholder 1"/>
          <p:cNvSpPr>
            <a:spLocks noGrp="1"/>
          </p:cNvSpPr>
          <p:nvPr>
            <p:ph type="dt" sz="half" idx="13"/>
          </p:nvPr>
        </p:nvSpPr>
        <p:spPr>
          <a:xfrm>
            <a:off x="407988" y="6555971"/>
            <a:ext cx="2829007" cy="219456"/>
          </a:xfrm>
          <a:prstGeom prst="rect">
            <a:avLst/>
          </a:prstGeom>
        </p:spPr>
        <p:txBody>
          <a:bodyPr/>
          <a:lstStyle/>
          <a:p>
            <a:pPr>
              <a:lnSpc>
                <a:spcPct val="85000"/>
              </a:lnSpc>
            </a:pPr>
            <a:fld id="{899DAEA0-3B40-484F-8842-0DEA6349B902}" type="datetime1">
              <a:rPr lang="en-GB" smtClean="0"/>
              <a:t>18/12/2020</a:t>
            </a:fld>
            <a:endParaRPr lang="en-US" dirty="0"/>
          </a:p>
        </p:txBody>
      </p:sp>
      <p:sp>
        <p:nvSpPr>
          <p:cNvPr id="3" name="Footer Placeholder 2"/>
          <p:cNvSpPr>
            <a:spLocks noGrp="1"/>
          </p:cNvSpPr>
          <p:nvPr>
            <p:ph type="ftr" sz="quarter" idx="14"/>
          </p:nvPr>
        </p:nvSpPr>
        <p:spPr>
          <a:xfrm>
            <a:off x="9324107" y="6555758"/>
            <a:ext cx="2223686" cy="219456"/>
          </a:xfrm>
          <a:prstGeom prst="rect">
            <a:avLst/>
          </a:prstGeom>
        </p:spPr>
        <p:txBody>
          <a:bodyPr/>
          <a:lstStyle>
            <a:lvl1pPr>
              <a:defRPr>
                <a:solidFill>
                  <a:schemeClr val="bg1"/>
                </a:solidFill>
              </a:defRPr>
            </a:lvl1pPr>
          </a:lstStyle>
          <a:p>
            <a:r>
              <a:rPr lang="en-US" dirty="0"/>
              <a:t>Slide # </a:t>
            </a:r>
          </a:p>
        </p:txBody>
      </p:sp>
      <p:sp>
        <p:nvSpPr>
          <p:cNvPr id="4" name="Slide Number Placeholder 3"/>
          <p:cNvSpPr>
            <a:spLocks noGrp="1"/>
          </p:cNvSpPr>
          <p:nvPr>
            <p:ph type="sldNum" sz="quarter" idx="15"/>
          </p:nvPr>
        </p:nvSpPr>
        <p:spPr>
          <a:xfrm>
            <a:off x="11784013" y="6555758"/>
            <a:ext cx="123754" cy="215444"/>
          </a:xfrm>
          <a:prstGeom prst="rect">
            <a:avLst/>
          </a:prstGeom>
        </p:spPr>
        <p:txBody>
          <a:bodyPr/>
          <a:lstStyle>
            <a:lvl1pPr>
              <a:defRPr>
                <a:solidFill>
                  <a:schemeClr val="bg1"/>
                </a:solidFill>
              </a:defRPr>
            </a:lvl1pPr>
          </a:lstStyle>
          <a:p>
            <a:fld id="{DD205EFF-948D-4AF6-B54C-65639188FB5F}" type="slidenum">
              <a:rPr lang="en-US" smtClean="0"/>
              <a:pPr/>
              <a:t>‹#›</a:t>
            </a:fld>
            <a:endParaRPr lang="en-US" dirty="0"/>
          </a:p>
        </p:txBody>
      </p:sp>
    </p:spTree>
    <p:extLst>
      <p:ext uri="{BB962C8B-B14F-4D97-AF65-F5344CB8AC3E}">
        <p14:creationId xmlns:p14="http://schemas.microsoft.com/office/powerpoint/2010/main" val="188092526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Logo White">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17B390E6-46A0-4BED-B3E2-3051836E071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407267" y="2606029"/>
            <a:ext cx="7377467" cy="1645943"/>
          </a:xfrm>
          <a:prstGeom prst="rect">
            <a:avLst/>
          </a:prstGeom>
        </p:spPr>
      </p:pic>
    </p:spTree>
    <p:extLst>
      <p:ext uri="{BB962C8B-B14F-4D97-AF65-F5344CB8AC3E}">
        <p14:creationId xmlns:p14="http://schemas.microsoft.com/office/powerpoint/2010/main" val="107875407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userDrawn="1">
  <p:cSld name="2_Closing1">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52674"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31" name="Freeform 30"/>
          <p:cNvSpPr>
            <a:spLocks/>
          </p:cNvSpPr>
          <p:nvPr userDrawn="1"/>
        </p:nvSpPr>
        <p:spPr bwMode="auto">
          <a:xfrm>
            <a:off x="-1243011" y="-24026"/>
            <a:ext cx="7185715" cy="6882026"/>
          </a:xfrm>
          <a:custGeom>
            <a:avLst/>
            <a:gdLst>
              <a:gd name="connsiteX0" fmla="*/ 0 w 7185715"/>
              <a:gd name="connsiteY0" fmla="*/ 0 h 6882026"/>
              <a:gd name="connsiteX1" fmla="*/ 3168506 w 7185715"/>
              <a:gd name="connsiteY1" fmla="*/ 0 h 6882026"/>
              <a:gd name="connsiteX2" fmla="*/ 3259948 w 7185715"/>
              <a:gd name="connsiteY2" fmla="*/ 234708 h 6882026"/>
              <a:gd name="connsiteX3" fmla="*/ 6624524 w 7185715"/>
              <a:gd name="connsiteY3" fmla="*/ 2442570 h 6882026"/>
              <a:gd name="connsiteX4" fmla="*/ 5176874 w 7185715"/>
              <a:gd name="connsiteY4" fmla="*/ 6783435 h 6882026"/>
              <a:gd name="connsiteX5" fmla="*/ 5038873 w 7185715"/>
              <a:gd name="connsiteY5" fmla="*/ 6882026 h 6882026"/>
              <a:gd name="connsiteX6" fmla="*/ 0 w 7185715"/>
              <a:gd name="connsiteY6" fmla="*/ 6882026 h 6882026"/>
              <a:gd name="connsiteX7" fmla="*/ 0 w 7185715"/>
              <a:gd name="connsiteY7" fmla="*/ 6773906 h 6882026"/>
              <a:gd name="connsiteX8" fmla="*/ 0 w 7185715"/>
              <a:gd name="connsiteY8" fmla="*/ 348236 h 6882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85715" h="6882026">
                <a:moveTo>
                  <a:pt x="0" y="0"/>
                </a:moveTo>
                <a:lnTo>
                  <a:pt x="3168506" y="0"/>
                </a:lnTo>
                <a:lnTo>
                  <a:pt x="3259948" y="234708"/>
                </a:lnTo>
                <a:cubicBezTo>
                  <a:pt x="4449714" y="3049094"/>
                  <a:pt x="7081323" y="3736323"/>
                  <a:pt x="6624524" y="2442570"/>
                </a:cubicBezTo>
                <a:cubicBezTo>
                  <a:pt x="7362810" y="2721962"/>
                  <a:pt x="7782710" y="4869074"/>
                  <a:pt x="5176874" y="6783435"/>
                </a:cubicBezTo>
                <a:lnTo>
                  <a:pt x="5038873" y="6882026"/>
                </a:lnTo>
                <a:lnTo>
                  <a:pt x="0" y="6882026"/>
                </a:lnTo>
                <a:lnTo>
                  <a:pt x="0" y="6773906"/>
                </a:lnTo>
                <a:cubicBezTo>
                  <a:pt x="0" y="5536331"/>
                  <a:pt x="0" y="3546755"/>
                  <a:pt x="0" y="348236"/>
                </a:cubicBezTo>
                <a:close/>
              </a:path>
            </a:pathLst>
          </a:custGeom>
          <a:solidFill>
            <a:srgbClr val="300B4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dirty="0"/>
          </a:p>
        </p:txBody>
      </p:sp>
      <p:grpSp>
        <p:nvGrpSpPr>
          <p:cNvPr id="9" name="Group 8"/>
          <p:cNvGrpSpPr/>
          <p:nvPr userDrawn="1"/>
        </p:nvGrpSpPr>
        <p:grpSpPr>
          <a:xfrm>
            <a:off x="4979035" y="2404110"/>
            <a:ext cx="735013" cy="682321"/>
            <a:chOff x="5662614" y="3032124"/>
            <a:chExt cx="863600" cy="801689"/>
          </a:xfrm>
        </p:grpSpPr>
        <p:sp>
          <p:nvSpPr>
            <p:cNvPr id="10" name="Freeform 9"/>
            <p:cNvSpPr>
              <a:spLocks/>
            </p:cNvSpPr>
            <p:nvPr/>
          </p:nvSpPr>
          <p:spPr bwMode="auto">
            <a:xfrm>
              <a:off x="5959476" y="3368675"/>
              <a:ext cx="566738" cy="465138"/>
            </a:xfrm>
            <a:custGeom>
              <a:avLst/>
              <a:gdLst>
                <a:gd name="T0" fmla="*/ 99 w 149"/>
                <a:gd name="T1" fmla="*/ 85 h 122"/>
                <a:gd name="T2" fmla="*/ 149 w 149"/>
                <a:gd name="T3" fmla="*/ 34 h 122"/>
                <a:gd name="T4" fmla="*/ 112 w 149"/>
                <a:gd name="T5" fmla="*/ 0 h 122"/>
                <a:gd name="T6" fmla="*/ 39 w 149"/>
                <a:gd name="T7" fmla="*/ 78 h 122"/>
                <a:gd name="T8" fmla="*/ 0 w 149"/>
                <a:gd name="T9" fmla="*/ 114 h 122"/>
                <a:gd name="T10" fmla="*/ 29 w 149"/>
                <a:gd name="T11" fmla="*/ 122 h 122"/>
                <a:gd name="T12" fmla="*/ 99 w 149"/>
                <a:gd name="T13" fmla="*/ 99 h 122"/>
                <a:gd name="T14" fmla="*/ 64 w 149"/>
                <a:gd name="T15" fmla="*/ 68 h 122"/>
                <a:gd name="T16" fmla="*/ 99 w 149"/>
                <a:gd name="T17" fmla="*/ 85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9" h="122">
                  <a:moveTo>
                    <a:pt x="99" y="85"/>
                  </a:moveTo>
                  <a:cubicBezTo>
                    <a:pt x="127" y="85"/>
                    <a:pt x="149" y="62"/>
                    <a:pt x="149" y="34"/>
                  </a:cubicBezTo>
                  <a:cubicBezTo>
                    <a:pt x="147" y="22"/>
                    <a:pt x="143" y="0"/>
                    <a:pt x="112" y="0"/>
                  </a:cubicBezTo>
                  <a:cubicBezTo>
                    <a:pt x="78" y="0"/>
                    <a:pt x="67" y="48"/>
                    <a:pt x="39" y="78"/>
                  </a:cubicBezTo>
                  <a:cubicBezTo>
                    <a:pt x="37" y="96"/>
                    <a:pt x="20" y="111"/>
                    <a:pt x="0" y="114"/>
                  </a:cubicBezTo>
                  <a:cubicBezTo>
                    <a:pt x="5" y="119"/>
                    <a:pt x="16" y="122"/>
                    <a:pt x="29" y="122"/>
                  </a:cubicBezTo>
                  <a:cubicBezTo>
                    <a:pt x="54" y="122"/>
                    <a:pt x="84" y="115"/>
                    <a:pt x="99" y="99"/>
                  </a:cubicBezTo>
                  <a:cubicBezTo>
                    <a:pt x="78" y="100"/>
                    <a:pt x="65" y="86"/>
                    <a:pt x="64" y="68"/>
                  </a:cubicBezTo>
                  <a:cubicBezTo>
                    <a:pt x="74" y="80"/>
                    <a:pt x="85" y="85"/>
                    <a:pt x="99" y="85"/>
                  </a:cubicBezTo>
                </a:path>
              </a:pathLst>
            </a:custGeom>
            <a:solidFill>
              <a:srgbClr val="00B0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2"/>
            <p:cNvSpPr>
              <a:spLocks/>
            </p:cNvSpPr>
            <p:nvPr/>
          </p:nvSpPr>
          <p:spPr bwMode="auto">
            <a:xfrm>
              <a:off x="5662614" y="3032124"/>
              <a:ext cx="863600" cy="736599"/>
            </a:xfrm>
            <a:custGeom>
              <a:avLst/>
              <a:gdLst>
                <a:gd name="T0" fmla="*/ 227 w 227"/>
                <a:gd name="T1" fmla="*/ 120 h 193"/>
                <a:gd name="T2" fmla="*/ 188 w 227"/>
                <a:gd name="T3" fmla="*/ 40 h 193"/>
                <a:gd name="T4" fmla="*/ 127 w 227"/>
                <a:gd name="T5" fmla="*/ 3 h 193"/>
                <a:gd name="T6" fmla="*/ 122 w 227"/>
                <a:gd name="T7" fmla="*/ 0 h 193"/>
                <a:gd name="T8" fmla="*/ 122 w 227"/>
                <a:gd name="T9" fmla="*/ 0 h 193"/>
                <a:gd name="T10" fmla="*/ 0 w 227"/>
                <a:gd name="T11" fmla="*/ 125 h 193"/>
                <a:gd name="T12" fmla="*/ 42 w 227"/>
                <a:gd name="T13" fmla="*/ 187 h 193"/>
                <a:gd name="T14" fmla="*/ 85 w 227"/>
                <a:gd name="T15" fmla="*/ 188 h 193"/>
                <a:gd name="T16" fmla="*/ 117 w 227"/>
                <a:gd name="T17" fmla="*/ 166 h 193"/>
                <a:gd name="T18" fmla="*/ 190 w 227"/>
                <a:gd name="T19" fmla="*/ 88 h 193"/>
                <a:gd name="T20" fmla="*/ 227 w 227"/>
                <a:gd name="T21" fmla="*/ 122 h 193"/>
                <a:gd name="T22" fmla="*/ 227 w 227"/>
                <a:gd name="T23" fmla="*/ 120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7" h="193">
                  <a:moveTo>
                    <a:pt x="227" y="120"/>
                  </a:moveTo>
                  <a:cubicBezTo>
                    <a:pt x="226" y="89"/>
                    <a:pt x="211" y="62"/>
                    <a:pt x="188" y="40"/>
                  </a:cubicBezTo>
                  <a:cubicBezTo>
                    <a:pt x="170" y="24"/>
                    <a:pt x="149" y="12"/>
                    <a:pt x="127" y="3"/>
                  </a:cubicBezTo>
                  <a:cubicBezTo>
                    <a:pt x="125" y="2"/>
                    <a:pt x="123" y="1"/>
                    <a:pt x="122" y="0"/>
                  </a:cubicBezTo>
                  <a:cubicBezTo>
                    <a:pt x="122" y="0"/>
                    <a:pt x="122" y="0"/>
                    <a:pt x="122" y="0"/>
                  </a:cubicBezTo>
                  <a:cubicBezTo>
                    <a:pt x="94" y="33"/>
                    <a:pt x="0" y="57"/>
                    <a:pt x="0" y="125"/>
                  </a:cubicBezTo>
                  <a:cubicBezTo>
                    <a:pt x="0" y="152"/>
                    <a:pt x="17" y="177"/>
                    <a:pt x="42" y="187"/>
                  </a:cubicBezTo>
                  <a:cubicBezTo>
                    <a:pt x="56" y="193"/>
                    <a:pt x="71" y="193"/>
                    <a:pt x="85" y="188"/>
                  </a:cubicBezTo>
                  <a:cubicBezTo>
                    <a:pt x="98" y="184"/>
                    <a:pt x="108" y="176"/>
                    <a:pt x="117" y="166"/>
                  </a:cubicBezTo>
                  <a:cubicBezTo>
                    <a:pt x="145" y="136"/>
                    <a:pt x="156" y="88"/>
                    <a:pt x="190" y="88"/>
                  </a:cubicBezTo>
                  <a:cubicBezTo>
                    <a:pt x="221" y="88"/>
                    <a:pt x="225" y="110"/>
                    <a:pt x="227" y="122"/>
                  </a:cubicBezTo>
                  <a:cubicBezTo>
                    <a:pt x="227" y="122"/>
                    <a:pt x="227" y="121"/>
                    <a:pt x="227" y="120"/>
                  </a:cubicBezTo>
                </a:path>
              </a:pathLst>
            </a:custGeom>
            <a:solidFill>
              <a:srgbClr val="0075B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14" name="Rectangle 13"/>
          <p:cNvSpPr/>
          <p:nvPr userDrawn="1"/>
        </p:nvSpPr>
        <p:spPr>
          <a:xfrm>
            <a:off x="6536184" y="2886346"/>
            <a:ext cx="4888556" cy="20548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just">
              <a:lnSpc>
                <a:spcPts val="1200"/>
              </a:lnSpc>
            </a:pPr>
            <a:r>
              <a:rPr lang="en-US" sz="900" dirty="0">
                <a:solidFill>
                  <a:schemeClr val="tx1"/>
                </a:solidFill>
              </a:rPr>
              <a:t>A global leader in consulting, technology services and digital transformation, Capgemini is at the forefront of innovation to address the entire breadth of clients’ opportunities in the evolving world of cloud, digital and platforms. Building on its strong 50-year heritage and deep industry-specific expertise, Capgemini enables organizations to realize their business ambitions through an array of services from strategy to operations. Capgemini is driven by the conviction that the business value of technology comes from and through people. It is a multicultural company of 200,000 team members in over 40 countries. The Group reported 2018 global revenues of EUR 13.2 billion.</a:t>
            </a:r>
          </a:p>
          <a:p>
            <a:pPr algn="just">
              <a:lnSpc>
                <a:spcPts val="1200"/>
              </a:lnSpc>
              <a:spcBef>
                <a:spcPts val="600"/>
              </a:spcBef>
            </a:pPr>
            <a:r>
              <a:rPr lang="en-US" sz="900" dirty="0">
                <a:solidFill>
                  <a:schemeClr val="tx1"/>
                </a:solidFill>
              </a:rPr>
              <a:t>Visit us at</a:t>
            </a:r>
          </a:p>
          <a:p>
            <a:pPr marL="0" marR="0" lvl="0" indent="0" algn="just" defTabSz="914400" rtl="0" eaLnBrk="1" fontAlgn="auto" latinLnBrk="0" hangingPunct="1">
              <a:lnSpc>
                <a:spcPts val="12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12ABDB"/>
                </a:solidFill>
                <a:effectLst/>
                <a:uLnTx/>
                <a:uFillTx/>
                <a:latin typeface="+mn-lt"/>
                <a:ea typeface="+mn-ea"/>
                <a:cs typeface="+mn-cs"/>
                <a:hlinkClick r:id="rId6"/>
              </a:rPr>
              <a:t>www.capgemini.com</a:t>
            </a:r>
            <a:endParaRPr kumimoji="0" lang="en-US" sz="1400" b="0" i="0" u="none" strike="noStrike" kern="1200" cap="none" spc="0" normalizeH="0" baseline="0" noProof="0" dirty="0">
              <a:ln>
                <a:noFill/>
              </a:ln>
              <a:solidFill>
                <a:srgbClr val="12ABDB"/>
              </a:solidFill>
              <a:effectLst/>
              <a:uLnTx/>
              <a:uFillTx/>
              <a:latin typeface="+mn-lt"/>
              <a:ea typeface="+mn-ea"/>
              <a:cs typeface="+mn-cs"/>
            </a:endParaRPr>
          </a:p>
        </p:txBody>
      </p:sp>
      <p:sp>
        <p:nvSpPr>
          <p:cNvPr id="15" name="Rectangle 14"/>
          <p:cNvSpPr/>
          <p:nvPr userDrawn="1"/>
        </p:nvSpPr>
        <p:spPr>
          <a:xfrm>
            <a:off x="6536184" y="2507082"/>
            <a:ext cx="2219960" cy="2564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dirty="0">
                <a:solidFill>
                  <a:schemeClr val="tx2"/>
                </a:solidFill>
              </a:rPr>
              <a:t>About Capgemini</a:t>
            </a:r>
          </a:p>
        </p:txBody>
      </p:sp>
      <p:pic>
        <p:nvPicPr>
          <p:cNvPr id="17" name="Picture 2" descr="D:\My Work\Template\Icons\Social Media\LinkedIN.png">
            <a:hlinkClick r:id="rId7"/>
          </p:cNvPr>
          <p:cNvPicPr>
            <a:picLocks noChangeAspect="1" noChangeArrowheads="1"/>
          </p:cNvPicPr>
          <p:nvPr userDrawn="1"/>
        </p:nvPicPr>
        <p:blipFill>
          <a:blip r:embed="rId8" cstate="print"/>
          <a:srcRect/>
          <a:stretch>
            <a:fillRect/>
          </a:stretch>
        </p:blipFill>
        <p:spPr bwMode="auto">
          <a:xfrm>
            <a:off x="798415" y="3979258"/>
            <a:ext cx="333195" cy="333195"/>
          </a:xfrm>
          <a:prstGeom prst="rect">
            <a:avLst/>
          </a:prstGeom>
          <a:noFill/>
        </p:spPr>
      </p:pic>
      <p:pic>
        <p:nvPicPr>
          <p:cNvPr id="18" name="Picture 4" descr="D:\My Work\Template\Icons\Social Media\SlideShare.png">
            <a:hlinkClick r:id="rId9"/>
          </p:cNvPr>
          <p:cNvPicPr>
            <a:picLocks noChangeAspect="1" noChangeArrowheads="1"/>
          </p:cNvPicPr>
          <p:nvPr userDrawn="1"/>
        </p:nvPicPr>
        <p:blipFill>
          <a:blip r:embed="rId10" cstate="print"/>
          <a:srcRect/>
          <a:stretch>
            <a:fillRect/>
          </a:stretch>
        </p:blipFill>
        <p:spPr bwMode="auto">
          <a:xfrm>
            <a:off x="1181792" y="3979258"/>
            <a:ext cx="333195" cy="333195"/>
          </a:xfrm>
          <a:prstGeom prst="rect">
            <a:avLst/>
          </a:prstGeom>
          <a:noFill/>
        </p:spPr>
      </p:pic>
      <p:pic>
        <p:nvPicPr>
          <p:cNvPr id="19" name="Picture 5" descr="D:\My Work\Template\Icons\Social Media\Twitter.png">
            <a:hlinkClick r:id="rId11"/>
          </p:cNvPr>
          <p:cNvPicPr>
            <a:picLocks noChangeAspect="1" noChangeArrowheads="1"/>
          </p:cNvPicPr>
          <p:nvPr userDrawn="1"/>
        </p:nvPicPr>
        <p:blipFill>
          <a:blip r:embed="rId12" cstate="print"/>
          <a:srcRect/>
          <a:stretch>
            <a:fillRect/>
          </a:stretch>
        </p:blipFill>
        <p:spPr bwMode="auto">
          <a:xfrm>
            <a:off x="1565169" y="3979258"/>
            <a:ext cx="333195" cy="333195"/>
          </a:xfrm>
          <a:prstGeom prst="rect">
            <a:avLst/>
          </a:prstGeom>
          <a:noFill/>
        </p:spPr>
      </p:pic>
      <p:pic>
        <p:nvPicPr>
          <p:cNvPr id="20" name="Picture 6" descr="D:\My Work\Template\Icons\Social Media\YouTube.png">
            <a:hlinkClick r:id="rId13"/>
          </p:cNvPr>
          <p:cNvPicPr>
            <a:picLocks noChangeAspect="1" noChangeArrowheads="1"/>
          </p:cNvPicPr>
          <p:nvPr userDrawn="1"/>
        </p:nvPicPr>
        <p:blipFill>
          <a:blip r:embed="rId14" cstate="print"/>
          <a:srcRect/>
          <a:stretch>
            <a:fillRect/>
          </a:stretch>
        </p:blipFill>
        <p:spPr bwMode="auto">
          <a:xfrm>
            <a:off x="1948545" y="3979258"/>
            <a:ext cx="333195" cy="333195"/>
          </a:xfrm>
          <a:prstGeom prst="rect">
            <a:avLst/>
          </a:prstGeom>
          <a:noFill/>
        </p:spPr>
      </p:pic>
      <p:pic>
        <p:nvPicPr>
          <p:cNvPr id="21" name="Picture 7" descr="D:\My Work\Template\Icons\Social Media\Facebook.png">
            <a:hlinkClick r:id="rId15"/>
          </p:cNvPr>
          <p:cNvPicPr>
            <a:picLocks noChangeAspect="1" noChangeArrowheads="1"/>
          </p:cNvPicPr>
          <p:nvPr userDrawn="1"/>
        </p:nvPicPr>
        <p:blipFill>
          <a:blip r:embed="rId16" cstate="print"/>
          <a:srcRect/>
          <a:stretch>
            <a:fillRect/>
          </a:stretch>
        </p:blipFill>
        <p:spPr bwMode="auto">
          <a:xfrm>
            <a:off x="415038" y="3979258"/>
            <a:ext cx="333195" cy="333195"/>
          </a:xfrm>
          <a:prstGeom prst="rect">
            <a:avLst/>
          </a:prstGeom>
          <a:noFill/>
        </p:spPr>
      </p:pic>
      <p:sp>
        <p:nvSpPr>
          <p:cNvPr id="23" name="Rectangle 22"/>
          <p:cNvSpPr/>
          <p:nvPr userDrawn="1"/>
        </p:nvSpPr>
        <p:spPr>
          <a:xfrm>
            <a:off x="415038" y="5640913"/>
            <a:ext cx="4198620" cy="569387"/>
          </a:xfrm>
          <a:prstGeom prst="rect">
            <a:avLst/>
          </a:prstGeom>
        </p:spPr>
        <p:txBody>
          <a:bodyPr wrap="square" lIns="0" tIns="0" rIns="0" bIns="0" anchor="b" anchorCtr="0">
            <a:spAutoFit/>
          </a:bodyPr>
          <a:lstStyle/>
          <a:p>
            <a:pPr>
              <a:spcAft>
                <a:spcPts val="600"/>
              </a:spcAft>
            </a:pPr>
            <a:r>
              <a:rPr lang="en-US" sz="800" noProof="0" dirty="0">
                <a:solidFill>
                  <a:schemeClr val="bg1"/>
                </a:solidFill>
                <a:latin typeface="+mn-lt"/>
                <a:cs typeface="Arial"/>
              </a:rPr>
              <a:t>This message contains information that may be privileged or confidential and is the property of the Capgemini Group.</a:t>
            </a:r>
            <a:br>
              <a:rPr lang="en-US" sz="800" noProof="0" dirty="0">
                <a:solidFill>
                  <a:schemeClr val="bg1"/>
                </a:solidFill>
                <a:latin typeface="+mn-lt"/>
                <a:cs typeface="Arial"/>
              </a:rPr>
            </a:br>
            <a:r>
              <a:rPr lang="en-US" sz="800" noProof="0" dirty="0">
                <a:solidFill>
                  <a:schemeClr val="bg1"/>
                </a:solidFill>
                <a:latin typeface="Arial"/>
                <a:cs typeface="Arial"/>
              </a:rPr>
              <a:t>Copyright © 2019 Capgemini. All rights reserved.</a:t>
            </a:r>
          </a:p>
          <a:p>
            <a:pPr marL="0" marR="0" indent="0" defTabSz="957756" rtl="0" eaLnBrk="1" fontAlgn="auto" latinLnBrk="0" hangingPunct="1">
              <a:lnSpc>
                <a:spcPct val="100000"/>
              </a:lnSpc>
              <a:spcBef>
                <a:spcPts val="0"/>
              </a:spcBef>
              <a:spcAft>
                <a:spcPts val="600"/>
              </a:spcAft>
              <a:buClrTx/>
              <a:buSzTx/>
              <a:buFontTx/>
              <a:buNone/>
              <a:tabLst/>
              <a:defRPr/>
            </a:pPr>
            <a:r>
              <a:rPr lang="en-US" sz="800" noProof="0" dirty="0">
                <a:solidFill>
                  <a:schemeClr val="bg1"/>
                </a:solidFill>
                <a:latin typeface="Arial"/>
                <a:cs typeface="Arial"/>
              </a:rPr>
              <a:t>Rightshore</a:t>
            </a:r>
            <a:r>
              <a:rPr lang="en-US" sz="800" baseline="30000" noProof="0" dirty="0">
                <a:solidFill>
                  <a:schemeClr val="bg1"/>
                </a:solidFill>
                <a:latin typeface="Arial"/>
                <a:cs typeface="Arial"/>
              </a:rPr>
              <a:t>®</a:t>
            </a:r>
            <a:r>
              <a:rPr lang="en-US" sz="800" noProof="0" dirty="0">
                <a:solidFill>
                  <a:schemeClr val="bg1"/>
                </a:solidFill>
                <a:latin typeface="Arial"/>
                <a:cs typeface="Arial"/>
              </a:rPr>
              <a:t> is a trademark belonging to Capgemini.</a:t>
            </a:r>
          </a:p>
        </p:txBody>
      </p:sp>
      <p:sp>
        <p:nvSpPr>
          <p:cNvPr id="24" name="Rectangle 23"/>
          <p:cNvSpPr/>
          <p:nvPr userDrawn="1"/>
        </p:nvSpPr>
        <p:spPr>
          <a:xfrm>
            <a:off x="6536184" y="5933302"/>
            <a:ext cx="5219699" cy="276999"/>
          </a:xfrm>
          <a:prstGeom prst="rect">
            <a:avLst/>
          </a:prstGeom>
        </p:spPr>
        <p:txBody>
          <a:bodyPr wrap="square" lIns="0" tIns="0" rIns="0" bIns="0" anchor="b" anchorCtr="0">
            <a:spAutoFit/>
          </a:bodyPr>
          <a:lstStyle/>
          <a:p>
            <a:pPr>
              <a:spcAft>
                <a:spcPts val="600"/>
              </a:spcAft>
            </a:pPr>
            <a:r>
              <a:rPr lang="en-US" sz="600" dirty="0">
                <a:cs typeface="Arial"/>
              </a:rPr>
              <a:t>This message is intended only for the person to whom it is addressed. If you are not the intended recipient, you are not authorized to read, print, retain, copy, disseminate, distribute, or use this message or any part thereof. If you receive this message in error, please notify the sender immediately and delete all copies of this message. </a:t>
            </a:r>
          </a:p>
        </p:txBody>
      </p:sp>
      <p:pic>
        <p:nvPicPr>
          <p:cNvPr id="29" name="Picture 28"/>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407572" y="4434172"/>
            <a:ext cx="2560320" cy="201012"/>
          </a:xfrm>
          <a:prstGeom prst="rect">
            <a:avLst/>
          </a:prstGeom>
        </p:spPr>
      </p:pic>
      <p:pic>
        <p:nvPicPr>
          <p:cNvPr id="22" name="Graphic 4">
            <a:extLst>
              <a:ext uri="{FF2B5EF4-FFF2-40B4-BE49-F238E27FC236}">
                <a16:creationId xmlns:a16="http://schemas.microsoft.com/office/drawing/2014/main" id="{25EEA1D4-3AF7-42D7-AE97-AE404AECFAEB}"/>
              </a:ext>
            </a:extLst>
          </p:cNvPr>
          <p:cNvPicPr>
            <a:picLocks noChangeAspect="1"/>
          </p:cNvPicPr>
          <p:nvPr userDrawn="1"/>
        </p:nvPicPr>
        <p:blipFill rotWithShape="1">
          <a:blip r:embed="rId18">
            <a:extLst>
              <a:ext uri="{96DAC541-7B7A-43D3-8B79-37D633B846F1}">
                <asvg:svgBlip xmlns:asvg="http://schemas.microsoft.com/office/drawing/2016/SVG/main" r:embed="rId19"/>
              </a:ext>
            </a:extLst>
          </a:blip>
          <a:srcRect l="81836" t="-4713" b="16530"/>
          <a:stretch/>
        </p:blipFill>
        <p:spPr>
          <a:xfrm>
            <a:off x="11547793" y="188640"/>
            <a:ext cx="424356" cy="459624"/>
          </a:xfrm>
          <a:prstGeom prst="rect">
            <a:avLst/>
          </a:prstGeom>
        </p:spPr>
      </p:pic>
    </p:spTree>
    <p:extLst>
      <p:ext uri="{BB962C8B-B14F-4D97-AF65-F5344CB8AC3E}">
        <p14:creationId xmlns:p14="http://schemas.microsoft.com/office/powerpoint/2010/main" val="89377399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_Text with Filled Background">
    <p:bg>
      <p:bgPr>
        <a:solidFill>
          <a:schemeClr val="bg1"/>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4439816"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hasCustomPrompt="1"/>
          </p:nvPr>
        </p:nvSpPr>
        <p:spPr>
          <a:xfrm>
            <a:off x="407988" y="3068960"/>
            <a:ext cx="4031828" cy="3375382"/>
          </a:xfrm>
          <a:prstGeom prst="rect">
            <a:avLst/>
          </a:prstGeom>
        </p:spPr>
        <p:txBody>
          <a:bodyPr>
            <a:noAutofit/>
          </a:bodyPr>
          <a:lstStyle>
            <a:lvl1pPr>
              <a:lnSpc>
                <a:spcPts val="2000"/>
              </a:lnSpc>
              <a:spcAft>
                <a:spcPts val="1800"/>
              </a:spcAft>
              <a:defRPr sz="1600">
                <a:solidFill>
                  <a:schemeClr val="bg1"/>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insert long text</a:t>
            </a:r>
            <a:endParaRPr lang="pt-PT" dirty="0"/>
          </a:p>
        </p:txBody>
      </p:sp>
      <p:sp>
        <p:nvSpPr>
          <p:cNvPr id="10" name="Title Placeholder 1">
            <a:extLst>
              <a:ext uri="{FF2B5EF4-FFF2-40B4-BE49-F238E27FC236}">
                <a16:creationId xmlns:a16="http://schemas.microsoft.com/office/drawing/2014/main" id="{57798370-07F4-412F-86CE-30C026EA6825}"/>
              </a:ext>
            </a:extLst>
          </p:cNvPr>
          <p:cNvSpPr>
            <a:spLocks noGrp="1"/>
          </p:cNvSpPr>
          <p:nvPr>
            <p:ph type="title" hasCustomPrompt="1"/>
          </p:nvPr>
        </p:nvSpPr>
        <p:spPr>
          <a:xfrm>
            <a:off x="407989" y="2002973"/>
            <a:ext cx="4031828" cy="859536"/>
          </a:xfrm>
          <a:prstGeom prst="rect">
            <a:avLst/>
          </a:prstGeom>
        </p:spPr>
        <p:txBody>
          <a:bodyPr vert="horz" lIns="0" tIns="0" rIns="0" bIns="0" rtlCol="0" anchor="b">
            <a:normAutofit/>
          </a:bodyPr>
          <a:lstStyle>
            <a:lvl1pPr>
              <a:defRPr lang="pt-PT" dirty="0">
                <a:solidFill>
                  <a:schemeClr val="bg1"/>
                </a:solidFill>
              </a:defRPr>
            </a:lvl1pPr>
          </a:lstStyle>
          <a:p>
            <a:pPr lvl="0">
              <a:lnSpc>
                <a:spcPts val="3000"/>
              </a:lnSpc>
            </a:pPr>
            <a:r>
              <a:rPr lang="en-US" dirty="0"/>
              <a:t>Click to insert title</a:t>
            </a:r>
            <a:endParaRPr lang="pt-PT" dirty="0"/>
          </a:p>
        </p:txBody>
      </p:sp>
      <p:cxnSp>
        <p:nvCxnSpPr>
          <p:cNvPr id="14"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11568760" y="6587911"/>
            <a:ext cx="0" cy="155576"/>
          </a:xfrm>
          <a:prstGeom prst="line">
            <a:avLst/>
          </a:prstGeom>
          <a:solidFill>
            <a:schemeClr val="tx1"/>
          </a:solidFill>
          <a:ln w="12700" cap="rnd">
            <a:solidFill>
              <a:schemeClr val="bg1"/>
            </a:solidFill>
            <a:round/>
          </a:ln>
        </p:spPr>
        <p:style>
          <a:lnRef idx="1">
            <a:schemeClr val="accent1"/>
          </a:lnRef>
          <a:fillRef idx="0">
            <a:schemeClr val="accent1"/>
          </a:fillRef>
          <a:effectRef idx="0">
            <a:schemeClr val="accent1"/>
          </a:effectRef>
          <a:fontRef idx="minor">
            <a:schemeClr val="tx1"/>
          </a:fontRef>
        </p:style>
      </p:cxnSp>
      <p:sp>
        <p:nvSpPr>
          <p:cNvPr id="6" name="Date Placeholder 5"/>
          <p:cNvSpPr>
            <a:spLocks noGrp="1"/>
          </p:cNvSpPr>
          <p:nvPr>
            <p:ph type="dt" sz="half" idx="11"/>
          </p:nvPr>
        </p:nvSpPr>
        <p:spPr>
          <a:xfrm>
            <a:off x="407988" y="6555971"/>
            <a:ext cx="2829007" cy="219456"/>
          </a:xfrm>
          <a:prstGeom prst="rect">
            <a:avLst/>
          </a:prstGeom>
        </p:spPr>
        <p:txBody>
          <a:bodyPr/>
          <a:lstStyle>
            <a:lvl1pPr>
              <a:defRPr>
                <a:solidFill>
                  <a:schemeClr val="bg1"/>
                </a:solidFill>
              </a:defRPr>
            </a:lvl1pPr>
          </a:lstStyle>
          <a:p>
            <a:pPr>
              <a:lnSpc>
                <a:spcPct val="85000"/>
              </a:lnSpc>
            </a:pPr>
            <a:fld id="{9382CA15-548C-49F7-B797-CF159E85F42E}" type="datetime1">
              <a:rPr lang="en-GB" smtClean="0"/>
              <a:t>18/12/2020</a:t>
            </a:fld>
            <a:endParaRPr lang="en-US" dirty="0"/>
          </a:p>
        </p:txBody>
      </p:sp>
      <p:sp>
        <p:nvSpPr>
          <p:cNvPr id="7" name="Footer Placeholder 6"/>
          <p:cNvSpPr>
            <a:spLocks noGrp="1"/>
          </p:cNvSpPr>
          <p:nvPr>
            <p:ph type="ftr" sz="quarter" idx="12"/>
          </p:nvPr>
        </p:nvSpPr>
        <p:spPr>
          <a:xfrm>
            <a:off x="9324107" y="6555758"/>
            <a:ext cx="2223686" cy="219456"/>
          </a:xfrm>
          <a:prstGeom prst="rect">
            <a:avLst/>
          </a:prstGeom>
        </p:spPr>
        <p:txBody>
          <a:bodyPr/>
          <a:lstStyle>
            <a:lvl1pPr>
              <a:defRPr>
                <a:solidFill>
                  <a:schemeClr val="bg1"/>
                </a:solidFill>
              </a:defRPr>
            </a:lvl1pPr>
          </a:lstStyle>
          <a:p>
            <a:r>
              <a:rPr lang="en-US" dirty="0"/>
              <a:t>Slide # </a:t>
            </a:r>
          </a:p>
        </p:txBody>
      </p:sp>
      <p:sp>
        <p:nvSpPr>
          <p:cNvPr id="9" name="Slide Number Placeholder 8"/>
          <p:cNvSpPr>
            <a:spLocks noGrp="1"/>
          </p:cNvSpPr>
          <p:nvPr>
            <p:ph type="sldNum" sz="quarter" idx="13"/>
          </p:nvPr>
        </p:nvSpPr>
        <p:spPr>
          <a:xfrm>
            <a:off x="11784013" y="6555758"/>
            <a:ext cx="123754" cy="215444"/>
          </a:xfrm>
          <a:prstGeom prst="rect">
            <a:avLst/>
          </a:prstGeom>
        </p:spPr>
        <p:txBody>
          <a:bodyPr/>
          <a:lstStyle>
            <a:lvl1pPr>
              <a:defRPr>
                <a:solidFill>
                  <a:schemeClr val="bg1"/>
                </a:solidFill>
              </a:defRPr>
            </a:lvl1pPr>
          </a:lstStyle>
          <a:p>
            <a:fld id="{DD205EFF-948D-4AF6-B54C-65639188FB5F}" type="slidenum">
              <a:rPr lang="en-US" smtClean="0"/>
              <a:pPr/>
              <a:t>‹#›</a:t>
            </a:fld>
            <a:endParaRPr lang="en-US" dirty="0"/>
          </a:p>
        </p:txBody>
      </p:sp>
      <p:sp>
        <p:nvSpPr>
          <p:cNvPr id="5" name="Picture Placeholder 4"/>
          <p:cNvSpPr>
            <a:spLocks noGrp="1"/>
          </p:cNvSpPr>
          <p:nvPr>
            <p:ph type="pic" sz="quarter" idx="14"/>
          </p:nvPr>
        </p:nvSpPr>
        <p:spPr>
          <a:xfrm>
            <a:off x="4440238" y="0"/>
            <a:ext cx="7751762" cy="6858000"/>
          </a:xfrm>
          <a:solidFill>
            <a:schemeClr val="bg2"/>
          </a:solidFill>
        </p:spPr>
        <p:txBody>
          <a:bodyPr anchor="ctr"/>
          <a:lstStyle>
            <a:lvl1pPr algn="ctr">
              <a:defRPr/>
            </a:lvl1pPr>
          </a:lstStyle>
          <a:p>
            <a:r>
              <a:rPr lang="en-US" dirty="0"/>
              <a:t>Click icon to add picture</a:t>
            </a:r>
            <a:endParaRPr lang="en-GB" dirty="0"/>
          </a:p>
        </p:txBody>
      </p:sp>
    </p:spTree>
    <p:extLst>
      <p:ext uri="{BB962C8B-B14F-4D97-AF65-F5344CB8AC3E}">
        <p14:creationId xmlns:p14="http://schemas.microsoft.com/office/powerpoint/2010/main" val="3514237491"/>
      </p:ext>
    </p:extLst>
  </p:cSld>
  <p:clrMapOvr>
    <a:masterClrMapping/>
  </p:clrMapOvr>
  <p:extLst>
    <p:ext uri="{DCECCB84-F9BA-43D5-87BE-67443E8EF086}">
      <p15:sldGuideLst xmlns:p15="http://schemas.microsoft.com/office/powerpoint/2012/main">
        <p15:guide id="1" orient="horz" pos="255">
          <p15:clr>
            <a:srgbClr val="FBAE40"/>
          </p15:clr>
        </p15:guide>
        <p15:guide id="2" pos="257">
          <p15:clr>
            <a:srgbClr val="FBAE40"/>
          </p15:clr>
        </p15:guide>
        <p15:guide id="3" pos="6879">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Section Opener1">
    <p:bg>
      <p:bgPr>
        <a:solidFill>
          <a:schemeClr val="bg2"/>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53698"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6" name="Freeform 5"/>
          <p:cNvSpPr>
            <a:spLocks/>
          </p:cNvSpPr>
          <p:nvPr userDrawn="1"/>
        </p:nvSpPr>
        <p:spPr bwMode="auto">
          <a:xfrm flipH="1">
            <a:off x="1055300" y="0"/>
            <a:ext cx="11136700" cy="6858000"/>
          </a:xfrm>
          <a:custGeom>
            <a:avLst/>
            <a:gdLst>
              <a:gd name="T0" fmla="*/ 810 w 2953"/>
              <a:gd name="T1" fmla="*/ 2160 h 2160"/>
              <a:gd name="T2" fmla="*/ 0 w 2953"/>
              <a:gd name="T3" fmla="*/ 2160 h 2160"/>
              <a:gd name="T4" fmla="*/ 0 w 2953"/>
              <a:gd name="T5" fmla="*/ 0 h 2160"/>
              <a:gd name="T6" fmla="*/ 2953 w 2953"/>
              <a:gd name="T7" fmla="*/ 0 h 2160"/>
              <a:gd name="T8" fmla="*/ 2951 w 2953"/>
              <a:gd name="T9" fmla="*/ 9 h 2160"/>
              <a:gd name="T10" fmla="*/ 2912 w 2953"/>
              <a:gd name="T11" fmla="*/ 104 h 2160"/>
              <a:gd name="T12" fmla="*/ 2689 w 2953"/>
              <a:gd name="T13" fmla="*/ 359 h 2160"/>
              <a:gd name="T14" fmla="*/ 2421 w 2953"/>
              <a:gd name="T15" fmla="*/ 509 h 2160"/>
              <a:gd name="T16" fmla="*/ 1974 w 2953"/>
              <a:gd name="T17" fmla="*/ 701 h 2160"/>
              <a:gd name="T18" fmla="*/ 1632 w 2953"/>
              <a:gd name="T19" fmla="*/ 876 h 2160"/>
              <a:gd name="T20" fmla="*/ 1411 w 2953"/>
              <a:gd name="T21" fmla="*/ 1047 h 2160"/>
              <a:gd name="T22" fmla="*/ 1306 w 2953"/>
              <a:gd name="T23" fmla="*/ 1219 h 2160"/>
              <a:gd name="T24" fmla="*/ 1303 w 2953"/>
              <a:gd name="T25" fmla="*/ 1459 h 2160"/>
              <a:gd name="T26" fmla="*/ 1396 w 2953"/>
              <a:gd name="T27" fmla="*/ 1682 h 2160"/>
              <a:gd name="T28" fmla="*/ 1403 w 2953"/>
              <a:gd name="T29" fmla="*/ 1695 h 2160"/>
              <a:gd name="T30" fmla="*/ 1398 w 2953"/>
              <a:gd name="T31" fmla="*/ 1700 h 2160"/>
              <a:gd name="T32" fmla="*/ 882 w 2953"/>
              <a:gd name="T33" fmla="*/ 2110 h 2160"/>
              <a:gd name="T34" fmla="*/ 810 w 2953"/>
              <a:gd name="T35" fmla="*/ 2160 h 2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953" h="2160">
                <a:moveTo>
                  <a:pt x="810" y="2160"/>
                </a:moveTo>
                <a:cubicBezTo>
                  <a:pt x="540" y="2160"/>
                  <a:pt x="270" y="2160"/>
                  <a:pt x="0" y="2160"/>
                </a:cubicBezTo>
                <a:cubicBezTo>
                  <a:pt x="0" y="1440"/>
                  <a:pt x="0" y="720"/>
                  <a:pt x="0" y="0"/>
                </a:cubicBezTo>
                <a:cubicBezTo>
                  <a:pt x="984" y="0"/>
                  <a:pt x="1969" y="0"/>
                  <a:pt x="2953" y="0"/>
                </a:cubicBezTo>
                <a:cubicBezTo>
                  <a:pt x="2952" y="3"/>
                  <a:pt x="2952" y="6"/>
                  <a:pt x="2951" y="9"/>
                </a:cubicBezTo>
                <a:cubicBezTo>
                  <a:pt x="2938" y="41"/>
                  <a:pt x="2927" y="73"/>
                  <a:pt x="2912" y="104"/>
                </a:cubicBezTo>
                <a:cubicBezTo>
                  <a:pt x="2859" y="208"/>
                  <a:pt x="2782" y="290"/>
                  <a:pt x="2689" y="359"/>
                </a:cubicBezTo>
                <a:cubicBezTo>
                  <a:pt x="2607" y="421"/>
                  <a:pt x="2516" y="468"/>
                  <a:pt x="2421" y="509"/>
                </a:cubicBezTo>
                <a:cubicBezTo>
                  <a:pt x="2272" y="572"/>
                  <a:pt x="2123" y="636"/>
                  <a:pt x="1974" y="701"/>
                </a:cubicBezTo>
                <a:cubicBezTo>
                  <a:pt x="1857" y="753"/>
                  <a:pt x="1742" y="809"/>
                  <a:pt x="1632" y="876"/>
                </a:cubicBezTo>
                <a:cubicBezTo>
                  <a:pt x="1551" y="924"/>
                  <a:pt x="1475" y="978"/>
                  <a:pt x="1411" y="1047"/>
                </a:cubicBezTo>
                <a:cubicBezTo>
                  <a:pt x="1364" y="1097"/>
                  <a:pt x="1327" y="1153"/>
                  <a:pt x="1306" y="1219"/>
                </a:cubicBezTo>
                <a:cubicBezTo>
                  <a:pt x="1280" y="1299"/>
                  <a:pt x="1283" y="1379"/>
                  <a:pt x="1303" y="1459"/>
                </a:cubicBezTo>
                <a:cubicBezTo>
                  <a:pt x="1323" y="1538"/>
                  <a:pt x="1357" y="1612"/>
                  <a:pt x="1396" y="1682"/>
                </a:cubicBezTo>
                <a:cubicBezTo>
                  <a:pt x="1399" y="1687"/>
                  <a:pt x="1401" y="1691"/>
                  <a:pt x="1403" y="1695"/>
                </a:cubicBezTo>
                <a:cubicBezTo>
                  <a:pt x="1401" y="1697"/>
                  <a:pt x="1399" y="1698"/>
                  <a:pt x="1398" y="1700"/>
                </a:cubicBezTo>
                <a:cubicBezTo>
                  <a:pt x="1232" y="1845"/>
                  <a:pt x="1061" y="1983"/>
                  <a:pt x="882" y="2110"/>
                </a:cubicBezTo>
                <a:cubicBezTo>
                  <a:pt x="858" y="2127"/>
                  <a:pt x="834" y="2143"/>
                  <a:pt x="810" y="2160"/>
                </a:cubicBez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de-DE"/>
          </a:p>
        </p:txBody>
      </p:sp>
      <p:sp>
        <p:nvSpPr>
          <p:cNvPr id="7" name="Text Placeholder 13">
            <a:extLst>
              <a:ext uri="{FF2B5EF4-FFF2-40B4-BE49-F238E27FC236}">
                <a16:creationId xmlns:a16="http://schemas.microsoft.com/office/drawing/2014/main" id="{5C674D03-4995-4743-8CE4-61CF32CFBDDE}"/>
              </a:ext>
            </a:extLst>
          </p:cNvPr>
          <p:cNvSpPr>
            <a:spLocks noGrp="1"/>
          </p:cNvSpPr>
          <p:nvPr>
            <p:ph type="body" sz="quarter" idx="11" hasCustomPrompt="1"/>
          </p:nvPr>
        </p:nvSpPr>
        <p:spPr>
          <a:xfrm>
            <a:off x="6522826" y="1844824"/>
            <a:ext cx="5261187" cy="1182207"/>
          </a:xfrm>
          <a:prstGeom prst="rect">
            <a:avLst/>
          </a:prstGeom>
        </p:spPr>
        <p:txBody>
          <a:bodyPr anchor="b">
            <a:normAutofit/>
          </a:bodyPr>
          <a:lstStyle>
            <a:lvl1pPr marL="0" indent="0" algn="r">
              <a:lnSpc>
                <a:spcPts val="3000"/>
              </a:lnSpc>
              <a:buNone/>
              <a:defRPr sz="2600">
                <a:solidFill>
                  <a:schemeClr val="accent2"/>
                </a:solidFill>
              </a:defRPr>
            </a:lvl1pPr>
            <a:lvl2pPr marL="457200" indent="0">
              <a:buNone/>
              <a:defRPr sz="6000">
                <a:solidFill>
                  <a:schemeClr val="bg1"/>
                </a:solidFill>
              </a:defRPr>
            </a:lvl2pPr>
          </a:lstStyle>
          <a:p>
            <a:pPr lvl="0"/>
            <a:r>
              <a:rPr lang="en-US" dirty="0"/>
              <a:t>Click to insert section title</a:t>
            </a:r>
            <a:endParaRPr lang="pt-PT" dirty="0"/>
          </a:p>
        </p:txBody>
      </p:sp>
      <p:pic>
        <p:nvPicPr>
          <p:cNvPr id="5" name="Graphic 9">
            <a:extLst>
              <a:ext uri="{FF2B5EF4-FFF2-40B4-BE49-F238E27FC236}">
                <a16:creationId xmlns:a16="http://schemas.microsoft.com/office/drawing/2014/main" id="{C3D2EC56-D17C-4A75-8178-C69397BC7353}"/>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407988" y="6101472"/>
            <a:ext cx="2286000" cy="510013"/>
          </a:xfrm>
          <a:prstGeom prst="rect">
            <a:avLst/>
          </a:prstGeom>
        </p:spPr>
      </p:pic>
    </p:spTree>
    <p:extLst>
      <p:ext uri="{BB962C8B-B14F-4D97-AF65-F5344CB8AC3E}">
        <p14:creationId xmlns:p14="http://schemas.microsoft.com/office/powerpoint/2010/main" val="300993859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Section Opener2">
    <p:bg>
      <p:bgPr>
        <a:solidFill>
          <a:schemeClr val="bg2"/>
        </a:solidFill>
        <a:effectLst/>
      </p:bgPr>
    </p:bg>
    <p:spTree>
      <p:nvGrpSpPr>
        <p:cNvPr id="1" name=""/>
        <p:cNvGrpSpPr/>
        <p:nvPr/>
      </p:nvGrpSpPr>
      <p:grpSpPr>
        <a:xfrm>
          <a:off x="0" y="0"/>
          <a:ext cx="0" cy="0"/>
          <a:chOff x="0" y="0"/>
          <a:chExt cx="0" cy="0"/>
        </a:xfrm>
      </p:grpSpPr>
      <p:graphicFrame>
        <p:nvGraphicFramePr>
          <p:cNvPr id="9" name="Object 8" hidden="1"/>
          <p:cNvGraphicFramePr>
            <a:graphicFrameLocks noChangeAspect="1"/>
          </p:cNvGraphicFramePr>
          <p:nvPr userDrawn="1">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54722" name="think-cell Slide" r:id="rId4" imgW="270" imgH="270" progId="TCLayout.ActiveDocument.1">
                  <p:embed/>
                </p:oleObj>
              </mc:Choice>
              <mc:Fallback>
                <p:oleObj name="think-cell Slide" r:id="rId4" imgW="270" imgH="270" progId="TCLayout.ActiveDocument.1">
                  <p:embed/>
                  <p:pic>
                    <p:nvPicPr>
                      <p:cNvPr id="9" name="Object 8"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8" name="Freeform 5"/>
          <p:cNvSpPr>
            <a:spLocks/>
          </p:cNvSpPr>
          <p:nvPr userDrawn="1"/>
        </p:nvSpPr>
        <p:spPr bwMode="auto">
          <a:xfrm>
            <a:off x="4922327" y="838199"/>
            <a:ext cx="7287274" cy="6019801"/>
          </a:xfrm>
          <a:custGeom>
            <a:avLst/>
            <a:gdLst>
              <a:gd name="T0" fmla="*/ 0 w 2297"/>
              <a:gd name="T1" fmla="*/ 973 h 1897"/>
              <a:gd name="T2" fmla="*/ 0 w 2297"/>
              <a:gd name="T3" fmla="*/ 950 h 1897"/>
              <a:gd name="T4" fmla="*/ 55 w 2297"/>
              <a:gd name="T5" fmla="*/ 928 h 1897"/>
              <a:gd name="T6" fmla="*/ 275 w 2297"/>
              <a:gd name="T7" fmla="*/ 795 h 1897"/>
              <a:gd name="T8" fmla="*/ 597 w 2297"/>
              <a:gd name="T9" fmla="*/ 546 h 1897"/>
              <a:gd name="T10" fmla="*/ 998 w 2297"/>
              <a:gd name="T11" fmla="*/ 250 h 1897"/>
              <a:gd name="T12" fmla="*/ 1311 w 2297"/>
              <a:gd name="T13" fmla="*/ 85 h 1897"/>
              <a:gd name="T14" fmla="*/ 1607 w 2297"/>
              <a:gd name="T15" fmla="*/ 6 h 1897"/>
              <a:gd name="T16" fmla="*/ 1667 w 2297"/>
              <a:gd name="T17" fmla="*/ 0 h 1897"/>
              <a:gd name="T18" fmla="*/ 1772 w 2297"/>
              <a:gd name="T19" fmla="*/ 0 h 1897"/>
              <a:gd name="T20" fmla="*/ 1851 w 2297"/>
              <a:gd name="T21" fmla="*/ 9 h 1897"/>
              <a:gd name="T22" fmla="*/ 2297 w 2297"/>
              <a:gd name="T23" fmla="*/ 211 h 1897"/>
              <a:gd name="T24" fmla="*/ 2297 w 2297"/>
              <a:gd name="T25" fmla="*/ 1394 h 1897"/>
              <a:gd name="T26" fmla="*/ 2105 w 2297"/>
              <a:gd name="T27" fmla="*/ 1520 h 1897"/>
              <a:gd name="T28" fmla="*/ 1803 w 2297"/>
              <a:gd name="T29" fmla="*/ 1632 h 1897"/>
              <a:gd name="T30" fmla="*/ 1424 w 2297"/>
              <a:gd name="T31" fmla="*/ 1719 h 1897"/>
              <a:gd name="T32" fmla="*/ 1119 w 2297"/>
              <a:gd name="T33" fmla="*/ 1799 h 1897"/>
              <a:gd name="T34" fmla="*/ 939 w 2297"/>
              <a:gd name="T35" fmla="*/ 1886 h 1897"/>
              <a:gd name="T36" fmla="*/ 910 w 2297"/>
              <a:gd name="T37" fmla="*/ 1897 h 1897"/>
              <a:gd name="T38" fmla="*/ 228 w 2297"/>
              <a:gd name="T39" fmla="*/ 1897 h 1897"/>
              <a:gd name="T40" fmla="*/ 206 w 2297"/>
              <a:gd name="T41" fmla="*/ 1883 h 1897"/>
              <a:gd name="T42" fmla="*/ 84 w 2297"/>
              <a:gd name="T43" fmla="*/ 1533 h 1897"/>
              <a:gd name="T44" fmla="*/ 3 w 2297"/>
              <a:gd name="T45" fmla="*/ 1016 h 1897"/>
              <a:gd name="T46" fmla="*/ 0 w 2297"/>
              <a:gd name="T47" fmla="*/ 973 h 18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297" h="1897">
                <a:moveTo>
                  <a:pt x="0" y="973"/>
                </a:moveTo>
                <a:cubicBezTo>
                  <a:pt x="0" y="965"/>
                  <a:pt x="0" y="958"/>
                  <a:pt x="0" y="950"/>
                </a:cubicBezTo>
                <a:cubicBezTo>
                  <a:pt x="19" y="945"/>
                  <a:pt x="37" y="936"/>
                  <a:pt x="55" y="928"/>
                </a:cubicBezTo>
                <a:cubicBezTo>
                  <a:pt x="133" y="892"/>
                  <a:pt x="205" y="845"/>
                  <a:pt x="275" y="795"/>
                </a:cubicBezTo>
                <a:cubicBezTo>
                  <a:pt x="386" y="717"/>
                  <a:pt x="490" y="630"/>
                  <a:pt x="597" y="546"/>
                </a:cubicBezTo>
                <a:cubicBezTo>
                  <a:pt x="727" y="443"/>
                  <a:pt x="858" y="341"/>
                  <a:pt x="998" y="250"/>
                </a:cubicBezTo>
                <a:cubicBezTo>
                  <a:pt x="1098" y="187"/>
                  <a:pt x="1201" y="129"/>
                  <a:pt x="1311" y="85"/>
                </a:cubicBezTo>
                <a:cubicBezTo>
                  <a:pt x="1406" y="46"/>
                  <a:pt x="1504" y="18"/>
                  <a:pt x="1607" y="6"/>
                </a:cubicBezTo>
                <a:cubicBezTo>
                  <a:pt x="1627" y="4"/>
                  <a:pt x="1647" y="2"/>
                  <a:pt x="1667" y="0"/>
                </a:cubicBezTo>
                <a:cubicBezTo>
                  <a:pt x="1702" y="0"/>
                  <a:pt x="1737" y="0"/>
                  <a:pt x="1772" y="0"/>
                </a:cubicBezTo>
                <a:cubicBezTo>
                  <a:pt x="1799" y="3"/>
                  <a:pt x="1825" y="5"/>
                  <a:pt x="1851" y="9"/>
                </a:cubicBezTo>
                <a:cubicBezTo>
                  <a:pt x="2018" y="35"/>
                  <a:pt x="2168" y="99"/>
                  <a:pt x="2297" y="211"/>
                </a:cubicBezTo>
                <a:cubicBezTo>
                  <a:pt x="2297" y="605"/>
                  <a:pt x="2297" y="999"/>
                  <a:pt x="2297" y="1394"/>
                </a:cubicBezTo>
                <a:cubicBezTo>
                  <a:pt x="2238" y="1444"/>
                  <a:pt x="2173" y="1485"/>
                  <a:pt x="2105" y="1520"/>
                </a:cubicBezTo>
                <a:cubicBezTo>
                  <a:pt x="2008" y="1569"/>
                  <a:pt x="1907" y="1604"/>
                  <a:pt x="1803" y="1632"/>
                </a:cubicBezTo>
                <a:cubicBezTo>
                  <a:pt x="1678" y="1667"/>
                  <a:pt x="1551" y="1691"/>
                  <a:pt x="1424" y="1719"/>
                </a:cubicBezTo>
                <a:cubicBezTo>
                  <a:pt x="1321" y="1741"/>
                  <a:pt x="1218" y="1764"/>
                  <a:pt x="1119" y="1799"/>
                </a:cubicBezTo>
                <a:cubicBezTo>
                  <a:pt x="1056" y="1821"/>
                  <a:pt x="995" y="1849"/>
                  <a:pt x="939" y="1886"/>
                </a:cubicBezTo>
                <a:cubicBezTo>
                  <a:pt x="930" y="1892"/>
                  <a:pt x="922" y="1897"/>
                  <a:pt x="910" y="1897"/>
                </a:cubicBezTo>
                <a:cubicBezTo>
                  <a:pt x="683" y="1897"/>
                  <a:pt x="455" y="1897"/>
                  <a:pt x="228" y="1897"/>
                </a:cubicBezTo>
                <a:cubicBezTo>
                  <a:pt x="216" y="1897"/>
                  <a:pt x="211" y="1893"/>
                  <a:pt x="206" y="1883"/>
                </a:cubicBezTo>
                <a:cubicBezTo>
                  <a:pt x="155" y="1770"/>
                  <a:pt x="115" y="1653"/>
                  <a:pt x="84" y="1533"/>
                </a:cubicBezTo>
                <a:cubicBezTo>
                  <a:pt x="40" y="1363"/>
                  <a:pt x="15" y="1191"/>
                  <a:pt x="3" y="1016"/>
                </a:cubicBezTo>
                <a:cubicBezTo>
                  <a:pt x="2" y="1002"/>
                  <a:pt x="3" y="987"/>
                  <a:pt x="0" y="973"/>
                </a:cubicBez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endParaRPr lang="de-DE"/>
          </a:p>
        </p:txBody>
      </p:sp>
      <p:sp>
        <p:nvSpPr>
          <p:cNvPr id="7" name="Text Placeholder 13">
            <a:extLst>
              <a:ext uri="{FF2B5EF4-FFF2-40B4-BE49-F238E27FC236}">
                <a16:creationId xmlns:a16="http://schemas.microsoft.com/office/drawing/2014/main" id="{5C674D03-4995-4743-8CE4-61CF32CFBDDE}"/>
              </a:ext>
            </a:extLst>
          </p:cNvPr>
          <p:cNvSpPr>
            <a:spLocks noGrp="1"/>
          </p:cNvSpPr>
          <p:nvPr>
            <p:ph type="body" sz="quarter" idx="11" hasCustomPrompt="1"/>
          </p:nvPr>
        </p:nvSpPr>
        <p:spPr>
          <a:xfrm>
            <a:off x="7032104" y="2946391"/>
            <a:ext cx="4751909" cy="1418714"/>
          </a:xfrm>
          <a:prstGeom prst="rect">
            <a:avLst/>
          </a:prstGeom>
        </p:spPr>
        <p:txBody>
          <a:bodyPr anchor="b">
            <a:normAutofit/>
          </a:bodyPr>
          <a:lstStyle>
            <a:lvl1pPr marL="0" indent="0" algn="r">
              <a:lnSpc>
                <a:spcPts val="3000"/>
              </a:lnSpc>
              <a:buNone/>
              <a:defRPr sz="2600">
                <a:solidFill>
                  <a:schemeClr val="bg1"/>
                </a:solidFill>
              </a:defRPr>
            </a:lvl1pPr>
            <a:lvl2pPr marL="457200" indent="0">
              <a:buNone/>
              <a:defRPr sz="6000">
                <a:solidFill>
                  <a:schemeClr val="bg1"/>
                </a:solidFill>
              </a:defRPr>
            </a:lvl2pPr>
          </a:lstStyle>
          <a:p>
            <a:pPr lvl="0"/>
            <a:r>
              <a:rPr lang="en-US" dirty="0"/>
              <a:t>Click to add section title</a:t>
            </a:r>
          </a:p>
        </p:txBody>
      </p:sp>
    </p:spTree>
    <p:extLst>
      <p:ext uri="{BB962C8B-B14F-4D97-AF65-F5344CB8AC3E}">
        <p14:creationId xmlns:p14="http://schemas.microsoft.com/office/powerpoint/2010/main" val="268996843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Section Opener3">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55746"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Freeform 5"/>
          <p:cNvSpPr>
            <a:spLocks/>
          </p:cNvSpPr>
          <p:nvPr userDrawn="1"/>
        </p:nvSpPr>
        <p:spPr bwMode="auto">
          <a:xfrm>
            <a:off x="4922327" y="838199"/>
            <a:ext cx="7287274" cy="6019801"/>
          </a:xfrm>
          <a:custGeom>
            <a:avLst/>
            <a:gdLst>
              <a:gd name="T0" fmla="*/ 0 w 2297"/>
              <a:gd name="T1" fmla="*/ 973 h 1897"/>
              <a:gd name="T2" fmla="*/ 0 w 2297"/>
              <a:gd name="T3" fmla="*/ 950 h 1897"/>
              <a:gd name="T4" fmla="*/ 55 w 2297"/>
              <a:gd name="T5" fmla="*/ 928 h 1897"/>
              <a:gd name="T6" fmla="*/ 275 w 2297"/>
              <a:gd name="T7" fmla="*/ 795 h 1897"/>
              <a:gd name="T8" fmla="*/ 597 w 2297"/>
              <a:gd name="T9" fmla="*/ 546 h 1897"/>
              <a:gd name="T10" fmla="*/ 998 w 2297"/>
              <a:gd name="T11" fmla="*/ 250 h 1897"/>
              <a:gd name="T12" fmla="*/ 1311 w 2297"/>
              <a:gd name="T13" fmla="*/ 85 h 1897"/>
              <a:gd name="T14" fmla="*/ 1607 w 2297"/>
              <a:gd name="T15" fmla="*/ 6 h 1897"/>
              <a:gd name="T16" fmla="*/ 1667 w 2297"/>
              <a:gd name="T17" fmla="*/ 0 h 1897"/>
              <a:gd name="T18" fmla="*/ 1772 w 2297"/>
              <a:gd name="T19" fmla="*/ 0 h 1897"/>
              <a:gd name="T20" fmla="*/ 1851 w 2297"/>
              <a:gd name="T21" fmla="*/ 9 h 1897"/>
              <a:gd name="T22" fmla="*/ 2297 w 2297"/>
              <a:gd name="T23" fmla="*/ 211 h 1897"/>
              <a:gd name="T24" fmla="*/ 2297 w 2297"/>
              <a:gd name="T25" fmla="*/ 1394 h 1897"/>
              <a:gd name="T26" fmla="*/ 2105 w 2297"/>
              <a:gd name="T27" fmla="*/ 1520 h 1897"/>
              <a:gd name="T28" fmla="*/ 1803 w 2297"/>
              <a:gd name="T29" fmla="*/ 1632 h 1897"/>
              <a:gd name="T30" fmla="*/ 1424 w 2297"/>
              <a:gd name="T31" fmla="*/ 1719 h 1897"/>
              <a:gd name="T32" fmla="*/ 1119 w 2297"/>
              <a:gd name="T33" fmla="*/ 1799 h 1897"/>
              <a:gd name="T34" fmla="*/ 939 w 2297"/>
              <a:gd name="T35" fmla="*/ 1886 h 1897"/>
              <a:gd name="T36" fmla="*/ 910 w 2297"/>
              <a:gd name="T37" fmla="*/ 1897 h 1897"/>
              <a:gd name="T38" fmla="*/ 228 w 2297"/>
              <a:gd name="T39" fmla="*/ 1897 h 1897"/>
              <a:gd name="T40" fmla="*/ 206 w 2297"/>
              <a:gd name="T41" fmla="*/ 1883 h 1897"/>
              <a:gd name="T42" fmla="*/ 84 w 2297"/>
              <a:gd name="T43" fmla="*/ 1533 h 1897"/>
              <a:gd name="T44" fmla="*/ 3 w 2297"/>
              <a:gd name="T45" fmla="*/ 1016 h 1897"/>
              <a:gd name="T46" fmla="*/ 0 w 2297"/>
              <a:gd name="T47" fmla="*/ 973 h 18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297" h="1897">
                <a:moveTo>
                  <a:pt x="0" y="973"/>
                </a:moveTo>
                <a:cubicBezTo>
                  <a:pt x="0" y="965"/>
                  <a:pt x="0" y="958"/>
                  <a:pt x="0" y="950"/>
                </a:cubicBezTo>
                <a:cubicBezTo>
                  <a:pt x="19" y="945"/>
                  <a:pt x="37" y="936"/>
                  <a:pt x="55" y="928"/>
                </a:cubicBezTo>
                <a:cubicBezTo>
                  <a:pt x="133" y="892"/>
                  <a:pt x="205" y="845"/>
                  <a:pt x="275" y="795"/>
                </a:cubicBezTo>
                <a:cubicBezTo>
                  <a:pt x="386" y="717"/>
                  <a:pt x="490" y="630"/>
                  <a:pt x="597" y="546"/>
                </a:cubicBezTo>
                <a:cubicBezTo>
                  <a:pt x="727" y="443"/>
                  <a:pt x="858" y="341"/>
                  <a:pt x="998" y="250"/>
                </a:cubicBezTo>
                <a:cubicBezTo>
                  <a:pt x="1098" y="187"/>
                  <a:pt x="1201" y="129"/>
                  <a:pt x="1311" y="85"/>
                </a:cubicBezTo>
                <a:cubicBezTo>
                  <a:pt x="1406" y="46"/>
                  <a:pt x="1504" y="18"/>
                  <a:pt x="1607" y="6"/>
                </a:cubicBezTo>
                <a:cubicBezTo>
                  <a:pt x="1627" y="4"/>
                  <a:pt x="1647" y="2"/>
                  <a:pt x="1667" y="0"/>
                </a:cubicBezTo>
                <a:cubicBezTo>
                  <a:pt x="1702" y="0"/>
                  <a:pt x="1737" y="0"/>
                  <a:pt x="1772" y="0"/>
                </a:cubicBezTo>
                <a:cubicBezTo>
                  <a:pt x="1799" y="3"/>
                  <a:pt x="1825" y="5"/>
                  <a:pt x="1851" y="9"/>
                </a:cubicBezTo>
                <a:cubicBezTo>
                  <a:pt x="2018" y="35"/>
                  <a:pt x="2168" y="99"/>
                  <a:pt x="2297" y="211"/>
                </a:cubicBezTo>
                <a:cubicBezTo>
                  <a:pt x="2297" y="605"/>
                  <a:pt x="2297" y="999"/>
                  <a:pt x="2297" y="1394"/>
                </a:cubicBezTo>
                <a:cubicBezTo>
                  <a:pt x="2238" y="1444"/>
                  <a:pt x="2173" y="1485"/>
                  <a:pt x="2105" y="1520"/>
                </a:cubicBezTo>
                <a:cubicBezTo>
                  <a:pt x="2008" y="1569"/>
                  <a:pt x="1907" y="1604"/>
                  <a:pt x="1803" y="1632"/>
                </a:cubicBezTo>
                <a:cubicBezTo>
                  <a:pt x="1678" y="1667"/>
                  <a:pt x="1551" y="1691"/>
                  <a:pt x="1424" y="1719"/>
                </a:cubicBezTo>
                <a:cubicBezTo>
                  <a:pt x="1321" y="1741"/>
                  <a:pt x="1218" y="1764"/>
                  <a:pt x="1119" y="1799"/>
                </a:cubicBezTo>
                <a:cubicBezTo>
                  <a:pt x="1056" y="1821"/>
                  <a:pt x="995" y="1849"/>
                  <a:pt x="939" y="1886"/>
                </a:cubicBezTo>
                <a:cubicBezTo>
                  <a:pt x="930" y="1892"/>
                  <a:pt x="922" y="1897"/>
                  <a:pt x="910" y="1897"/>
                </a:cubicBezTo>
                <a:cubicBezTo>
                  <a:pt x="683" y="1897"/>
                  <a:pt x="455" y="1897"/>
                  <a:pt x="228" y="1897"/>
                </a:cubicBezTo>
                <a:cubicBezTo>
                  <a:pt x="216" y="1897"/>
                  <a:pt x="211" y="1893"/>
                  <a:pt x="206" y="1883"/>
                </a:cubicBezTo>
                <a:cubicBezTo>
                  <a:pt x="155" y="1770"/>
                  <a:pt x="115" y="1653"/>
                  <a:pt x="84" y="1533"/>
                </a:cubicBezTo>
                <a:cubicBezTo>
                  <a:pt x="40" y="1363"/>
                  <a:pt x="15" y="1191"/>
                  <a:pt x="3" y="1016"/>
                </a:cubicBezTo>
                <a:cubicBezTo>
                  <a:pt x="2" y="1002"/>
                  <a:pt x="3" y="987"/>
                  <a:pt x="0" y="973"/>
                </a:cubicBez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p>
            <a:endParaRPr lang="de-DE"/>
          </a:p>
        </p:txBody>
      </p:sp>
      <p:sp>
        <p:nvSpPr>
          <p:cNvPr id="6" name="Text Placeholder 13">
            <a:extLst>
              <a:ext uri="{FF2B5EF4-FFF2-40B4-BE49-F238E27FC236}">
                <a16:creationId xmlns:a16="http://schemas.microsoft.com/office/drawing/2014/main" id="{5C674D03-4995-4743-8CE4-61CF32CFBDDE}"/>
              </a:ext>
            </a:extLst>
          </p:cNvPr>
          <p:cNvSpPr>
            <a:spLocks noGrp="1"/>
          </p:cNvSpPr>
          <p:nvPr>
            <p:ph type="body" sz="quarter" idx="11" hasCustomPrompt="1"/>
          </p:nvPr>
        </p:nvSpPr>
        <p:spPr>
          <a:xfrm>
            <a:off x="7032104" y="2946391"/>
            <a:ext cx="4751909" cy="1418714"/>
          </a:xfrm>
          <a:prstGeom prst="rect">
            <a:avLst/>
          </a:prstGeom>
        </p:spPr>
        <p:txBody>
          <a:bodyPr anchor="b">
            <a:normAutofit/>
          </a:bodyPr>
          <a:lstStyle>
            <a:lvl1pPr marL="0" indent="0" algn="r">
              <a:lnSpc>
                <a:spcPts val="3000"/>
              </a:lnSpc>
              <a:buNone/>
              <a:defRPr sz="2600">
                <a:solidFill>
                  <a:schemeClr val="bg1"/>
                </a:solidFill>
              </a:defRPr>
            </a:lvl1pPr>
            <a:lvl2pPr marL="457200" indent="0">
              <a:buNone/>
              <a:defRPr sz="6000">
                <a:solidFill>
                  <a:schemeClr val="bg1"/>
                </a:solidFill>
              </a:defRPr>
            </a:lvl2pPr>
          </a:lstStyle>
          <a:p>
            <a:pPr lvl="0"/>
            <a:r>
              <a:rPr lang="en-US" dirty="0"/>
              <a:t>Click to add section title</a:t>
            </a:r>
          </a:p>
        </p:txBody>
      </p:sp>
    </p:spTree>
    <p:extLst>
      <p:ext uri="{BB962C8B-B14F-4D97-AF65-F5344CB8AC3E}">
        <p14:creationId xmlns:p14="http://schemas.microsoft.com/office/powerpoint/2010/main" val="43887340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Section Opener4">
    <p:spTree>
      <p:nvGrpSpPr>
        <p:cNvPr id="1" name=""/>
        <p:cNvGrpSpPr/>
        <p:nvPr/>
      </p:nvGrpSpPr>
      <p:grpSpPr>
        <a:xfrm>
          <a:off x="0" y="0"/>
          <a:ext cx="0" cy="0"/>
          <a:chOff x="0" y="0"/>
          <a:chExt cx="0" cy="0"/>
        </a:xfrm>
      </p:grpSpPr>
      <p:sp>
        <p:nvSpPr>
          <p:cNvPr id="9" name="Rectangle 8"/>
          <p:cNvSpPr/>
          <p:nvPr userDrawn="1"/>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11"/>
          <p:cNvSpPr>
            <a:spLocks/>
          </p:cNvSpPr>
          <p:nvPr userDrawn="1"/>
        </p:nvSpPr>
        <p:spPr bwMode="auto">
          <a:xfrm>
            <a:off x="-312712" y="0"/>
            <a:ext cx="8002302" cy="6857954"/>
          </a:xfrm>
          <a:custGeom>
            <a:avLst/>
            <a:gdLst>
              <a:gd name="connsiteX0" fmla="*/ 0 w 8002302"/>
              <a:gd name="connsiteY0" fmla="*/ 0 h 6857954"/>
              <a:gd name="connsiteX1" fmla="*/ 7775633 w 8002302"/>
              <a:gd name="connsiteY1" fmla="*/ 0 h 6857954"/>
              <a:gd name="connsiteX2" fmla="*/ 6625074 w 8002302"/>
              <a:gd name="connsiteY2" fmla="*/ 2643891 h 6857954"/>
              <a:gd name="connsiteX3" fmla="*/ 4083144 w 8002302"/>
              <a:gd name="connsiteY3" fmla="*/ 5598199 h 6857954"/>
              <a:gd name="connsiteX4" fmla="*/ 2647158 w 8002302"/>
              <a:gd name="connsiteY4" fmla="*/ 6727350 h 6857954"/>
              <a:gd name="connsiteX5" fmla="*/ 2451916 w 8002302"/>
              <a:gd name="connsiteY5" fmla="*/ 6857954 h 6857954"/>
              <a:gd name="connsiteX6" fmla="*/ 0 w 8002302"/>
              <a:gd name="connsiteY6" fmla="*/ 6857954 h 6857954"/>
              <a:gd name="connsiteX7" fmla="*/ 0 w 8002302"/>
              <a:gd name="connsiteY7" fmla="*/ 6714824 h 6857954"/>
              <a:gd name="connsiteX8" fmla="*/ 0 w 8002302"/>
              <a:gd name="connsiteY8" fmla="*/ 0 h 6857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002302" h="6857954">
                <a:moveTo>
                  <a:pt x="0" y="0"/>
                </a:moveTo>
                <a:lnTo>
                  <a:pt x="7775633" y="0"/>
                </a:lnTo>
                <a:cubicBezTo>
                  <a:pt x="7775633" y="0"/>
                  <a:pt x="8760296" y="1744754"/>
                  <a:pt x="6625074" y="2643891"/>
                </a:cubicBezTo>
                <a:cubicBezTo>
                  <a:pt x="4495204" y="3548381"/>
                  <a:pt x="3178751" y="4040765"/>
                  <a:pt x="4083144" y="5598199"/>
                </a:cubicBezTo>
                <a:cubicBezTo>
                  <a:pt x="3548335" y="6067838"/>
                  <a:pt x="3070531" y="6437189"/>
                  <a:pt x="2647158" y="6727350"/>
                </a:cubicBezTo>
                <a:lnTo>
                  <a:pt x="2451916" y="6857954"/>
                </a:lnTo>
                <a:lnTo>
                  <a:pt x="0" y="6857954"/>
                </a:lnTo>
                <a:lnTo>
                  <a:pt x="0" y="6714824"/>
                </a:lnTo>
                <a:cubicBezTo>
                  <a:pt x="0" y="0"/>
                  <a:pt x="0" y="0"/>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8" name="Picture Placeholder 11">
            <a:extLst>
              <a:ext uri="{FF2B5EF4-FFF2-40B4-BE49-F238E27FC236}">
                <a16:creationId xmlns:a16="http://schemas.microsoft.com/office/drawing/2014/main" id="{D4E263B9-5E55-409E-9F7C-2F67A89E06AA}"/>
              </a:ext>
            </a:extLst>
          </p:cNvPr>
          <p:cNvSpPr>
            <a:spLocks noGrp="1"/>
          </p:cNvSpPr>
          <p:nvPr>
            <p:ph type="pic" sz="quarter" idx="10"/>
          </p:nvPr>
        </p:nvSpPr>
        <p:spPr>
          <a:xfrm>
            <a:off x="4943872" y="-1634"/>
            <a:ext cx="7248128" cy="6859588"/>
          </a:xfrm>
          <a:prstGeom prst="rect">
            <a:avLst/>
          </a:prstGeom>
          <a:noFill/>
        </p:spPr>
        <p:txBody>
          <a:bodyPr anchor="ctr"/>
          <a:lstStyle>
            <a:lvl1pPr marL="0" indent="0" algn="ctr">
              <a:buNone/>
              <a:defRPr/>
            </a:lvl1pPr>
          </a:lstStyle>
          <a:p>
            <a:r>
              <a:rPr lang="en-US" dirty="0"/>
              <a:t>Click icon to add picture</a:t>
            </a:r>
            <a:endParaRPr lang="pt-PT" dirty="0"/>
          </a:p>
        </p:txBody>
      </p:sp>
      <p:sp>
        <p:nvSpPr>
          <p:cNvPr id="7" name="Text Placeholder 13">
            <a:extLst>
              <a:ext uri="{FF2B5EF4-FFF2-40B4-BE49-F238E27FC236}">
                <a16:creationId xmlns:a16="http://schemas.microsoft.com/office/drawing/2014/main" id="{5C674D03-4995-4743-8CE4-61CF32CFBDDE}"/>
              </a:ext>
            </a:extLst>
          </p:cNvPr>
          <p:cNvSpPr>
            <a:spLocks noGrp="1"/>
          </p:cNvSpPr>
          <p:nvPr>
            <p:ph type="body" sz="quarter" idx="11" hasCustomPrompt="1"/>
          </p:nvPr>
        </p:nvSpPr>
        <p:spPr>
          <a:xfrm>
            <a:off x="407988" y="434513"/>
            <a:ext cx="5471988" cy="1698343"/>
          </a:xfrm>
          <a:prstGeom prst="rect">
            <a:avLst/>
          </a:prstGeom>
        </p:spPr>
        <p:txBody>
          <a:bodyPr anchor="b">
            <a:noAutofit/>
          </a:bodyPr>
          <a:lstStyle>
            <a:lvl1pPr marL="0" indent="0">
              <a:lnSpc>
                <a:spcPts val="3000"/>
              </a:lnSpc>
              <a:buNone/>
              <a:defRPr sz="2600">
                <a:solidFill>
                  <a:schemeClr val="bg1"/>
                </a:solidFill>
              </a:defRPr>
            </a:lvl1pPr>
            <a:lvl2pPr marL="457200" indent="0">
              <a:buNone/>
              <a:defRPr sz="6000">
                <a:solidFill>
                  <a:schemeClr val="bg1"/>
                </a:solidFill>
              </a:defRPr>
            </a:lvl2pPr>
          </a:lstStyle>
          <a:p>
            <a:pPr lvl="0"/>
            <a:r>
              <a:rPr lang="en-US" dirty="0"/>
              <a:t>Unilever RM Tools- </a:t>
            </a:r>
            <a:br>
              <a:rPr lang="en-US" dirty="0"/>
            </a:br>
            <a:r>
              <a:rPr lang="en-US" dirty="0"/>
              <a:t>Solution Architecture Proposal</a:t>
            </a:r>
            <a:endParaRPr lang="pt-PT" dirty="0"/>
          </a:p>
        </p:txBody>
      </p:sp>
      <p:pic>
        <p:nvPicPr>
          <p:cNvPr id="11" name="Graphic 4">
            <a:extLst>
              <a:ext uri="{FF2B5EF4-FFF2-40B4-BE49-F238E27FC236}">
                <a16:creationId xmlns:a16="http://schemas.microsoft.com/office/drawing/2014/main" id="{25EEA1D4-3AF7-42D7-AE97-AE404AECFAEB}"/>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81836" t="-4713" b="16530"/>
          <a:stretch/>
        </p:blipFill>
        <p:spPr>
          <a:xfrm>
            <a:off x="11547793" y="188640"/>
            <a:ext cx="424356" cy="459624"/>
          </a:xfrm>
          <a:prstGeom prst="rect">
            <a:avLst/>
          </a:prstGeom>
        </p:spPr>
      </p:pic>
      <p:pic>
        <p:nvPicPr>
          <p:cNvPr id="10" name="Picture 4" descr="D:\Users\brpais\Desktop\CG PRE Sales\Unilever\Harmony\HUL Logo.gif"/>
          <p:cNvPicPr>
            <a:picLocks noChangeAspect="1" noChangeArrowheads="1"/>
          </p:cNvPicPr>
          <p:nvPr userDrawn="1"/>
        </p:nvPicPr>
        <p:blipFill rotWithShape="1">
          <a:blip r:embed="rId4" cstate="print"/>
          <a:srcRect l="21832" r="10590" b="26776"/>
          <a:stretch/>
        </p:blipFill>
        <p:spPr bwMode="auto">
          <a:xfrm>
            <a:off x="946673" y="434468"/>
            <a:ext cx="1667435" cy="641298"/>
          </a:xfrm>
          <a:prstGeom prst="rect">
            <a:avLst/>
          </a:prstGeom>
          <a:noFill/>
          <a:ln w="9525">
            <a:noFill/>
            <a:miter lim="800000"/>
            <a:headEnd/>
            <a:tailEnd/>
          </a:ln>
        </p:spPr>
      </p:pic>
    </p:spTree>
    <p:extLst>
      <p:ext uri="{BB962C8B-B14F-4D97-AF65-F5344CB8AC3E}">
        <p14:creationId xmlns:p14="http://schemas.microsoft.com/office/powerpoint/2010/main" val="117596429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_Single Profile">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F5F5AEA1-6A77-4676-B8B3-EF658F5F8430}"/>
              </a:ext>
            </a:extLst>
          </p:cNvPr>
          <p:cNvSpPr/>
          <p:nvPr userDrawn="1"/>
        </p:nvSpPr>
        <p:spPr>
          <a:xfrm>
            <a:off x="0" y="2698314"/>
            <a:ext cx="5807959" cy="4159686"/>
          </a:xfrm>
          <a:custGeom>
            <a:avLst/>
            <a:gdLst>
              <a:gd name="connsiteX0" fmla="*/ 2836724 w 6262141"/>
              <a:gd name="connsiteY0" fmla="*/ 775 h 4159686"/>
              <a:gd name="connsiteX1" fmla="*/ 3822188 w 6262141"/>
              <a:gd name="connsiteY1" fmla="*/ 22965 h 4159686"/>
              <a:gd name="connsiteX2" fmla="*/ 5982756 w 6262141"/>
              <a:gd name="connsiteY2" fmla="*/ 3706589 h 4159686"/>
              <a:gd name="connsiteX3" fmla="*/ 6262141 w 6262141"/>
              <a:gd name="connsiteY3" fmla="*/ 4159686 h 4159686"/>
              <a:gd name="connsiteX4" fmla="*/ 0 w 6262141"/>
              <a:gd name="connsiteY4" fmla="*/ 4159686 h 4159686"/>
              <a:gd name="connsiteX5" fmla="*/ 0 w 6262141"/>
              <a:gd name="connsiteY5" fmla="*/ 3700458 h 4159686"/>
              <a:gd name="connsiteX6" fmla="*/ 0 w 6262141"/>
              <a:gd name="connsiteY6" fmla="*/ 3329154 h 4159686"/>
              <a:gd name="connsiteX7" fmla="*/ 0 w 6262141"/>
              <a:gd name="connsiteY7" fmla="*/ 2944589 h 4159686"/>
              <a:gd name="connsiteX8" fmla="*/ 0 w 6262141"/>
              <a:gd name="connsiteY8" fmla="*/ 2546533 h 4159686"/>
              <a:gd name="connsiteX9" fmla="*/ 0 w 6262141"/>
              <a:gd name="connsiteY9" fmla="*/ 2134752 h 4159686"/>
              <a:gd name="connsiteX10" fmla="*/ 0 w 6262141"/>
              <a:gd name="connsiteY10" fmla="*/ 1709014 h 4159686"/>
              <a:gd name="connsiteX11" fmla="*/ 0 w 6262141"/>
              <a:gd name="connsiteY11" fmla="*/ 1269085 h 4159686"/>
              <a:gd name="connsiteX12" fmla="*/ 0 w 6262141"/>
              <a:gd name="connsiteY12" fmla="*/ 814735 h 4159686"/>
              <a:gd name="connsiteX13" fmla="*/ 0 w 6262141"/>
              <a:gd name="connsiteY13" fmla="*/ 345728 h 4159686"/>
              <a:gd name="connsiteX14" fmla="*/ 2836724 w 6262141"/>
              <a:gd name="connsiteY14" fmla="*/ 775 h 4159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62141" h="4159686">
                <a:moveTo>
                  <a:pt x="2836724" y="775"/>
                </a:moveTo>
                <a:cubicBezTo>
                  <a:pt x="3163345" y="-2587"/>
                  <a:pt x="3492318" y="5034"/>
                  <a:pt x="3822188" y="22965"/>
                </a:cubicBezTo>
                <a:cubicBezTo>
                  <a:pt x="4104550" y="1058496"/>
                  <a:pt x="5095168" y="2317803"/>
                  <a:pt x="5982756" y="3706589"/>
                </a:cubicBezTo>
                <a:lnTo>
                  <a:pt x="6262141" y="4159686"/>
                </a:lnTo>
                <a:lnTo>
                  <a:pt x="0" y="4159686"/>
                </a:lnTo>
                <a:lnTo>
                  <a:pt x="0" y="3700458"/>
                </a:lnTo>
                <a:lnTo>
                  <a:pt x="0" y="3329154"/>
                </a:lnTo>
                <a:lnTo>
                  <a:pt x="0" y="2944589"/>
                </a:lnTo>
                <a:lnTo>
                  <a:pt x="0" y="2546533"/>
                </a:lnTo>
                <a:lnTo>
                  <a:pt x="0" y="2134752"/>
                </a:lnTo>
                <a:lnTo>
                  <a:pt x="0" y="1709014"/>
                </a:lnTo>
                <a:lnTo>
                  <a:pt x="0" y="1269085"/>
                </a:lnTo>
                <a:lnTo>
                  <a:pt x="0" y="814735"/>
                </a:lnTo>
                <a:lnTo>
                  <a:pt x="0" y="345728"/>
                </a:lnTo>
                <a:cubicBezTo>
                  <a:pt x="898178" y="119794"/>
                  <a:pt x="1856863" y="10862"/>
                  <a:pt x="2836724" y="775"/>
                </a:cubicBezTo>
                <a:close/>
              </a:path>
            </a:pathLst>
          </a:custGeom>
          <a:solidFill>
            <a:srgbClr val="12AB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dirty="0"/>
          </a:p>
        </p:txBody>
      </p:sp>
      <p:sp>
        <p:nvSpPr>
          <p:cNvPr id="13" name="Oval 20">
            <a:extLst>
              <a:ext uri="{FF2B5EF4-FFF2-40B4-BE49-F238E27FC236}">
                <a16:creationId xmlns:a16="http://schemas.microsoft.com/office/drawing/2014/main" id="{1EFB3510-D39A-47CF-8191-109DDF9E53D5}"/>
              </a:ext>
            </a:extLst>
          </p:cNvPr>
          <p:cNvSpPr/>
          <p:nvPr userDrawn="1"/>
        </p:nvSpPr>
        <p:spPr>
          <a:xfrm>
            <a:off x="407988" y="1124680"/>
            <a:ext cx="2375552" cy="2304320"/>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1" name="Picture Placeholder 10"/>
          <p:cNvSpPr>
            <a:spLocks noGrp="1"/>
          </p:cNvSpPr>
          <p:nvPr>
            <p:ph type="pic" sz="quarter" idx="25"/>
          </p:nvPr>
        </p:nvSpPr>
        <p:spPr>
          <a:xfrm>
            <a:off x="911280" y="1412875"/>
            <a:ext cx="1224170" cy="1655763"/>
          </a:xfrm>
          <a:solidFill>
            <a:schemeClr val="bg2"/>
          </a:solidFill>
        </p:spPr>
        <p:txBody>
          <a:bodyPr anchor="ctr"/>
          <a:lstStyle>
            <a:lvl1pPr algn="ctr">
              <a:defRPr/>
            </a:lvl1pPr>
          </a:lstStyle>
          <a:p>
            <a:r>
              <a:rPr lang="en-US" dirty="0"/>
              <a:t>Click icon to add picture</a:t>
            </a:r>
            <a:endParaRPr lang="de-DE"/>
          </a:p>
        </p:txBody>
      </p:sp>
      <p:sp>
        <p:nvSpPr>
          <p:cNvPr id="14" name="Date Placeholder 13"/>
          <p:cNvSpPr>
            <a:spLocks noGrp="1"/>
          </p:cNvSpPr>
          <p:nvPr>
            <p:ph type="dt" sz="half" idx="26"/>
          </p:nvPr>
        </p:nvSpPr>
        <p:spPr>
          <a:xfrm>
            <a:off x="407988" y="6555971"/>
            <a:ext cx="2829007" cy="219456"/>
          </a:xfrm>
          <a:prstGeom prst="rect">
            <a:avLst/>
          </a:prstGeom>
        </p:spPr>
        <p:txBody>
          <a:bodyPr/>
          <a:lstStyle/>
          <a:p>
            <a:pPr>
              <a:lnSpc>
                <a:spcPct val="85000"/>
              </a:lnSpc>
            </a:pPr>
            <a:fld id="{F0362CA4-FD3D-44D1-81E6-0FBEB1AE1B1C}" type="datetime1">
              <a:rPr lang="en-GB" smtClean="0"/>
              <a:t>18/12/2020</a:t>
            </a:fld>
            <a:endParaRPr lang="en-US" dirty="0"/>
          </a:p>
        </p:txBody>
      </p:sp>
      <p:sp>
        <p:nvSpPr>
          <p:cNvPr id="15" name="Footer Placeholder 14"/>
          <p:cNvSpPr>
            <a:spLocks noGrp="1"/>
          </p:cNvSpPr>
          <p:nvPr>
            <p:ph type="ftr" sz="quarter" idx="27"/>
          </p:nvPr>
        </p:nvSpPr>
        <p:spPr>
          <a:xfrm>
            <a:off x="9324107" y="6555758"/>
            <a:ext cx="2223686" cy="219456"/>
          </a:xfrm>
          <a:prstGeom prst="rect">
            <a:avLst/>
          </a:prstGeom>
        </p:spPr>
        <p:txBody>
          <a:bodyPr/>
          <a:lstStyle/>
          <a:p>
            <a:r>
              <a:rPr lang="en-US" dirty="0"/>
              <a:t>Slide # </a:t>
            </a:r>
          </a:p>
        </p:txBody>
      </p:sp>
      <p:sp>
        <p:nvSpPr>
          <p:cNvPr id="16" name="Slide Number Placeholder 15"/>
          <p:cNvSpPr>
            <a:spLocks noGrp="1"/>
          </p:cNvSpPr>
          <p:nvPr>
            <p:ph type="sldNum" sz="quarter" idx="28"/>
          </p:nvPr>
        </p:nvSpPr>
        <p:spPr>
          <a:xfrm>
            <a:off x="11784013" y="6555758"/>
            <a:ext cx="123754" cy="215444"/>
          </a:xfrm>
          <a:prstGeom prst="rect">
            <a:avLst/>
          </a:prstGeom>
        </p:spPr>
        <p:txBody>
          <a:bodyPr/>
          <a:lstStyle/>
          <a:p>
            <a:fld id="{DD205EFF-948D-4AF6-B54C-65639188FB5F}" type="slidenum">
              <a:rPr lang="en-US" smtClean="0"/>
              <a:pPr/>
              <a:t>‹#›</a:t>
            </a:fld>
            <a:endParaRPr lang="en-US" dirty="0"/>
          </a:p>
        </p:txBody>
      </p:sp>
    </p:spTree>
    <p:extLst>
      <p:ext uri="{BB962C8B-B14F-4D97-AF65-F5344CB8AC3E}">
        <p14:creationId xmlns:p14="http://schemas.microsoft.com/office/powerpoint/2010/main" val="1097037514"/>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_Three column with content">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279F1DAD-5BB1-4142-B838-01DB99370135}"/>
              </a:ext>
            </a:extLst>
          </p:cNvPr>
          <p:cNvSpPr/>
          <p:nvPr userDrawn="1"/>
        </p:nvSpPr>
        <p:spPr>
          <a:xfrm>
            <a:off x="0" y="4077072"/>
            <a:ext cx="12192000" cy="278092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dirty="0"/>
          </a:p>
        </p:txBody>
      </p:sp>
      <p:sp>
        <p:nvSpPr>
          <p:cNvPr id="9" name="Text Placeholder 4">
            <a:extLst>
              <a:ext uri="{FF2B5EF4-FFF2-40B4-BE49-F238E27FC236}">
                <a16:creationId xmlns:a16="http://schemas.microsoft.com/office/drawing/2014/main" id="{04C1CAD0-39C3-4CE2-A9E9-8CA99EFF5357}"/>
              </a:ext>
            </a:extLst>
          </p:cNvPr>
          <p:cNvSpPr>
            <a:spLocks noGrp="1"/>
          </p:cNvSpPr>
          <p:nvPr>
            <p:ph type="body" sz="quarter" idx="13" hasCustomPrompt="1"/>
          </p:nvPr>
        </p:nvSpPr>
        <p:spPr>
          <a:xfrm>
            <a:off x="426488" y="1423337"/>
            <a:ext cx="3566160" cy="412363"/>
          </a:xfrm>
          <a:prstGeom prst="rect">
            <a:avLst/>
          </a:prstGeom>
          <a:noFill/>
        </p:spPr>
        <p:txBody>
          <a:bodyPr anchor="ctr">
            <a:noAutofit/>
          </a:bodyPr>
          <a:lstStyle>
            <a:lvl1pPr algn="l">
              <a:defRPr sz="1800" b="0">
                <a:solidFill>
                  <a:srgbClr val="12ABDB"/>
                </a:solidFill>
              </a:defRPr>
            </a:lvl1pPr>
            <a:lvl2pPr>
              <a:defRPr sz="1400"/>
            </a:lvl2pPr>
            <a:lvl3pPr>
              <a:defRPr sz="1200"/>
            </a:lvl3pPr>
            <a:lvl4pPr>
              <a:defRPr sz="1100"/>
            </a:lvl4pPr>
            <a:lvl5pPr>
              <a:defRPr sz="1100"/>
            </a:lvl5pPr>
          </a:lstStyle>
          <a:p>
            <a:pPr lvl="0"/>
            <a:r>
              <a:rPr lang="en-US" dirty="0"/>
              <a:t>Click to insert title</a:t>
            </a:r>
          </a:p>
        </p:txBody>
      </p:sp>
      <p:sp>
        <p:nvSpPr>
          <p:cNvPr id="37" name="Text Placeholder 4">
            <a:extLst>
              <a:ext uri="{FF2B5EF4-FFF2-40B4-BE49-F238E27FC236}">
                <a16:creationId xmlns:a16="http://schemas.microsoft.com/office/drawing/2014/main" id="{8D6FD04F-776D-4BC2-9828-DC149A95B778}"/>
              </a:ext>
            </a:extLst>
          </p:cNvPr>
          <p:cNvSpPr>
            <a:spLocks noGrp="1"/>
          </p:cNvSpPr>
          <p:nvPr>
            <p:ph type="body" sz="quarter" idx="27" hasCustomPrompt="1"/>
          </p:nvPr>
        </p:nvSpPr>
        <p:spPr>
          <a:xfrm>
            <a:off x="8217853" y="1423337"/>
            <a:ext cx="3566160" cy="412363"/>
          </a:xfrm>
          <a:prstGeom prst="rect">
            <a:avLst/>
          </a:prstGeom>
          <a:noFill/>
        </p:spPr>
        <p:txBody>
          <a:bodyPr anchor="ctr">
            <a:noAutofit/>
          </a:bodyPr>
          <a:lstStyle>
            <a:lvl1pPr algn="l">
              <a:defRPr sz="1800" b="0">
                <a:solidFill>
                  <a:srgbClr val="12ABDB"/>
                </a:solidFill>
              </a:defRPr>
            </a:lvl1pPr>
            <a:lvl2pPr>
              <a:defRPr sz="1400"/>
            </a:lvl2pPr>
            <a:lvl3pPr>
              <a:defRPr sz="1200"/>
            </a:lvl3pPr>
            <a:lvl4pPr>
              <a:defRPr sz="1100"/>
            </a:lvl4pPr>
            <a:lvl5pPr>
              <a:defRPr sz="1100"/>
            </a:lvl5pPr>
          </a:lstStyle>
          <a:p>
            <a:pPr lvl="0"/>
            <a:r>
              <a:rPr lang="en-US" dirty="0"/>
              <a:t>Click to insert title</a:t>
            </a:r>
          </a:p>
        </p:txBody>
      </p:sp>
      <p:sp>
        <p:nvSpPr>
          <p:cNvPr id="39" name="Text Placeholder 4">
            <a:extLst>
              <a:ext uri="{FF2B5EF4-FFF2-40B4-BE49-F238E27FC236}">
                <a16:creationId xmlns:a16="http://schemas.microsoft.com/office/drawing/2014/main" id="{5A2CDF95-9D29-4775-8BEF-90BC5372B782}"/>
              </a:ext>
            </a:extLst>
          </p:cNvPr>
          <p:cNvSpPr>
            <a:spLocks noGrp="1"/>
          </p:cNvSpPr>
          <p:nvPr>
            <p:ph type="body" sz="quarter" idx="29" hasCustomPrompt="1"/>
          </p:nvPr>
        </p:nvSpPr>
        <p:spPr>
          <a:xfrm>
            <a:off x="4322171" y="1423337"/>
            <a:ext cx="3566160" cy="412363"/>
          </a:xfrm>
          <a:prstGeom prst="rect">
            <a:avLst/>
          </a:prstGeom>
          <a:noFill/>
        </p:spPr>
        <p:txBody>
          <a:bodyPr anchor="ctr">
            <a:noAutofit/>
          </a:bodyPr>
          <a:lstStyle>
            <a:lvl1pPr algn="l">
              <a:defRPr sz="1800" b="0">
                <a:solidFill>
                  <a:srgbClr val="12ABDB"/>
                </a:solidFill>
              </a:defRPr>
            </a:lvl1pPr>
            <a:lvl2pPr>
              <a:defRPr sz="1400"/>
            </a:lvl2pPr>
            <a:lvl3pPr>
              <a:defRPr sz="1200"/>
            </a:lvl3pPr>
            <a:lvl4pPr>
              <a:defRPr sz="1100"/>
            </a:lvl4pPr>
            <a:lvl5pPr>
              <a:defRPr sz="1100"/>
            </a:lvl5pPr>
          </a:lstStyle>
          <a:p>
            <a:pPr lvl="0"/>
            <a:r>
              <a:rPr lang="en-US" dirty="0"/>
              <a:t>Click to insert title</a:t>
            </a:r>
          </a:p>
        </p:txBody>
      </p:sp>
      <p:sp>
        <p:nvSpPr>
          <p:cNvPr id="41" name="Text Placeholder 4">
            <a:extLst>
              <a:ext uri="{FF2B5EF4-FFF2-40B4-BE49-F238E27FC236}">
                <a16:creationId xmlns:a16="http://schemas.microsoft.com/office/drawing/2014/main" id="{6012FFDA-311F-429E-998E-F6E6B0A7186E}"/>
              </a:ext>
            </a:extLst>
          </p:cNvPr>
          <p:cNvSpPr>
            <a:spLocks noGrp="1"/>
          </p:cNvSpPr>
          <p:nvPr>
            <p:ph type="body" sz="quarter" idx="31" hasCustomPrompt="1"/>
          </p:nvPr>
        </p:nvSpPr>
        <p:spPr>
          <a:xfrm>
            <a:off x="407987" y="4231996"/>
            <a:ext cx="11376025" cy="412363"/>
          </a:xfrm>
          <a:prstGeom prst="rect">
            <a:avLst/>
          </a:prstGeom>
          <a:noFill/>
        </p:spPr>
        <p:txBody>
          <a:bodyPr vert="horz" lIns="0" tIns="0" rIns="0" bIns="0" rtlCol="0" anchor="ctr">
            <a:noAutofit/>
          </a:bodyPr>
          <a:lstStyle>
            <a:lvl1pPr>
              <a:defRPr lang="en-US" b="0" dirty="0">
                <a:solidFill>
                  <a:schemeClr val="accent4"/>
                </a:solidFill>
              </a:defRPr>
            </a:lvl1pPr>
          </a:lstStyle>
          <a:p>
            <a:pPr lvl="0"/>
            <a:r>
              <a:rPr lang="en-US" dirty="0"/>
              <a:t>Click to insert section title</a:t>
            </a:r>
          </a:p>
        </p:txBody>
      </p:sp>
      <p:sp>
        <p:nvSpPr>
          <p:cNvPr id="42" name="Text Placeholder 7">
            <a:extLst>
              <a:ext uri="{FF2B5EF4-FFF2-40B4-BE49-F238E27FC236}">
                <a16:creationId xmlns:a16="http://schemas.microsoft.com/office/drawing/2014/main" id="{9228FC83-C11D-47F2-8BDE-B10D125E5E87}"/>
              </a:ext>
            </a:extLst>
          </p:cNvPr>
          <p:cNvSpPr>
            <a:spLocks noGrp="1"/>
          </p:cNvSpPr>
          <p:nvPr>
            <p:ph type="body" sz="quarter" idx="32" hasCustomPrompt="1"/>
          </p:nvPr>
        </p:nvSpPr>
        <p:spPr>
          <a:xfrm>
            <a:off x="426488" y="1866555"/>
            <a:ext cx="3566160" cy="1994493"/>
          </a:xfrm>
          <a:prstGeom prst="rect">
            <a:avLst/>
          </a:prstGeom>
        </p:spPr>
        <p:txBody>
          <a:bodyPr>
            <a:noAutofit/>
          </a:bodyPr>
          <a:lstStyle>
            <a:lvl1pPr>
              <a:lnSpc>
                <a:spcPts val="1600"/>
              </a:lnSpc>
              <a:defRPr sz="1400">
                <a:solidFill>
                  <a:schemeClr val="tx1"/>
                </a:solidFill>
              </a:defRPr>
            </a:lvl1pPr>
            <a:lvl2pPr marL="173038" indent="-168275">
              <a:lnSpc>
                <a:spcPts val="1400"/>
              </a:lnSpc>
              <a:defRPr sz="1200">
                <a:solidFill>
                  <a:schemeClr val="tx1"/>
                </a:solidFill>
              </a:defRPr>
            </a:lvl2pPr>
            <a:lvl3pPr marL="347663" indent="-174625">
              <a:lnSpc>
                <a:spcPts val="1400"/>
              </a:lnSpc>
              <a:defRPr sz="1200">
                <a:solidFill>
                  <a:schemeClr val="tx1"/>
                </a:solidFill>
              </a:defRPr>
            </a:lvl3pPr>
            <a:lvl4pPr marL="509588" indent="-161925">
              <a:lnSpc>
                <a:spcPts val="1200"/>
              </a:lnSpc>
              <a:defRPr sz="1100">
                <a:solidFill>
                  <a:schemeClr val="tx1"/>
                </a:solidFill>
              </a:defRPr>
            </a:lvl4pPr>
            <a:lvl5pPr>
              <a:lnSpc>
                <a:spcPct val="100000"/>
              </a:lnSpc>
              <a:defRPr sz="1200">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24" name="Text Placeholder 7">
            <a:extLst>
              <a:ext uri="{FF2B5EF4-FFF2-40B4-BE49-F238E27FC236}">
                <a16:creationId xmlns:a16="http://schemas.microsoft.com/office/drawing/2014/main" id="{9228FC83-C11D-47F2-8BDE-B10D125E5E87}"/>
              </a:ext>
            </a:extLst>
          </p:cNvPr>
          <p:cNvSpPr>
            <a:spLocks noGrp="1"/>
          </p:cNvSpPr>
          <p:nvPr>
            <p:ph type="body" sz="quarter" idx="33" hasCustomPrompt="1"/>
          </p:nvPr>
        </p:nvSpPr>
        <p:spPr>
          <a:xfrm>
            <a:off x="4322171" y="1866555"/>
            <a:ext cx="3566160" cy="1994493"/>
          </a:xfrm>
          <a:prstGeom prst="rect">
            <a:avLst/>
          </a:prstGeom>
        </p:spPr>
        <p:txBody>
          <a:bodyPr>
            <a:noAutofit/>
          </a:bodyPr>
          <a:lstStyle>
            <a:lvl1pPr>
              <a:lnSpc>
                <a:spcPts val="1600"/>
              </a:lnSpc>
              <a:defRPr sz="1400">
                <a:solidFill>
                  <a:schemeClr val="tx1"/>
                </a:solidFill>
              </a:defRPr>
            </a:lvl1pPr>
            <a:lvl2pPr marL="173038" indent="-168275">
              <a:lnSpc>
                <a:spcPts val="1400"/>
              </a:lnSpc>
              <a:defRPr sz="1200">
                <a:solidFill>
                  <a:schemeClr val="tx1"/>
                </a:solidFill>
              </a:defRPr>
            </a:lvl2pPr>
            <a:lvl3pPr marL="347663" indent="-174625">
              <a:lnSpc>
                <a:spcPts val="1400"/>
              </a:lnSpc>
              <a:defRPr sz="1200">
                <a:solidFill>
                  <a:schemeClr val="tx1"/>
                </a:solidFill>
              </a:defRPr>
            </a:lvl3pPr>
            <a:lvl4pPr marL="509588" indent="-161925">
              <a:lnSpc>
                <a:spcPts val="1200"/>
              </a:lnSpc>
              <a:defRPr sz="1100">
                <a:solidFill>
                  <a:schemeClr val="tx1"/>
                </a:solidFill>
              </a:defRPr>
            </a:lvl4pPr>
            <a:lvl5pPr>
              <a:lnSpc>
                <a:spcPct val="100000"/>
              </a:lnSpc>
              <a:defRPr sz="1200">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25" name="Text Placeholder 7">
            <a:extLst>
              <a:ext uri="{FF2B5EF4-FFF2-40B4-BE49-F238E27FC236}">
                <a16:creationId xmlns:a16="http://schemas.microsoft.com/office/drawing/2014/main" id="{9228FC83-C11D-47F2-8BDE-B10D125E5E87}"/>
              </a:ext>
            </a:extLst>
          </p:cNvPr>
          <p:cNvSpPr>
            <a:spLocks noGrp="1"/>
          </p:cNvSpPr>
          <p:nvPr>
            <p:ph type="body" sz="quarter" idx="34" hasCustomPrompt="1"/>
          </p:nvPr>
        </p:nvSpPr>
        <p:spPr>
          <a:xfrm>
            <a:off x="8217853" y="1866555"/>
            <a:ext cx="3566160" cy="1994493"/>
          </a:xfrm>
          <a:prstGeom prst="rect">
            <a:avLst/>
          </a:prstGeom>
        </p:spPr>
        <p:txBody>
          <a:bodyPr>
            <a:noAutofit/>
          </a:bodyPr>
          <a:lstStyle>
            <a:lvl1pPr>
              <a:lnSpc>
                <a:spcPts val="1600"/>
              </a:lnSpc>
              <a:defRPr sz="1400">
                <a:solidFill>
                  <a:schemeClr val="tx1"/>
                </a:solidFill>
              </a:defRPr>
            </a:lvl1pPr>
            <a:lvl2pPr marL="173038" indent="-168275">
              <a:lnSpc>
                <a:spcPts val="1400"/>
              </a:lnSpc>
              <a:defRPr sz="1200">
                <a:solidFill>
                  <a:schemeClr val="tx1"/>
                </a:solidFill>
              </a:defRPr>
            </a:lvl2pPr>
            <a:lvl3pPr marL="347663" indent="-174625">
              <a:lnSpc>
                <a:spcPts val="1400"/>
              </a:lnSpc>
              <a:defRPr sz="1200">
                <a:solidFill>
                  <a:schemeClr val="tx1"/>
                </a:solidFill>
              </a:defRPr>
            </a:lvl3pPr>
            <a:lvl4pPr marL="509588" indent="-161925">
              <a:lnSpc>
                <a:spcPts val="1200"/>
              </a:lnSpc>
              <a:defRPr sz="1100">
                <a:solidFill>
                  <a:schemeClr val="tx1"/>
                </a:solidFill>
              </a:defRPr>
            </a:lvl4pPr>
            <a:lvl5pPr>
              <a:lnSpc>
                <a:spcPct val="100000"/>
              </a:lnSpc>
              <a:defRPr sz="1200">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26" name="Text Placeholder 7">
            <a:extLst>
              <a:ext uri="{FF2B5EF4-FFF2-40B4-BE49-F238E27FC236}">
                <a16:creationId xmlns:a16="http://schemas.microsoft.com/office/drawing/2014/main" id="{9228FC83-C11D-47F2-8BDE-B10D125E5E87}"/>
              </a:ext>
            </a:extLst>
          </p:cNvPr>
          <p:cNvSpPr>
            <a:spLocks noGrp="1"/>
          </p:cNvSpPr>
          <p:nvPr>
            <p:ph type="body" sz="quarter" idx="35" hasCustomPrompt="1"/>
          </p:nvPr>
        </p:nvSpPr>
        <p:spPr>
          <a:xfrm>
            <a:off x="426487" y="4674187"/>
            <a:ext cx="11357525" cy="1799211"/>
          </a:xfrm>
          <a:prstGeom prst="rect">
            <a:avLst/>
          </a:prstGeom>
        </p:spPr>
        <p:txBody>
          <a:bodyPr>
            <a:noAutofit/>
          </a:bodyPr>
          <a:lstStyle>
            <a:lvl1pPr>
              <a:lnSpc>
                <a:spcPts val="1600"/>
              </a:lnSpc>
              <a:defRPr sz="1400">
                <a:solidFill>
                  <a:schemeClr val="tx1"/>
                </a:solidFill>
              </a:defRPr>
            </a:lvl1pPr>
            <a:lvl2pPr marL="173038" indent="-168275">
              <a:lnSpc>
                <a:spcPts val="1400"/>
              </a:lnSpc>
              <a:defRPr sz="1200">
                <a:solidFill>
                  <a:schemeClr val="tx1"/>
                </a:solidFill>
              </a:defRPr>
            </a:lvl2pPr>
            <a:lvl3pPr marL="347663" indent="-174625">
              <a:lnSpc>
                <a:spcPts val="1400"/>
              </a:lnSpc>
              <a:defRPr sz="1200">
                <a:solidFill>
                  <a:schemeClr val="tx1"/>
                </a:solidFill>
              </a:defRPr>
            </a:lvl3pPr>
            <a:lvl4pPr marL="509588" indent="-161925">
              <a:lnSpc>
                <a:spcPts val="1200"/>
              </a:lnSpc>
              <a:defRPr sz="1100">
                <a:solidFill>
                  <a:schemeClr val="tx1"/>
                </a:solidFill>
              </a:defRPr>
            </a:lvl4pPr>
            <a:lvl5pPr>
              <a:lnSpc>
                <a:spcPct val="100000"/>
              </a:lnSpc>
              <a:defRPr sz="1200">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cxnSp>
        <p:nvCxnSpPr>
          <p:cNvPr id="27"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11568760"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5" name="Title 4"/>
          <p:cNvSpPr>
            <a:spLocks noGrp="1"/>
          </p:cNvSpPr>
          <p:nvPr>
            <p:ph type="title"/>
          </p:nvPr>
        </p:nvSpPr>
        <p:spPr/>
        <p:txBody>
          <a:bodyPr/>
          <a:lstStyle/>
          <a:p>
            <a:r>
              <a:rPr lang="en-US"/>
              <a:t>Click to edit Master title style</a:t>
            </a:r>
            <a:endParaRPr lang="de-DE"/>
          </a:p>
        </p:txBody>
      </p:sp>
      <p:sp>
        <p:nvSpPr>
          <p:cNvPr id="6" name="Date Placeholder 5"/>
          <p:cNvSpPr>
            <a:spLocks noGrp="1"/>
          </p:cNvSpPr>
          <p:nvPr>
            <p:ph type="dt" sz="half" idx="36"/>
          </p:nvPr>
        </p:nvSpPr>
        <p:spPr>
          <a:xfrm>
            <a:off x="407988" y="6555971"/>
            <a:ext cx="2829007" cy="219456"/>
          </a:xfrm>
          <a:prstGeom prst="rect">
            <a:avLst/>
          </a:prstGeom>
        </p:spPr>
        <p:txBody>
          <a:bodyPr/>
          <a:lstStyle/>
          <a:p>
            <a:pPr>
              <a:lnSpc>
                <a:spcPct val="85000"/>
              </a:lnSpc>
            </a:pPr>
            <a:fld id="{A03A7FC1-D302-4280-9AEB-BEFE845A2B33}" type="datetime1">
              <a:rPr lang="en-GB" smtClean="0"/>
              <a:t>18/12/2020</a:t>
            </a:fld>
            <a:endParaRPr lang="en-US" dirty="0"/>
          </a:p>
        </p:txBody>
      </p:sp>
      <p:sp>
        <p:nvSpPr>
          <p:cNvPr id="7" name="Footer Placeholder 6"/>
          <p:cNvSpPr>
            <a:spLocks noGrp="1"/>
          </p:cNvSpPr>
          <p:nvPr>
            <p:ph type="ftr" sz="quarter" idx="37"/>
          </p:nvPr>
        </p:nvSpPr>
        <p:spPr>
          <a:xfrm>
            <a:off x="9324107" y="6555758"/>
            <a:ext cx="2223686" cy="219456"/>
          </a:xfrm>
          <a:prstGeom prst="rect">
            <a:avLst/>
          </a:prstGeom>
        </p:spPr>
        <p:txBody>
          <a:bodyPr/>
          <a:lstStyle/>
          <a:p>
            <a:r>
              <a:rPr lang="en-US" dirty="0"/>
              <a:t>Slide # </a:t>
            </a:r>
          </a:p>
        </p:txBody>
      </p:sp>
      <p:sp>
        <p:nvSpPr>
          <p:cNvPr id="8" name="Slide Number Placeholder 7"/>
          <p:cNvSpPr>
            <a:spLocks noGrp="1"/>
          </p:cNvSpPr>
          <p:nvPr>
            <p:ph type="sldNum" sz="quarter" idx="38"/>
          </p:nvPr>
        </p:nvSpPr>
        <p:spPr>
          <a:xfrm>
            <a:off x="11784013" y="6555758"/>
            <a:ext cx="123754" cy="215444"/>
          </a:xfrm>
          <a:prstGeom prst="rect">
            <a:avLst/>
          </a:prstGeom>
        </p:spPr>
        <p:txBody>
          <a:bodyPr/>
          <a:lstStyle/>
          <a:p>
            <a:fld id="{DD205EFF-948D-4AF6-B54C-65639188FB5F}" type="slidenum">
              <a:rPr lang="en-US" smtClean="0"/>
              <a:pPr/>
              <a:t>‹#›</a:t>
            </a:fld>
            <a:endParaRPr lang="en-US" dirty="0"/>
          </a:p>
        </p:txBody>
      </p:sp>
    </p:spTree>
    <p:extLst>
      <p:ext uri="{BB962C8B-B14F-4D97-AF65-F5344CB8AC3E}">
        <p14:creationId xmlns:p14="http://schemas.microsoft.com/office/powerpoint/2010/main" val="29667994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1_Contact information">
    <p:spTree>
      <p:nvGrpSpPr>
        <p:cNvPr id="1" name=""/>
        <p:cNvGrpSpPr/>
        <p:nvPr/>
      </p:nvGrpSpPr>
      <p:grpSpPr>
        <a:xfrm>
          <a:off x="0" y="0"/>
          <a:ext cx="0" cy="0"/>
          <a:chOff x="0" y="0"/>
          <a:chExt cx="0" cy="0"/>
        </a:xfrm>
      </p:grpSpPr>
      <p:sp>
        <p:nvSpPr>
          <p:cNvPr id="18" name="Picture Placeholder 17">
            <a:extLst>
              <a:ext uri="{FF2B5EF4-FFF2-40B4-BE49-F238E27FC236}">
                <a16:creationId xmlns:a16="http://schemas.microsoft.com/office/drawing/2014/main" id="{EC1A94F9-DC7A-4538-8277-70A44CA10105}"/>
              </a:ext>
            </a:extLst>
          </p:cNvPr>
          <p:cNvSpPr>
            <a:spLocks noGrp="1" noChangeAspect="1"/>
          </p:cNvSpPr>
          <p:nvPr>
            <p:ph type="pic" sz="quarter" idx="10"/>
          </p:nvPr>
        </p:nvSpPr>
        <p:spPr>
          <a:xfrm>
            <a:off x="624115" y="1903413"/>
            <a:ext cx="1452563" cy="1671637"/>
          </a:xfrm>
          <a:prstGeom prst="rect">
            <a:avLst/>
          </a:prstGeom>
          <a:solidFill>
            <a:srgbClr val="D9D9D9"/>
          </a:solidFill>
        </p:spPr>
        <p:txBody>
          <a:bodyPr anchor="ctr"/>
          <a:lstStyle>
            <a:lvl1pPr algn="ctr">
              <a:defRPr/>
            </a:lvl1pPr>
          </a:lstStyle>
          <a:p>
            <a:r>
              <a:rPr lang="en-US" dirty="0"/>
              <a:t>Click icon to add picture</a:t>
            </a:r>
            <a:endParaRPr lang="pt-PT"/>
          </a:p>
        </p:txBody>
      </p:sp>
      <p:sp>
        <p:nvSpPr>
          <p:cNvPr id="19" name="Picture Placeholder 17">
            <a:extLst>
              <a:ext uri="{FF2B5EF4-FFF2-40B4-BE49-F238E27FC236}">
                <a16:creationId xmlns:a16="http://schemas.microsoft.com/office/drawing/2014/main" id="{74E803A8-AB56-45EC-B2C1-515FBB73BB37}"/>
              </a:ext>
            </a:extLst>
          </p:cNvPr>
          <p:cNvSpPr>
            <a:spLocks noGrp="1" noChangeAspect="1"/>
          </p:cNvSpPr>
          <p:nvPr>
            <p:ph type="pic" sz="quarter" idx="11"/>
          </p:nvPr>
        </p:nvSpPr>
        <p:spPr>
          <a:xfrm>
            <a:off x="6455195" y="1903413"/>
            <a:ext cx="1452563" cy="1671637"/>
          </a:xfrm>
          <a:prstGeom prst="rect">
            <a:avLst/>
          </a:prstGeom>
          <a:solidFill>
            <a:srgbClr val="D9D9D9"/>
          </a:solidFill>
        </p:spPr>
        <p:txBody>
          <a:bodyPr anchor="ctr"/>
          <a:lstStyle>
            <a:lvl1pPr algn="ctr">
              <a:defRPr/>
            </a:lvl1pPr>
          </a:lstStyle>
          <a:p>
            <a:r>
              <a:rPr lang="en-US" dirty="0"/>
              <a:t>Click icon to add picture</a:t>
            </a:r>
            <a:endParaRPr lang="pt-PT"/>
          </a:p>
        </p:txBody>
      </p:sp>
      <p:sp>
        <p:nvSpPr>
          <p:cNvPr id="20" name="Picture Placeholder 17">
            <a:extLst>
              <a:ext uri="{FF2B5EF4-FFF2-40B4-BE49-F238E27FC236}">
                <a16:creationId xmlns:a16="http://schemas.microsoft.com/office/drawing/2014/main" id="{9D1BE315-6BE9-4C05-9EDD-2BF1E943154E}"/>
              </a:ext>
            </a:extLst>
          </p:cNvPr>
          <p:cNvSpPr>
            <a:spLocks noGrp="1" noChangeAspect="1"/>
          </p:cNvSpPr>
          <p:nvPr>
            <p:ph type="pic" sz="quarter" idx="12"/>
          </p:nvPr>
        </p:nvSpPr>
        <p:spPr>
          <a:xfrm>
            <a:off x="624115" y="4379453"/>
            <a:ext cx="1452563" cy="1671637"/>
          </a:xfrm>
          <a:prstGeom prst="rect">
            <a:avLst/>
          </a:prstGeom>
          <a:solidFill>
            <a:srgbClr val="D9D9D9"/>
          </a:solidFill>
        </p:spPr>
        <p:txBody>
          <a:bodyPr anchor="ctr"/>
          <a:lstStyle>
            <a:lvl1pPr algn="ctr">
              <a:defRPr/>
            </a:lvl1pPr>
          </a:lstStyle>
          <a:p>
            <a:r>
              <a:rPr lang="en-US" dirty="0"/>
              <a:t>Click icon to add picture</a:t>
            </a:r>
            <a:endParaRPr lang="pt-PT"/>
          </a:p>
        </p:txBody>
      </p:sp>
      <p:sp>
        <p:nvSpPr>
          <p:cNvPr id="21" name="Picture Placeholder 17">
            <a:extLst>
              <a:ext uri="{FF2B5EF4-FFF2-40B4-BE49-F238E27FC236}">
                <a16:creationId xmlns:a16="http://schemas.microsoft.com/office/drawing/2014/main" id="{1281E9B6-7C84-4FF5-B198-C8FC0C8924EE}"/>
              </a:ext>
            </a:extLst>
          </p:cNvPr>
          <p:cNvSpPr>
            <a:spLocks noGrp="1" noChangeAspect="1"/>
          </p:cNvSpPr>
          <p:nvPr>
            <p:ph type="pic" sz="quarter" idx="13"/>
          </p:nvPr>
        </p:nvSpPr>
        <p:spPr>
          <a:xfrm>
            <a:off x="6455195" y="4379453"/>
            <a:ext cx="1452563" cy="1671637"/>
          </a:xfrm>
          <a:prstGeom prst="rect">
            <a:avLst/>
          </a:prstGeom>
          <a:solidFill>
            <a:srgbClr val="D9D9D9"/>
          </a:solidFill>
        </p:spPr>
        <p:txBody>
          <a:bodyPr anchor="ctr"/>
          <a:lstStyle>
            <a:lvl1pPr algn="ctr">
              <a:defRPr/>
            </a:lvl1pPr>
          </a:lstStyle>
          <a:p>
            <a:r>
              <a:rPr lang="en-US" dirty="0"/>
              <a:t>Click icon to add picture</a:t>
            </a:r>
            <a:endParaRPr lang="pt-PT"/>
          </a:p>
        </p:txBody>
      </p:sp>
      <p:sp>
        <p:nvSpPr>
          <p:cNvPr id="11"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407988" y="404813"/>
            <a:ext cx="11016604" cy="863600"/>
          </a:xfrm>
          <a:prstGeom prst="rect">
            <a:avLst/>
          </a:prstGeom>
        </p:spPr>
        <p:txBody>
          <a:bodyPr vert="horz" lIns="0" tIns="0" rIns="0" bIns="0" rtlCol="0" anchor="t">
            <a:normAutofit/>
          </a:bodyPr>
          <a:lstStyle>
            <a:lvl1pPr>
              <a:defRPr lang="pt-PT" dirty="0"/>
            </a:lvl1pPr>
          </a:lstStyle>
          <a:p>
            <a:pPr lvl="0">
              <a:lnSpc>
                <a:spcPts val="3000"/>
              </a:lnSpc>
            </a:pPr>
            <a:r>
              <a:rPr lang="en-US" dirty="0"/>
              <a:t>Click to add title</a:t>
            </a:r>
            <a:endParaRPr lang="pt-PT" dirty="0"/>
          </a:p>
        </p:txBody>
      </p:sp>
      <p:sp>
        <p:nvSpPr>
          <p:cNvPr id="17" name="Text Placeholder 7">
            <a:extLst>
              <a:ext uri="{FF2B5EF4-FFF2-40B4-BE49-F238E27FC236}">
                <a16:creationId xmlns:a16="http://schemas.microsoft.com/office/drawing/2014/main" id="{9228FC83-C11D-47F2-8BDE-B10D125E5E87}"/>
              </a:ext>
            </a:extLst>
          </p:cNvPr>
          <p:cNvSpPr>
            <a:spLocks noGrp="1"/>
          </p:cNvSpPr>
          <p:nvPr>
            <p:ph type="body" sz="quarter" idx="32" hasCustomPrompt="1"/>
          </p:nvPr>
        </p:nvSpPr>
        <p:spPr>
          <a:xfrm>
            <a:off x="2207568" y="1903413"/>
            <a:ext cx="3743970" cy="1671637"/>
          </a:xfrm>
          <a:prstGeom prst="rect">
            <a:avLst/>
          </a:prstGeom>
        </p:spPr>
        <p:txBody>
          <a:bodyPr>
            <a:noAutofit/>
          </a:bodyPr>
          <a:lstStyle>
            <a:lvl1pPr>
              <a:lnSpc>
                <a:spcPts val="1600"/>
              </a:lnSpc>
              <a:defRPr sz="1200">
                <a:solidFill>
                  <a:schemeClr val="tx1"/>
                </a:solidFill>
              </a:defRPr>
            </a:lvl1pPr>
            <a:lvl2pPr marL="173038" indent="-168275">
              <a:lnSpc>
                <a:spcPts val="1400"/>
              </a:lnSpc>
              <a:buClr>
                <a:schemeClr val="accent1"/>
              </a:buClr>
              <a:defRPr sz="1200">
                <a:solidFill>
                  <a:schemeClr val="tx1"/>
                </a:solidFill>
              </a:defRPr>
            </a:lvl2pPr>
            <a:lvl3pPr marL="347663" indent="-174625">
              <a:lnSpc>
                <a:spcPts val="1400"/>
              </a:lnSpc>
              <a:buClr>
                <a:schemeClr val="accent1"/>
              </a:buClr>
              <a:defRPr sz="1200">
                <a:solidFill>
                  <a:schemeClr val="tx1"/>
                </a:solidFill>
              </a:defRPr>
            </a:lvl3pPr>
            <a:lvl4pPr marL="509588" indent="-161925">
              <a:lnSpc>
                <a:spcPts val="1200"/>
              </a:lnSpc>
              <a:buClr>
                <a:schemeClr val="accent1"/>
              </a:buClr>
              <a:defRPr sz="1100">
                <a:solidFill>
                  <a:schemeClr val="tx1"/>
                </a:solidFill>
              </a:defRPr>
            </a:lvl4pPr>
            <a:lvl5pPr>
              <a:lnSpc>
                <a:spcPct val="100000"/>
              </a:lnSpc>
              <a:defRPr sz="1200">
                <a:solidFill>
                  <a:schemeClr val="tx1"/>
                </a:solidFill>
              </a:defRPr>
            </a:lvl5pPr>
          </a:lstStyle>
          <a:p>
            <a:pPr lvl="0"/>
            <a:r>
              <a:rPr lang="en-US" dirty="0"/>
              <a:t>Click to insert text</a:t>
            </a:r>
          </a:p>
        </p:txBody>
      </p:sp>
      <p:sp>
        <p:nvSpPr>
          <p:cNvPr id="24" name="Text Placeholder 7">
            <a:extLst>
              <a:ext uri="{FF2B5EF4-FFF2-40B4-BE49-F238E27FC236}">
                <a16:creationId xmlns:a16="http://schemas.microsoft.com/office/drawing/2014/main" id="{9228FC83-C11D-47F2-8BDE-B10D125E5E87}"/>
              </a:ext>
            </a:extLst>
          </p:cNvPr>
          <p:cNvSpPr>
            <a:spLocks noGrp="1"/>
          </p:cNvSpPr>
          <p:nvPr>
            <p:ph type="body" sz="quarter" idx="33" hasCustomPrompt="1"/>
          </p:nvPr>
        </p:nvSpPr>
        <p:spPr>
          <a:xfrm>
            <a:off x="8040043" y="1903413"/>
            <a:ext cx="3743970" cy="1671637"/>
          </a:xfrm>
          <a:prstGeom prst="rect">
            <a:avLst/>
          </a:prstGeom>
        </p:spPr>
        <p:txBody>
          <a:bodyPr>
            <a:noAutofit/>
          </a:bodyPr>
          <a:lstStyle>
            <a:lvl1pPr>
              <a:lnSpc>
                <a:spcPts val="1600"/>
              </a:lnSpc>
              <a:defRPr sz="1200">
                <a:solidFill>
                  <a:schemeClr val="tx1"/>
                </a:solidFill>
              </a:defRPr>
            </a:lvl1pPr>
            <a:lvl2pPr marL="173038" indent="-168275">
              <a:lnSpc>
                <a:spcPts val="1400"/>
              </a:lnSpc>
              <a:buClr>
                <a:schemeClr val="accent1"/>
              </a:buClr>
              <a:defRPr sz="1200">
                <a:solidFill>
                  <a:schemeClr val="tx1"/>
                </a:solidFill>
              </a:defRPr>
            </a:lvl2pPr>
            <a:lvl3pPr marL="347663" indent="-174625">
              <a:lnSpc>
                <a:spcPts val="1400"/>
              </a:lnSpc>
              <a:buClr>
                <a:schemeClr val="accent1"/>
              </a:buClr>
              <a:defRPr sz="1200">
                <a:solidFill>
                  <a:schemeClr val="tx1"/>
                </a:solidFill>
              </a:defRPr>
            </a:lvl3pPr>
            <a:lvl4pPr marL="509588" indent="-161925">
              <a:lnSpc>
                <a:spcPts val="1200"/>
              </a:lnSpc>
              <a:buClr>
                <a:schemeClr val="accent1"/>
              </a:buClr>
              <a:defRPr sz="1100">
                <a:solidFill>
                  <a:schemeClr val="tx1"/>
                </a:solidFill>
              </a:defRPr>
            </a:lvl4pPr>
            <a:lvl5pPr>
              <a:lnSpc>
                <a:spcPct val="100000"/>
              </a:lnSpc>
              <a:defRPr sz="1200">
                <a:solidFill>
                  <a:schemeClr val="tx1"/>
                </a:solidFill>
              </a:defRPr>
            </a:lvl5pPr>
          </a:lstStyle>
          <a:p>
            <a:pPr lvl="0"/>
            <a:r>
              <a:rPr lang="en-US" dirty="0"/>
              <a:t>Click to insert text</a:t>
            </a:r>
          </a:p>
        </p:txBody>
      </p:sp>
      <p:sp>
        <p:nvSpPr>
          <p:cNvPr id="27" name="Text Placeholder 7">
            <a:extLst>
              <a:ext uri="{FF2B5EF4-FFF2-40B4-BE49-F238E27FC236}">
                <a16:creationId xmlns:a16="http://schemas.microsoft.com/office/drawing/2014/main" id="{9228FC83-C11D-47F2-8BDE-B10D125E5E87}"/>
              </a:ext>
            </a:extLst>
          </p:cNvPr>
          <p:cNvSpPr>
            <a:spLocks noGrp="1"/>
          </p:cNvSpPr>
          <p:nvPr>
            <p:ph type="body" sz="quarter" idx="34" hasCustomPrompt="1"/>
          </p:nvPr>
        </p:nvSpPr>
        <p:spPr>
          <a:xfrm>
            <a:off x="2207568" y="4379453"/>
            <a:ext cx="3743970" cy="1671637"/>
          </a:xfrm>
          <a:prstGeom prst="rect">
            <a:avLst/>
          </a:prstGeom>
        </p:spPr>
        <p:txBody>
          <a:bodyPr>
            <a:noAutofit/>
          </a:bodyPr>
          <a:lstStyle>
            <a:lvl1pPr>
              <a:lnSpc>
                <a:spcPts val="1600"/>
              </a:lnSpc>
              <a:defRPr sz="1200">
                <a:solidFill>
                  <a:schemeClr val="tx1"/>
                </a:solidFill>
              </a:defRPr>
            </a:lvl1pPr>
            <a:lvl2pPr marL="173038" indent="-168275">
              <a:lnSpc>
                <a:spcPts val="1400"/>
              </a:lnSpc>
              <a:buClr>
                <a:schemeClr val="accent1"/>
              </a:buClr>
              <a:defRPr sz="1200">
                <a:solidFill>
                  <a:schemeClr val="tx1"/>
                </a:solidFill>
              </a:defRPr>
            </a:lvl2pPr>
            <a:lvl3pPr marL="347663" indent="-174625">
              <a:lnSpc>
                <a:spcPts val="1400"/>
              </a:lnSpc>
              <a:buClr>
                <a:schemeClr val="accent1"/>
              </a:buClr>
              <a:defRPr sz="1200">
                <a:solidFill>
                  <a:schemeClr val="tx1"/>
                </a:solidFill>
              </a:defRPr>
            </a:lvl3pPr>
            <a:lvl4pPr marL="509588" indent="-161925">
              <a:lnSpc>
                <a:spcPts val="1200"/>
              </a:lnSpc>
              <a:buClr>
                <a:schemeClr val="accent1"/>
              </a:buClr>
              <a:defRPr sz="1100">
                <a:solidFill>
                  <a:schemeClr val="tx1"/>
                </a:solidFill>
              </a:defRPr>
            </a:lvl4pPr>
            <a:lvl5pPr>
              <a:lnSpc>
                <a:spcPct val="100000"/>
              </a:lnSpc>
              <a:defRPr sz="1200">
                <a:solidFill>
                  <a:schemeClr val="tx1"/>
                </a:solidFill>
              </a:defRPr>
            </a:lvl5pPr>
          </a:lstStyle>
          <a:p>
            <a:pPr lvl="0"/>
            <a:r>
              <a:rPr lang="en-US" dirty="0"/>
              <a:t>Click to insert text</a:t>
            </a:r>
          </a:p>
        </p:txBody>
      </p:sp>
      <p:sp>
        <p:nvSpPr>
          <p:cNvPr id="28" name="Text Placeholder 7">
            <a:extLst>
              <a:ext uri="{FF2B5EF4-FFF2-40B4-BE49-F238E27FC236}">
                <a16:creationId xmlns:a16="http://schemas.microsoft.com/office/drawing/2014/main" id="{9228FC83-C11D-47F2-8BDE-B10D125E5E87}"/>
              </a:ext>
            </a:extLst>
          </p:cNvPr>
          <p:cNvSpPr>
            <a:spLocks noGrp="1"/>
          </p:cNvSpPr>
          <p:nvPr>
            <p:ph type="body" sz="quarter" idx="35" hasCustomPrompt="1"/>
          </p:nvPr>
        </p:nvSpPr>
        <p:spPr>
          <a:xfrm>
            <a:off x="8040043" y="4379453"/>
            <a:ext cx="3743970" cy="1671637"/>
          </a:xfrm>
          <a:prstGeom prst="rect">
            <a:avLst/>
          </a:prstGeom>
        </p:spPr>
        <p:txBody>
          <a:bodyPr>
            <a:noAutofit/>
          </a:bodyPr>
          <a:lstStyle>
            <a:lvl1pPr>
              <a:lnSpc>
                <a:spcPts val="1600"/>
              </a:lnSpc>
              <a:defRPr sz="1200">
                <a:solidFill>
                  <a:schemeClr val="tx1"/>
                </a:solidFill>
              </a:defRPr>
            </a:lvl1pPr>
            <a:lvl2pPr marL="173038" indent="-168275">
              <a:lnSpc>
                <a:spcPts val="1400"/>
              </a:lnSpc>
              <a:buClr>
                <a:schemeClr val="accent1"/>
              </a:buClr>
              <a:defRPr sz="1200">
                <a:solidFill>
                  <a:schemeClr val="tx1"/>
                </a:solidFill>
              </a:defRPr>
            </a:lvl2pPr>
            <a:lvl3pPr marL="347663" indent="-174625">
              <a:lnSpc>
                <a:spcPts val="1400"/>
              </a:lnSpc>
              <a:buClr>
                <a:schemeClr val="accent1"/>
              </a:buClr>
              <a:defRPr sz="1200">
                <a:solidFill>
                  <a:schemeClr val="tx1"/>
                </a:solidFill>
              </a:defRPr>
            </a:lvl3pPr>
            <a:lvl4pPr marL="509588" indent="-161925">
              <a:lnSpc>
                <a:spcPts val="1200"/>
              </a:lnSpc>
              <a:buClr>
                <a:schemeClr val="accent1"/>
              </a:buClr>
              <a:defRPr sz="1100">
                <a:solidFill>
                  <a:schemeClr val="tx1"/>
                </a:solidFill>
              </a:defRPr>
            </a:lvl4pPr>
            <a:lvl5pPr>
              <a:lnSpc>
                <a:spcPct val="100000"/>
              </a:lnSpc>
              <a:defRPr sz="1200">
                <a:solidFill>
                  <a:schemeClr val="tx1"/>
                </a:solidFill>
              </a:defRPr>
            </a:lvl5pPr>
          </a:lstStyle>
          <a:p>
            <a:pPr lvl="0"/>
            <a:r>
              <a:rPr lang="en-US" dirty="0"/>
              <a:t>Click to insert text</a:t>
            </a:r>
          </a:p>
        </p:txBody>
      </p:sp>
      <p:sp>
        <p:nvSpPr>
          <p:cNvPr id="5" name="Date Placeholder 4"/>
          <p:cNvSpPr>
            <a:spLocks noGrp="1"/>
          </p:cNvSpPr>
          <p:nvPr>
            <p:ph type="dt" sz="half" idx="36"/>
          </p:nvPr>
        </p:nvSpPr>
        <p:spPr>
          <a:xfrm>
            <a:off x="407988" y="6555971"/>
            <a:ext cx="2829007" cy="219456"/>
          </a:xfrm>
          <a:prstGeom prst="rect">
            <a:avLst/>
          </a:prstGeom>
        </p:spPr>
        <p:txBody>
          <a:bodyPr/>
          <a:lstStyle/>
          <a:p>
            <a:pPr>
              <a:lnSpc>
                <a:spcPct val="85000"/>
              </a:lnSpc>
            </a:pPr>
            <a:fld id="{27184E02-11A2-4675-9057-1865ED2F567D}" type="datetime1">
              <a:rPr lang="en-GB" smtClean="0"/>
              <a:t>18/12/2020</a:t>
            </a:fld>
            <a:endParaRPr lang="en-US" dirty="0"/>
          </a:p>
        </p:txBody>
      </p:sp>
      <p:sp>
        <p:nvSpPr>
          <p:cNvPr id="6" name="Footer Placeholder 5"/>
          <p:cNvSpPr>
            <a:spLocks noGrp="1"/>
          </p:cNvSpPr>
          <p:nvPr>
            <p:ph type="ftr" sz="quarter" idx="37"/>
          </p:nvPr>
        </p:nvSpPr>
        <p:spPr>
          <a:xfrm>
            <a:off x="9324107" y="6555758"/>
            <a:ext cx="2223686" cy="219456"/>
          </a:xfrm>
          <a:prstGeom prst="rect">
            <a:avLst/>
          </a:prstGeom>
        </p:spPr>
        <p:txBody>
          <a:bodyPr/>
          <a:lstStyle/>
          <a:p>
            <a:r>
              <a:rPr lang="en-US" dirty="0"/>
              <a:t>Slide # </a:t>
            </a:r>
          </a:p>
        </p:txBody>
      </p:sp>
      <p:sp>
        <p:nvSpPr>
          <p:cNvPr id="7" name="Slide Number Placeholder 6"/>
          <p:cNvSpPr>
            <a:spLocks noGrp="1"/>
          </p:cNvSpPr>
          <p:nvPr>
            <p:ph type="sldNum" sz="quarter" idx="38"/>
          </p:nvPr>
        </p:nvSpPr>
        <p:spPr>
          <a:xfrm>
            <a:off x="11784013" y="6555758"/>
            <a:ext cx="123754" cy="215444"/>
          </a:xfrm>
          <a:prstGeom prst="rect">
            <a:avLst/>
          </a:prstGeom>
        </p:spPr>
        <p:txBody>
          <a:bodyPr/>
          <a:lstStyle/>
          <a:p>
            <a:fld id="{DD205EFF-948D-4AF6-B54C-65639188FB5F}" type="slidenum">
              <a:rPr lang="en-US" smtClean="0"/>
              <a:pPr/>
              <a:t>‹#›</a:t>
            </a:fld>
            <a:endParaRPr lang="en-US" dirty="0"/>
          </a:p>
        </p:txBody>
      </p:sp>
    </p:spTree>
    <p:extLst>
      <p:ext uri="{BB962C8B-B14F-4D97-AF65-F5344CB8AC3E}">
        <p14:creationId xmlns:p14="http://schemas.microsoft.com/office/powerpoint/2010/main" val="3845161949"/>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1_Contact details">
    <p:spTree>
      <p:nvGrpSpPr>
        <p:cNvPr id="1" name=""/>
        <p:cNvGrpSpPr/>
        <p:nvPr/>
      </p:nvGrpSpPr>
      <p:grpSpPr>
        <a:xfrm>
          <a:off x="0" y="0"/>
          <a:ext cx="0" cy="0"/>
          <a:chOff x="0" y="0"/>
          <a:chExt cx="0" cy="0"/>
        </a:xfrm>
      </p:grpSpPr>
      <p:sp>
        <p:nvSpPr>
          <p:cNvPr id="15" name="Text Placeholder 4">
            <a:extLst>
              <a:ext uri="{FF2B5EF4-FFF2-40B4-BE49-F238E27FC236}">
                <a16:creationId xmlns:a16="http://schemas.microsoft.com/office/drawing/2014/main" id="{38EB8B05-1295-4FBE-8D2F-3BFEB534AE51}"/>
              </a:ext>
            </a:extLst>
          </p:cNvPr>
          <p:cNvSpPr>
            <a:spLocks noGrp="1"/>
          </p:cNvSpPr>
          <p:nvPr>
            <p:ph type="body" sz="quarter" idx="29"/>
          </p:nvPr>
        </p:nvSpPr>
        <p:spPr>
          <a:xfrm>
            <a:off x="6638114" y="662159"/>
            <a:ext cx="4883669" cy="412363"/>
          </a:xfrm>
          <a:prstGeom prst="rect">
            <a:avLst/>
          </a:prstGeom>
          <a:noFill/>
        </p:spPr>
        <p:txBody>
          <a:bodyPr anchor="ctr">
            <a:noAutofit/>
          </a:bodyPr>
          <a:lstStyle>
            <a:lvl1pPr algn="l">
              <a:lnSpc>
                <a:spcPts val="3000"/>
              </a:lnSpc>
              <a:defRPr sz="2000" b="0">
                <a:solidFill>
                  <a:srgbClr val="12ABDB"/>
                </a:solidFill>
              </a:defRPr>
            </a:lvl1pPr>
            <a:lvl2pPr>
              <a:defRPr sz="1400"/>
            </a:lvl2pPr>
            <a:lvl3pPr>
              <a:defRPr sz="1200"/>
            </a:lvl3pPr>
            <a:lvl4pPr>
              <a:defRPr sz="1100"/>
            </a:lvl4pPr>
            <a:lvl5pPr>
              <a:defRPr sz="1100"/>
            </a:lvl5pPr>
          </a:lstStyle>
          <a:p>
            <a:pPr lvl="0"/>
            <a:r>
              <a:rPr lang="en-US"/>
              <a:t>Click to edit Master text styles</a:t>
            </a:r>
          </a:p>
        </p:txBody>
      </p:sp>
      <p:sp>
        <p:nvSpPr>
          <p:cNvPr id="16" name="Text Placeholder 4">
            <a:extLst>
              <a:ext uri="{FF2B5EF4-FFF2-40B4-BE49-F238E27FC236}">
                <a16:creationId xmlns:a16="http://schemas.microsoft.com/office/drawing/2014/main" id="{89F369BB-997D-4351-8E94-506F593BC826}"/>
              </a:ext>
            </a:extLst>
          </p:cNvPr>
          <p:cNvSpPr>
            <a:spLocks noGrp="1"/>
          </p:cNvSpPr>
          <p:nvPr>
            <p:ph type="body" sz="quarter" idx="30"/>
          </p:nvPr>
        </p:nvSpPr>
        <p:spPr>
          <a:xfrm>
            <a:off x="6638114" y="4221110"/>
            <a:ext cx="4883669" cy="412363"/>
          </a:xfrm>
          <a:prstGeom prst="rect">
            <a:avLst/>
          </a:prstGeom>
          <a:noFill/>
        </p:spPr>
        <p:txBody>
          <a:bodyPr anchor="ctr">
            <a:noAutofit/>
          </a:bodyPr>
          <a:lstStyle>
            <a:lvl1pPr algn="l">
              <a:lnSpc>
                <a:spcPts val="3000"/>
              </a:lnSpc>
              <a:defRPr sz="2000" b="0">
                <a:solidFill>
                  <a:srgbClr val="12ABDB"/>
                </a:solidFill>
              </a:defRPr>
            </a:lvl1pPr>
            <a:lvl2pPr>
              <a:defRPr sz="1400"/>
            </a:lvl2pPr>
            <a:lvl3pPr>
              <a:defRPr sz="1200"/>
            </a:lvl3pPr>
            <a:lvl4pPr>
              <a:defRPr sz="1100"/>
            </a:lvl4pPr>
            <a:lvl5pPr>
              <a:defRPr sz="1100"/>
            </a:lvl5pPr>
          </a:lstStyle>
          <a:p>
            <a:pPr lvl="0"/>
            <a:r>
              <a:rPr lang="en-US"/>
              <a:t>Click to edit Master text styles</a:t>
            </a:r>
          </a:p>
        </p:txBody>
      </p:sp>
      <p:sp>
        <p:nvSpPr>
          <p:cNvPr id="17" name="Text Placeholder 7">
            <a:extLst>
              <a:ext uri="{FF2B5EF4-FFF2-40B4-BE49-F238E27FC236}">
                <a16:creationId xmlns:a16="http://schemas.microsoft.com/office/drawing/2014/main" id="{1DC896E0-16D3-438F-B293-ED80E1183A74}"/>
              </a:ext>
            </a:extLst>
          </p:cNvPr>
          <p:cNvSpPr>
            <a:spLocks noGrp="1"/>
          </p:cNvSpPr>
          <p:nvPr>
            <p:ph type="body" sz="quarter" idx="31"/>
          </p:nvPr>
        </p:nvSpPr>
        <p:spPr>
          <a:xfrm>
            <a:off x="6638113" y="4810699"/>
            <a:ext cx="4883670" cy="1717101"/>
          </a:xfrm>
          <a:prstGeom prst="rect">
            <a:avLst/>
          </a:prstGeom>
        </p:spPr>
        <p:txBody>
          <a:bodyPr>
            <a:noAutofit/>
          </a:bodyPr>
          <a:lstStyle>
            <a:lvl1pPr>
              <a:lnSpc>
                <a:spcPts val="1600"/>
              </a:lnSpc>
              <a:defRPr sz="1400"/>
            </a:lvl1pPr>
            <a:lvl2pPr marL="173038" indent="-168275">
              <a:lnSpc>
                <a:spcPts val="1400"/>
              </a:lnSpc>
              <a:defRPr sz="1200"/>
            </a:lvl2pPr>
            <a:lvl3pPr marL="347663" indent="-174625">
              <a:lnSpc>
                <a:spcPts val="1200"/>
              </a:lnSpc>
              <a:defRPr sz="1100"/>
            </a:lvl3pPr>
            <a:lvl4pPr marL="404813" indent="-115888">
              <a:lnSpc>
                <a:spcPts val="1100"/>
              </a:lnSpc>
              <a:defRPr sz="1000"/>
            </a:lvl4pPr>
            <a:lvl5pPr>
              <a:lnSpc>
                <a:spcPct val="100000"/>
              </a:lnSpc>
              <a:defRPr sz="12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Text Placeholder 7">
            <a:extLst>
              <a:ext uri="{FF2B5EF4-FFF2-40B4-BE49-F238E27FC236}">
                <a16:creationId xmlns:a16="http://schemas.microsoft.com/office/drawing/2014/main" id="{766AF42E-C565-4CFD-A0C6-69ADC5ED724D}"/>
              </a:ext>
            </a:extLst>
          </p:cNvPr>
          <p:cNvSpPr>
            <a:spLocks noGrp="1"/>
          </p:cNvSpPr>
          <p:nvPr>
            <p:ph type="body" sz="quarter" idx="32"/>
          </p:nvPr>
        </p:nvSpPr>
        <p:spPr>
          <a:xfrm>
            <a:off x="6638113" y="1265729"/>
            <a:ext cx="1981648" cy="1058371"/>
          </a:xfrm>
          <a:prstGeom prst="rect">
            <a:avLst/>
          </a:prstGeom>
        </p:spPr>
        <p:txBody>
          <a:bodyPr>
            <a:noAutofit/>
          </a:bodyPr>
          <a:lstStyle>
            <a:lvl1pPr>
              <a:lnSpc>
                <a:spcPts val="1400"/>
              </a:lnSpc>
              <a:defRPr sz="1200"/>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a:t>Click to edit Master text styles</a:t>
            </a:r>
          </a:p>
        </p:txBody>
      </p:sp>
      <p:sp>
        <p:nvSpPr>
          <p:cNvPr id="19" name="Text Placeholder 7">
            <a:extLst>
              <a:ext uri="{FF2B5EF4-FFF2-40B4-BE49-F238E27FC236}">
                <a16:creationId xmlns:a16="http://schemas.microsoft.com/office/drawing/2014/main" id="{FEEE7B4B-7781-4178-8912-CB53DC7910B1}"/>
              </a:ext>
            </a:extLst>
          </p:cNvPr>
          <p:cNvSpPr>
            <a:spLocks noGrp="1"/>
          </p:cNvSpPr>
          <p:nvPr>
            <p:ph type="body" sz="quarter" idx="33"/>
          </p:nvPr>
        </p:nvSpPr>
        <p:spPr>
          <a:xfrm>
            <a:off x="9473096" y="1265729"/>
            <a:ext cx="1981648" cy="1058371"/>
          </a:xfrm>
          <a:prstGeom prst="rect">
            <a:avLst/>
          </a:prstGeom>
        </p:spPr>
        <p:txBody>
          <a:bodyPr>
            <a:noAutofit/>
          </a:bodyPr>
          <a:lstStyle>
            <a:lvl1pPr>
              <a:lnSpc>
                <a:spcPts val="1400"/>
              </a:lnSpc>
              <a:defRPr sz="1200"/>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a:t>Click to edit Master text styles</a:t>
            </a:r>
          </a:p>
        </p:txBody>
      </p:sp>
      <p:sp>
        <p:nvSpPr>
          <p:cNvPr id="20" name="Text Placeholder 7">
            <a:extLst>
              <a:ext uri="{FF2B5EF4-FFF2-40B4-BE49-F238E27FC236}">
                <a16:creationId xmlns:a16="http://schemas.microsoft.com/office/drawing/2014/main" id="{65D71B9F-4F61-41D4-A7CC-FD63E71DC5A6}"/>
              </a:ext>
            </a:extLst>
          </p:cNvPr>
          <p:cNvSpPr>
            <a:spLocks noGrp="1"/>
          </p:cNvSpPr>
          <p:nvPr>
            <p:ph type="body" sz="quarter" idx="34"/>
          </p:nvPr>
        </p:nvSpPr>
        <p:spPr>
          <a:xfrm>
            <a:off x="6638113" y="2455544"/>
            <a:ext cx="1981648" cy="1058371"/>
          </a:xfrm>
          <a:prstGeom prst="rect">
            <a:avLst/>
          </a:prstGeom>
        </p:spPr>
        <p:txBody>
          <a:bodyPr>
            <a:noAutofit/>
          </a:bodyPr>
          <a:lstStyle>
            <a:lvl1pPr>
              <a:lnSpc>
                <a:spcPts val="1400"/>
              </a:lnSpc>
              <a:defRPr sz="1200"/>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a:t>Click to edit Master text styles</a:t>
            </a:r>
          </a:p>
        </p:txBody>
      </p:sp>
      <p:sp>
        <p:nvSpPr>
          <p:cNvPr id="21" name="Text Placeholder 7">
            <a:extLst>
              <a:ext uri="{FF2B5EF4-FFF2-40B4-BE49-F238E27FC236}">
                <a16:creationId xmlns:a16="http://schemas.microsoft.com/office/drawing/2014/main" id="{1BD170B4-C089-4F45-8016-02293706DE36}"/>
              </a:ext>
            </a:extLst>
          </p:cNvPr>
          <p:cNvSpPr>
            <a:spLocks noGrp="1"/>
          </p:cNvSpPr>
          <p:nvPr>
            <p:ph type="body" sz="quarter" idx="35"/>
          </p:nvPr>
        </p:nvSpPr>
        <p:spPr>
          <a:xfrm>
            <a:off x="9473096" y="2455544"/>
            <a:ext cx="1981648" cy="1058371"/>
          </a:xfrm>
          <a:prstGeom prst="rect">
            <a:avLst/>
          </a:prstGeom>
        </p:spPr>
        <p:txBody>
          <a:bodyPr>
            <a:noAutofit/>
          </a:bodyPr>
          <a:lstStyle>
            <a:lvl1pPr>
              <a:lnSpc>
                <a:spcPts val="1400"/>
              </a:lnSpc>
              <a:defRPr sz="1200"/>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a:t>Click to edit Master text styles</a:t>
            </a:r>
          </a:p>
        </p:txBody>
      </p:sp>
      <p:sp>
        <p:nvSpPr>
          <p:cNvPr id="22" name="Freeform: Shape 21">
            <a:extLst>
              <a:ext uri="{FF2B5EF4-FFF2-40B4-BE49-F238E27FC236}">
                <a16:creationId xmlns:a16="http://schemas.microsoft.com/office/drawing/2014/main" id="{E1D38B64-120F-4B33-BFE3-9536C55688C0}"/>
              </a:ext>
            </a:extLst>
          </p:cNvPr>
          <p:cNvSpPr>
            <a:spLocks/>
          </p:cNvSpPr>
          <p:nvPr userDrawn="1"/>
        </p:nvSpPr>
        <p:spPr bwMode="auto">
          <a:xfrm>
            <a:off x="0" y="0"/>
            <a:ext cx="6314264" cy="6858000"/>
          </a:xfrm>
          <a:custGeom>
            <a:avLst/>
            <a:gdLst>
              <a:gd name="connsiteX0" fmla="*/ 0 w 6314264"/>
              <a:gd name="connsiteY0" fmla="*/ 0 h 6850062"/>
              <a:gd name="connsiteX1" fmla="*/ 2371778 w 6314264"/>
              <a:gd name="connsiteY1" fmla="*/ 0 h 6850062"/>
              <a:gd name="connsiteX2" fmla="*/ 5821131 w 6314264"/>
              <a:gd name="connsiteY2" fmla="*/ 4462172 h 6850062"/>
              <a:gd name="connsiteX3" fmla="*/ 5967979 w 6314264"/>
              <a:gd name="connsiteY3" fmla="*/ 6737018 h 6850062"/>
              <a:gd name="connsiteX4" fmla="*/ 5901053 w 6314264"/>
              <a:gd name="connsiteY4" fmla="*/ 6850062 h 6850062"/>
              <a:gd name="connsiteX5" fmla="*/ 0 w 6314264"/>
              <a:gd name="connsiteY5" fmla="*/ 6850062 h 6850062"/>
              <a:gd name="connsiteX6" fmla="*/ 0 w 6314264"/>
              <a:gd name="connsiteY6" fmla="*/ 6791481 h 6850062"/>
              <a:gd name="connsiteX7" fmla="*/ 0 w 6314264"/>
              <a:gd name="connsiteY7" fmla="*/ 0 h 6850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14264" h="6850062">
                <a:moveTo>
                  <a:pt x="0" y="0"/>
                </a:moveTo>
                <a:cubicBezTo>
                  <a:pt x="0" y="0"/>
                  <a:pt x="0" y="0"/>
                  <a:pt x="2371778" y="0"/>
                </a:cubicBezTo>
                <a:cubicBezTo>
                  <a:pt x="2402328" y="4520519"/>
                  <a:pt x="6334924" y="5918074"/>
                  <a:pt x="5821131" y="4462172"/>
                </a:cubicBezTo>
                <a:cubicBezTo>
                  <a:pt x="6272436" y="4633046"/>
                  <a:pt x="6588349" y="5598554"/>
                  <a:pt x="5967979" y="6737018"/>
                </a:cubicBezTo>
                <a:lnTo>
                  <a:pt x="5901053" y="6850062"/>
                </a:lnTo>
                <a:lnTo>
                  <a:pt x="0" y="6850062"/>
                </a:lnTo>
                <a:lnTo>
                  <a:pt x="0" y="6791481"/>
                </a:lnTo>
                <a:cubicBezTo>
                  <a:pt x="0" y="5305461"/>
                  <a:pt x="0" y="3143977"/>
                  <a:pt x="0" y="0"/>
                </a:cubicBezTo>
                <a:close/>
              </a:path>
            </a:pathLst>
          </a:custGeom>
          <a:solidFill>
            <a:srgbClr val="2C00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pt-PT"/>
          </a:p>
        </p:txBody>
      </p:sp>
      <p:sp>
        <p:nvSpPr>
          <p:cNvPr id="23" name="Freeform 26">
            <a:extLst>
              <a:ext uri="{FF2B5EF4-FFF2-40B4-BE49-F238E27FC236}">
                <a16:creationId xmlns:a16="http://schemas.microsoft.com/office/drawing/2014/main" id="{B017E329-98D6-4441-B449-FBAD88FAA377}"/>
              </a:ext>
            </a:extLst>
          </p:cNvPr>
          <p:cNvSpPr>
            <a:spLocks/>
          </p:cNvSpPr>
          <p:nvPr userDrawn="1"/>
        </p:nvSpPr>
        <p:spPr bwMode="auto">
          <a:xfrm>
            <a:off x="5688408" y="4703082"/>
            <a:ext cx="414338" cy="339383"/>
          </a:xfrm>
          <a:custGeom>
            <a:avLst/>
            <a:gdLst>
              <a:gd name="T0" fmla="*/ 99 w 149"/>
              <a:gd name="T1" fmla="*/ 85 h 122"/>
              <a:gd name="T2" fmla="*/ 149 w 149"/>
              <a:gd name="T3" fmla="*/ 34 h 122"/>
              <a:gd name="T4" fmla="*/ 112 w 149"/>
              <a:gd name="T5" fmla="*/ 0 h 122"/>
              <a:gd name="T6" fmla="*/ 39 w 149"/>
              <a:gd name="T7" fmla="*/ 78 h 122"/>
              <a:gd name="T8" fmla="*/ 0 w 149"/>
              <a:gd name="T9" fmla="*/ 114 h 122"/>
              <a:gd name="T10" fmla="*/ 29 w 149"/>
              <a:gd name="T11" fmla="*/ 122 h 122"/>
              <a:gd name="T12" fmla="*/ 99 w 149"/>
              <a:gd name="T13" fmla="*/ 99 h 122"/>
              <a:gd name="T14" fmla="*/ 64 w 149"/>
              <a:gd name="T15" fmla="*/ 68 h 122"/>
              <a:gd name="T16" fmla="*/ 99 w 149"/>
              <a:gd name="T17" fmla="*/ 85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9" h="122">
                <a:moveTo>
                  <a:pt x="99" y="85"/>
                </a:moveTo>
                <a:cubicBezTo>
                  <a:pt x="127" y="85"/>
                  <a:pt x="149" y="62"/>
                  <a:pt x="149" y="34"/>
                </a:cubicBezTo>
                <a:cubicBezTo>
                  <a:pt x="147" y="22"/>
                  <a:pt x="143" y="0"/>
                  <a:pt x="112" y="0"/>
                </a:cubicBezTo>
                <a:cubicBezTo>
                  <a:pt x="78" y="0"/>
                  <a:pt x="67" y="48"/>
                  <a:pt x="39" y="78"/>
                </a:cubicBezTo>
                <a:cubicBezTo>
                  <a:pt x="37" y="96"/>
                  <a:pt x="20" y="111"/>
                  <a:pt x="0" y="114"/>
                </a:cubicBezTo>
                <a:cubicBezTo>
                  <a:pt x="5" y="119"/>
                  <a:pt x="16" y="122"/>
                  <a:pt x="29" y="122"/>
                </a:cubicBezTo>
                <a:cubicBezTo>
                  <a:pt x="54" y="122"/>
                  <a:pt x="84" y="115"/>
                  <a:pt x="99" y="99"/>
                </a:cubicBezTo>
                <a:cubicBezTo>
                  <a:pt x="78" y="100"/>
                  <a:pt x="65" y="86"/>
                  <a:pt x="64" y="68"/>
                </a:cubicBezTo>
                <a:cubicBezTo>
                  <a:pt x="74" y="80"/>
                  <a:pt x="85" y="85"/>
                  <a:pt x="99" y="85"/>
                </a:cubicBezTo>
              </a:path>
            </a:pathLst>
          </a:custGeom>
          <a:solidFill>
            <a:srgbClr val="00B9E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pt-PT" b="1"/>
          </a:p>
        </p:txBody>
      </p:sp>
      <p:sp>
        <p:nvSpPr>
          <p:cNvPr id="24" name="Freeform 27">
            <a:extLst>
              <a:ext uri="{FF2B5EF4-FFF2-40B4-BE49-F238E27FC236}">
                <a16:creationId xmlns:a16="http://schemas.microsoft.com/office/drawing/2014/main" id="{8015E310-A729-4C80-936F-71D663EE6DA7}"/>
              </a:ext>
            </a:extLst>
          </p:cNvPr>
          <p:cNvSpPr>
            <a:spLocks/>
          </p:cNvSpPr>
          <p:nvPr userDrawn="1"/>
        </p:nvSpPr>
        <p:spPr bwMode="auto">
          <a:xfrm>
            <a:off x="5471869" y="4458435"/>
            <a:ext cx="630877" cy="536142"/>
          </a:xfrm>
          <a:custGeom>
            <a:avLst/>
            <a:gdLst>
              <a:gd name="T0" fmla="*/ 227 w 227"/>
              <a:gd name="T1" fmla="*/ 120 h 193"/>
              <a:gd name="T2" fmla="*/ 188 w 227"/>
              <a:gd name="T3" fmla="*/ 40 h 193"/>
              <a:gd name="T4" fmla="*/ 127 w 227"/>
              <a:gd name="T5" fmla="*/ 3 h 193"/>
              <a:gd name="T6" fmla="*/ 122 w 227"/>
              <a:gd name="T7" fmla="*/ 0 h 193"/>
              <a:gd name="T8" fmla="*/ 122 w 227"/>
              <a:gd name="T9" fmla="*/ 0 h 193"/>
              <a:gd name="T10" fmla="*/ 0 w 227"/>
              <a:gd name="T11" fmla="*/ 125 h 193"/>
              <a:gd name="T12" fmla="*/ 42 w 227"/>
              <a:gd name="T13" fmla="*/ 187 h 193"/>
              <a:gd name="T14" fmla="*/ 85 w 227"/>
              <a:gd name="T15" fmla="*/ 188 h 193"/>
              <a:gd name="T16" fmla="*/ 117 w 227"/>
              <a:gd name="T17" fmla="*/ 166 h 193"/>
              <a:gd name="T18" fmla="*/ 190 w 227"/>
              <a:gd name="T19" fmla="*/ 88 h 193"/>
              <a:gd name="T20" fmla="*/ 227 w 227"/>
              <a:gd name="T21" fmla="*/ 122 h 193"/>
              <a:gd name="T22" fmla="*/ 227 w 227"/>
              <a:gd name="T23" fmla="*/ 120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7" h="193">
                <a:moveTo>
                  <a:pt x="227" y="120"/>
                </a:moveTo>
                <a:cubicBezTo>
                  <a:pt x="226" y="89"/>
                  <a:pt x="211" y="62"/>
                  <a:pt x="188" y="40"/>
                </a:cubicBezTo>
                <a:cubicBezTo>
                  <a:pt x="170" y="24"/>
                  <a:pt x="149" y="12"/>
                  <a:pt x="127" y="3"/>
                </a:cubicBezTo>
                <a:cubicBezTo>
                  <a:pt x="125" y="2"/>
                  <a:pt x="123" y="1"/>
                  <a:pt x="122" y="0"/>
                </a:cubicBezTo>
                <a:cubicBezTo>
                  <a:pt x="122" y="0"/>
                  <a:pt x="122" y="0"/>
                  <a:pt x="122" y="0"/>
                </a:cubicBezTo>
                <a:cubicBezTo>
                  <a:pt x="94" y="33"/>
                  <a:pt x="0" y="57"/>
                  <a:pt x="0" y="125"/>
                </a:cubicBezTo>
                <a:cubicBezTo>
                  <a:pt x="0" y="152"/>
                  <a:pt x="17" y="177"/>
                  <a:pt x="42" y="187"/>
                </a:cubicBezTo>
                <a:cubicBezTo>
                  <a:pt x="56" y="193"/>
                  <a:pt x="71" y="193"/>
                  <a:pt x="85" y="188"/>
                </a:cubicBezTo>
                <a:cubicBezTo>
                  <a:pt x="98" y="184"/>
                  <a:pt x="108" y="176"/>
                  <a:pt x="117" y="166"/>
                </a:cubicBezTo>
                <a:cubicBezTo>
                  <a:pt x="145" y="136"/>
                  <a:pt x="156" y="88"/>
                  <a:pt x="190" y="88"/>
                </a:cubicBezTo>
                <a:cubicBezTo>
                  <a:pt x="221" y="88"/>
                  <a:pt x="225" y="110"/>
                  <a:pt x="227" y="122"/>
                </a:cubicBezTo>
                <a:cubicBezTo>
                  <a:pt x="227" y="122"/>
                  <a:pt x="227" y="121"/>
                  <a:pt x="227" y="120"/>
                </a:cubicBezTo>
              </a:path>
            </a:pathLst>
          </a:custGeom>
          <a:solidFill>
            <a:srgbClr val="007DB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pt-PT" b="1"/>
          </a:p>
        </p:txBody>
      </p:sp>
      <p:sp>
        <p:nvSpPr>
          <p:cNvPr id="25" name="Text Placeholder 7">
            <a:extLst>
              <a:ext uri="{FF2B5EF4-FFF2-40B4-BE49-F238E27FC236}">
                <a16:creationId xmlns:a16="http://schemas.microsoft.com/office/drawing/2014/main" id="{BBB56F29-6918-4BD4-9377-61503A926466}"/>
              </a:ext>
            </a:extLst>
          </p:cNvPr>
          <p:cNvSpPr>
            <a:spLocks noGrp="1"/>
          </p:cNvSpPr>
          <p:nvPr>
            <p:ph type="body" sz="quarter" idx="36"/>
          </p:nvPr>
        </p:nvSpPr>
        <p:spPr>
          <a:xfrm>
            <a:off x="412692" y="4869077"/>
            <a:ext cx="3344087" cy="1088820"/>
          </a:xfrm>
          <a:prstGeom prst="rect">
            <a:avLst/>
          </a:prstGeom>
        </p:spPr>
        <p:txBody>
          <a:bodyPr anchor="b">
            <a:noAutofit/>
          </a:bodyPr>
          <a:lstStyle>
            <a:lvl1pPr>
              <a:lnSpc>
                <a:spcPts val="1600"/>
              </a:lnSpc>
              <a:spcAft>
                <a:spcPts val="0"/>
              </a:spcAft>
              <a:defRPr sz="140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a:t>Click to edit Master text styles</a:t>
            </a:r>
          </a:p>
        </p:txBody>
      </p:sp>
      <p:cxnSp>
        <p:nvCxnSpPr>
          <p:cNvPr id="28"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3283674" y="6587911"/>
            <a:ext cx="0" cy="155576"/>
          </a:xfrm>
          <a:prstGeom prst="line">
            <a:avLst/>
          </a:prstGeom>
          <a:solidFill>
            <a:schemeClr val="tx1"/>
          </a:solidFill>
          <a:ln w="12700" cap="rnd">
            <a:solidFill>
              <a:schemeClr val="bg1"/>
            </a:solidFill>
            <a:round/>
          </a:ln>
        </p:spPr>
        <p:style>
          <a:lnRef idx="1">
            <a:schemeClr val="accent1"/>
          </a:lnRef>
          <a:fillRef idx="0">
            <a:schemeClr val="accent1"/>
          </a:fillRef>
          <a:effectRef idx="0">
            <a:schemeClr val="accent1"/>
          </a:effectRef>
          <a:fontRef idx="minor">
            <a:schemeClr val="tx1"/>
          </a:fontRef>
        </p:style>
      </p:cxnSp>
      <p:sp>
        <p:nvSpPr>
          <p:cNvPr id="5" name="Date Placeholder 4"/>
          <p:cNvSpPr>
            <a:spLocks noGrp="1"/>
          </p:cNvSpPr>
          <p:nvPr>
            <p:ph type="dt" sz="half" idx="37"/>
          </p:nvPr>
        </p:nvSpPr>
        <p:spPr>
          <a:xfrm>
            <a:off x="407988" y="6555971"/>
            <a:ext cx="2829007" cy="219456"/>
          </a:xfrm>
          <a:prstGeom prst="rect">
            <a:avLst/>
          </a:prstGeom>
        </p:spPr>
        <p:txBody>
          <a:bodyPr/>
          <a:lstStyle>
            <a:lvl1pPr>
              <a:defRPr>
                <a:solidFill>
                  <a:schemeClr val="bg1"/>
                </a:solidFill>
              </a:defRPr>
            </a:lvl1pPr>
          </a:lstStyle>
          <a:p>
            <a:pPr>
              <a:lnSpc>
                <a:spcPct val="85000"/>
              </a:lnSpc>
            </a:pPr>
            <a:fld id="{E71B3F13-6A04-4330-AF35-842E247C2675}" type="datetime1">
              <a:rPr lang="en-GB" smtClean="0"/>
              <a:t>18/12/2020</a:t>
            </a:fld>
            <a:endParaRPr lang="en-US" dirty="0"/>
          </a:p>
        </p:txBody>
      </p:sp>
      <p:sp>
        <p:nvSpPr>
          <p:cNvPr id="6" name="Footer Placeholder 5"/>
          <p:cNvSpPr>
            <a:spLocks noGrp="1"/>
          </p:cNvSpPr>
          <p:nvPr>
            <p:ph type="ftr" sz="quarter" idx="38"/>
          </p:nvPr>
        </p:nvSpPr>
        <p:spPr>
          <a:xfrm>
            <a:off x="9324107" y="6555758"/>
            <a:ext cx="2223686" cy="219456"/>
          </a:xfrm>
          <a:prstGeom prst="rect">
            <a:avLst/>
          </a:prstGeom>
        </p:spPr>
        <p:txBody>
          <a:bodyPr/>
          <a:lstStyle/>
          <a:p>
            <a:r>
              <a:rPr lang="en-US" dirty="0"/>
              <a:t>Slide # </a:t>
            </a:r>
          </a:p>
        </p:txBody>
      </p:sp>
      <p:sp>
        <p:nvSpPr>
          <p:cNvPr id="7" name="Slide Number Placeholder 6"/>
          <p:cNvSpPr>
            <a:spLocks noGrp="1"/>
          </p:cNvSpPr>
          <p:nvPr>
            <p:ph type="sldNum" sz="quarter" idx="39"/>
          </p:nvPr>
        </p:nvSpPr>
        <p:spPr>
          <a:xfrm>
            <a:off x="11784013" y="6555758"/>
            <a:ext cx="123754" cy="215444"/>
          </a:xfrm>
          <a:prstGeom prst="rect">
            <a:avLst/>
          </a:prstGeom>
        </p:spPr>
        <p:txBody>
          <a:bodyPr/>
          <a:lstStyle/>
          <a:p>
            <a:fld id="{DD205EFF-948D-4AF6-B54C-65639188FB5F}" type="slidenum">
              <a:rPr lang="en-US" smtClean="0"/>
              <a:pPr/>
              <a:t>‹#›</a:t>
            </a:fld>
            <a:endParaRPr lang="en-US" dirty="0"/>
          </a:p>
        </p:txBody>
      </p:sp>
    </p:spTree>
    <p:extLst>
      <p:ext uri="{BB962C8B-B14F-4D97-AF65-F5344CB8AC3E}">
        <p14:creationId xmlns:p14="http://schemas.microsoft.com/office/powerpoint/2010/main" val="2306535164"/>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1_Text with Shapes - Layout4">
    <p:bg>
      <p:bgRef idx="1001">
        <a:schemeClr val="bg1"/>
      </p:bgRef>
    </p:bg>
    <p:spTree>
      <p:nvGrpSpPr>
        <p:cNvPr id="1" name=""/>
        <p:cNvGrpSpPr/>
        <p:nvPr/>
      </p:nvGrpSpPr>
      <p:grpSpPr>
        <a:xfrm>
          <a:off x="0" y="0"/>
          <a:ext cx="0" cy="0"/>
          <a:chOff x="0" y="0"/>
          <a:chExt cx="0" cy="0"/>
        </a:xfrm>
      </p:grpSpPr>
      <p:graphicFrame>
        <p:nvGraphicFramePr>
          <p:cNvPr id="9" name="Object 8" hidden="1"/>
          <p:cNvGraphicFramePr>
            <a:graphicFrameLocks noChangeAspect="1"/>
          </p:cNvGraphicFramePr>
          <p:nvPr userDrawn="1">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46531" name="think-cell Slide" r:id="rId4" imgW="270" imgH="270" progId="TCLayout.ActiveDocument.1">
                  <p:embed/>
                </p:oleObj>
              </mc:Choice>
              <mc:Fallback>
                <p:oleObj name="think-cell Slide" r:id="rId4" imgW="270" imgH="270" progId="TCLayout.ActiveDocument.1">
                  <p:embed/>
                  <p:pic>
                    <p:nvPicPr>
                      <p:cNvPr id="9" name="Object 8"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8" name="Freeform 5"/>
          <p:cNvSpPr>
            <a:spLocks/>
          </p:cNvSpPr>
          <p:nvPr userDrawn="1"/>
        </p:nvSpPr>
        <p:spPr bwMode="auto">
          <a:xfrm>
            <a:off x="1" y="1"/>
            <a:ext cx="6728158" cy="6238418"/>
          </a:xfrm>
          <a:custGeom>
            <a:avLst/>
            <a:gdLst>
              <a:gd name="T0" fmla="*/ 1 w 2122"/>
              <a:gd name="T1" fmla="*/ 0 h 1967"/>
              <a:gd name="T2" fmla="*/ 1662 w 2122"/>
              <a:gd name="T3" fmla="*/ 0 h 1967"/>
              <a:gd name="T4" fmla="*/ 1669 w 2122"/>
              <a:gd name="T5" fmla="*/ 9 h 1967"/>
              <a:gd name="T6" fmla="*/ 1815 w 2122"/>
              <a:gd name="T7" fmla="*/ 158 h 1967"/>
              <a:gd name="T8" fmla="*/ 2031 w 2122"/>
              <a:gd name="T9" fmla="*/ 451 h 1967"/>
              <a:gd name="T10" fmla="*/ 2116 w 2122"/>
              <a:gd name="T11" fmla="*/ 718 h 1967"/>
              <a:gd name="T12" fmla="*/ 2073 w 2122"/>
              <a:gd name="T13" fmla="*/ 955 h 1967"/>
              <a:gd name="T14" fmla="*/ 1898 w 2122"/>
              <a:gd name="T15" fmla="*/ 1179 h 1967"/>
              <a:gd name="T16" fmla="*/ 1659 w 2122"/>
              <a:gd name="T17" fmla="*/ 1351 h 1967"/>
              <a:gd name="T18" fmla="*/ 1314 w 2122"/>
              <a:gd name="T19" fmla="*/ 1534 h 1967"/>
              <a:gd name="T20" fmla="*/ 1001 w 2122"/>
              <a:gd name="T21" fmla="*/ 1698 h 1967"/>
              <a:gd name="T22" fmla="*/ 833 w 2122"/>
              <a:gd name="T23" fmla="*/ 1819 h 1967"/>
              <a:gd name="T24" fmla="*/ 761 w 2122"/>
              <a:gd name="T25" fmla="*/ 1934 h 1967"/>
              <a:gd name="T26" fmla="*/ 752 w 2122"/>
              <a:gd name="T27" fmla="*/ 1942 h 1967"/>
              <a:gd name="T28" fmla="*/ 582 w 2122"/>
              <a:gd name="T29" fmla="*/ 1963 h 1967"/>
              <a:gd name="T30" fmla="*/ 409 w 2122"/>
              <a:gd name="T31" fmla="*/ 1910 h 1967"/>
              <a:gd name="T32" fmla="*/ 243 w 2122"/>
              <a:gd name="T33" fmla="*/ 1757 h 1967"/>
              <a:gd name="T34" fmla="*/ 98 w 2122"/>
              <a:gd name="T35" fmla="*/ 1476 h 1967"/>
              <a:gd name="T36" fmla="*/ 13 w 2122"/>
              <a:gd name="T37" fmla="*/ 1161 h 1967"/>
              <a:gd name="T38" fmla="*/ 1 w 2122"/>
              <a:gd name="T39" fmla="*/ 1063 h 1967"/>
              <a:gd name="T40" fmla="*/ 1 w 2122"/>
              <a:gd name="T41" fmla="*/ 16 h 1967"/>
              <a:gd name="T42" fmla="*/ 1 w 2122"/>
              <a:gd name="T43" fmla="*/ 0 h 19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122" h="1967">
                <a:moveTo>
                  <a:pt x="1" y="0"/>
                </a:moveTo>
                <a:cubicBezTo>
                  <a:pt x="555" y="0"/>
                  <a:pt x="1108" y="0"/>
                  <a:pt x="1662" y="0"/>
                </a:cubicBezTo>
                <a:cubicBezTo>
                  <a:pt x="1664" y="3"/>
                  <a:pt x="1666" y="6"/>
                  <a:pt x="1669" y="9"/>
                </a:cubicBezTo>
                <a:cubicBezTo>
                  <a:pt x="1718" y="59"/>
                  <a:pt x="1768" y="107"/>
                  <a:pt x="1815" y="158"/>
                </a:cubicBezTo>
                <a:cubicBezTo>
                  <a:pt x="1898" y="248"/>
                  <a:pt x="1973" y="344"/>
                  <a:pt x="2031" y="451"/>
                </a:cubicBezTo>
                <a:cubicBezTo>
                  <a:pt x="2076" y="535"/>
                  <a:pt x="2108" y="623"/>
                  <a:pt x="2116" y="718"/>
                </a:cubicBezTo>
                <a:cubicBezTo>
                  <a:pt x="2122" y="800"/>
                  <a:pt x="2108" y="880"/>
                  <a:pt x="2073" y="955"/>
                </a:cubicBezTo>
                <a:cubicBezTo>
                  <a:pt x="2032" y="1043"/>
                  <a:pt x="1970" y="1115"/>
                  <a:pt x="1898" y="1179"/>
                </a:cubicBezTo>
                <a:cubicBezTo>
                  <a:pt x="1825" y="1245"/>
                  <a:pt x="1743" y="1300"/>
                  <a:pt x="1659" y="1351"/>
                </a:cubicBezTo>
                <a:cubicBezTo>
                  <a:pt x="1547" y="1418"/>
                  <a:pt x="1431" y="1476"/>
                  <a:pt x="1314" y="1534"/>
                </a:cubicBezTo>
                <a:cubicBezTo>
                  <a:pt x="1209" y="1587"/>
                  <a:pt x="1102" y="1638"/>
                  <a:pt x="1001" y="1698"/>
                </a:cubicBezTo>
                <a:cubicBezTo>
                  <a:pt x="941" y="1733"/>
                  <a:pt x="883" y="1770"/>
                  <a:pt x="833" y="1819"/>
                </a:cubicBezTo>
                <a:cubicBezTo>
                  <a:pt x="800" y="1852"/>
                  <a:pt x="773" y="1888"/>
                  <a:pt x="761" y="1934"/>
                </a:cubicBezTo>
                <a:cubicBezTo>
                  <a:pt x="761" y="1937"/>
                  <a:pt x="755" y="1941"/>
                  <a:pt x="752" y="1942"/>
                </a:cubicBezTo>
                <a:cubicBezTo>
                  <a:pt x="696" y="1958"/>
                  <a:pt x="640" y="1967"/>
                  <a:pt x="582" y="1963"/>
                </a:cubicBezTo>
                <a:cubicBezTo>
                  <a:pt x="520" y="1958"/>
                  <a:pt x="463" y="1941"/>
                  <a:pt x="409" y="1910"/>
                </a:cubicBezTo>
                <a:cubicBezTo>
                  <a:pt x="342" y="1872"/>
                  <a:pt x="289" y="1818"/>
                  <a:pt x="243" y="1757"/>
                </a:cubicBezTo>
                <a:cubicBezTo>
                  <a:pt x="180" y="1671"/>
                  <a:pt x="134" y="1575"/>
                  <a:pt x="98" y="1476"/>
                </a:cubicBezTo>
                <a:cubicBezTo>
                  <a:pt x="60" y="1373"/>
                  <a:pt x="33" y="1268"/>
                  <a:pt x="13" y="1161"/>
                </a:cubicBezTo>
                <a:cubicBezTo>
                  <a:pt x="8" y="1128"/>
                  <a:pt x="1" y="1096"/>
                  <a:pt x="1" y="1063"/>
                </a:cubicBezTo>
                <a:cubicBezTo>
                  <a:pt x="0" y="714"/>
                  <a:pt x="1" y="365"/>
                  <a:pt x="1" y="16"/>
                </a:cubicBezTo>
                <a:cubicBezTo>
                  <a:pt x="1" y="11"/>
                  <a:pt x="1" y="6"/>
                  <a:pt x="1"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de-DE"/>
          </a:p>
        </p:txBody>
      </p:sp>
      <p:sp>
        <p:nvSpPr>
          <p:cNvPr id="19" name="Text Placeholder 7">
            <a:extLst>
              <a:ext uri="{FF2B5EF4-FFF2-40B4-BE49-F238E27FC236}">
                <a16:creationId xmlns:a16="http://schemas.microsoft.com/office/drawing/2014/main" id="{F44B07A7-FBF2-491D-B0F6-7A5448F53F32}"/>
              </a:ext>
            </a:extLst>
          </p:cNvPr>
          <p:cNvSpPr>
            <a:spLocks noGrp="1"/>
          </p:cNvSpPr>
          <p:nvPr>
            <p:ph type="body" sz="quarter" idx="35" hasCustomPrompt="1"/>
          </p:nvPr>
        </p:nvSpPr>
        <p:spPr>
          <a:xfrm>
            <a:off x="407988" y="2439343"/>
            <a:ext cx="4940178" cy="1008112"/>
          </a:xfrm>
          <a:prstGeom prst="rect">
            <a:avLst/>
          </a:prstGeom>
        </p:spPr>
        <p:txBody>
          <a:bodyPr anchor="t">
            <a:noAutofit/>
          </a:bodyPr>
          <a:lstStyle>
            <a:lvl1pPr algn="l">
              <a:lnSpc>
                <a:spcPts val="1800"/>
              </a:lnSpc>
              <a:spcAft>
                <a:spcPts val="600"/>
              </a:spcAft>
              <a:defRPr sz="160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Click to insert text</a:t>
            </a:r>
          </a:p>
        </p:txBody>
      </p:sp>
      <p:sp>
        <p:nvSpPr>
          <p:cNvPr id="20" name="Text Placeholder 7">
            <a:extLst>
              <a:ext uri="{FF2B5EF4-FFF2-40B4-BE49-F238E27FC236}">
                <a16:creationId xmlns:a16="http://schemas.microsoft.com/office/drawing/2014/main" id="{6956FD36-565A-4468-BCC4-CB7785266950}"/>
              </a:ext>
            </a:extLst>
          </p:cNvPr>
          <p:cNvSpPr>
            <a:spLocks noGrp="1"/>
          </p:cNvSpPr>
          <p:nvPr>
            <p:ph type="body" sz="quarter" idx="36" hasCustomPrompt="1"/>
          </p:nvPr>
        </p:nvSpPr>
        <p:spPr>
          <a:xfrm>
            <a:off x="7896200" y="1404921"/>
            <a:ext cx="3887813" cy="524886"/>
          </a:xfrm>
          <a:prstGeom prst="rect">
            <a:avLst/>
          </a:prstGeom>
        </p:spPr>
        <p:txBody>
          <a:bodyPr anchor="ctr">
            <a:noAutofit/>
          </a:bodyPr>
          <a:lstStyle>
            <a:lvl1pPr algn="l">
              <a:lnSpc>
                <a:spcPts val="1600"/>
              </a:lnSpc>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Click to insert text</a:t>
            </a:r>
          </a:p>
        </p:txBody>
      </p:sp>
      <p:sp>
        <p:nvSpPr>
          <p:cNvPr id="21" name="Text Placeholder 7">
            <a:extLst>
              <a:ext uri="{FF2B5EF4-FFF2-40B4-BE49-F238E27FC236}">
                <a16:creationId xmlns:a16="http://schemas.microsoft.com/office/drawing/2014/main" id="{16278310-82AA-4E47-A510-E54DC245FB2B}"/>
              </a:ext>
            </a:extLst>
          </p:cNvPr>
          <p:cNvSpPr>
            <a:spLocks noGrp="1"/>
          </p:cNvSpPr>
          <p:nvPr>
            <p:ph type="body" sz="quarter" idx="37" hasCustomPrompt="1"/>
          </p:nvPr>
        </p:nvSpPr>
        <p:spPr>
          <a:xfrm>
            <a:off x="7896200" y="5918247"/>
            <a:ext cx="3887813" cy="524886"/>
          </a:xfrm>
          <a:prstGeom prst="rect">
            <a:avLst/>
          </a:prstGeom>
        </p:spPr>
        <p:txBody>
          <a:bodyPr anchor="ctr">
            <a:noAutofit/>
          </a:bodyPr>
          <a:lstStyle>
            <a:lvl1pPr algn="l">
              <a:lnSpc>
                <a:spcPts val="1600"/>
              </a:lnSpc>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Click to insert text</a:t>
            </a:r>
          </a:p>
        </p:txBody>
      </p:sp>
      <p:sp>
        <p:nvSpPr>
          <p:cNvPr id="22" name="Text Placeholder 7">
            <a:extLst>
              <a:ext uri="{FF2B5EF4-FFF2-40B4-BE49-F238E27FC236}">
                <a16:creationId xmlns:a16="http://schemas.microsoft.com/office/drawing/2014/main" id="{ABF327CC-2917-45F5-82B2-75A9F742E63A}"/>
              </a:ext>
            </a:extLst>
          </p:cNvPr>
          <p:cNvSpPr>
            <a:spLocks noGrp="1"/>
          </p:cNvSpPr>
          <p:nvPr>
            <p:ph type="body" sz="quarter" idx="38" hasCustomPrompt="1"/>
          </p:nvPr>
        </p:nvSpPr>
        <p:spPr>
          <a:xfrm>
            <a:off x="7896200" y="5015581"/>
            <a:ext cx="3887813" cy="524886"/>
          </a:xfrm>
          <a:prstGeom prst="rect">
            <a:avLst/>
          </a:prstGeom>
        </p:spPr>
        <p:txBody>
          <a:bodyPr anchor="ctr">
            <a:noAutofit/>
          </a:bodyPr>
          <a:lstStyle>
            <a:lvl1pPr algn="l">
              <a:lnSpc>
                <a:spcPts val="1600"/>
              </a:lnSpc>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Click to insert text</a:t>
            </a:r>
          </a:p>
        </p:txBody>
      </p:sp>
      <p:sp>
        <p:nvSpPr>
          <p:cNvPr id="23" name="Text Placeholder 7">
            <a:extLst>
              <a:ext uri="{FF2B5EF4-FFF2-40B4-BE49-F238E27FC236}">
                <a16:creationId xmlns:a16="http://schemas.microsoft.com/office/drawing/2014/main" id="{169195DA-4761-45A5-B68F-E20845F04F0C}"/>
              </a:ext>
            </a:extLst>
          </p:cNvPr>
          <p:cNvSpPr>
            <a:spLocks noGrp="1"/>
          </p:cNvSpPr>
          <p:nvPr>
            <p:ph type="body" sz="quarter" idx="39" hasCustomPrompt="1"/>
          </p:nvPr>
        </p:nvSpPr>
        <p:spPr>
          <a:xfrm>
            <a:off x="7896200" y="4112916"/>
            <a:ext cx="3887813" cy="524886"/>
          </a:xfrm>
          <a:prstGeom prst="rect">
            <a:avLst/>
          </a:prstGeom>
        </p:spPr>
        <p:txBody>
          <a:bodyPr anchor="ctr">
            <a:noAutofit/>
          </a:bodyPr>
          <a:lstStyle>
            <a:lvl1pPr algn="l">
              <a:lnSpc>
                <a:spcPts val="1600"/>
              </a:lnSpc>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Click to insert text</a:t>
            </a:r>
          </a:p>
        </p:txBody>
      </p:sp>
      <p:sp>
        <p:nvSpPr>
          <p:cNvPr id="24" name="Text Placeholder 7">
            <a:extLst>
              <a:ext uri="{FF2B5EF4-FFF2-40B4-BE49-F238E27FC236}">
                <a16:creationId xmlns:a16="http://schemas.microsoft.com/office/drawing/2014/main" id="{343313FC-7C2A-4C39-A322-E5328A14AED9}"/>
              </a:ext>
            </a:extLst>
          </p:cNvPr>
          <p:cNvSpPr>
            <a:spLocks noGrp="1"/>
          </p:cNvSpPr>
          <p:nvPr>
            <p:ph type="body" sz="quarter" idx="40" hasCustomPrompt="1"/>
          </p:nvPr>
        </p:nvSpPr>
        <p:spPr>
          <a:xfrm>
            <a:off x="7896200" y="3210251"/>
            <a:ext cx="3887813" cy="524886"/>
          </a:xfrm>
          <a:prstGeom prst="rect">
            <a:avLst/>
          </a:prstGeom>
        </p:spPr>
        <p:txBody>
          <a:bodyPr anchor="ctr">
            <a:noAutofit/>
          </a:bodyPr>
          <a:lstStyle>
            <a:lvl1pPr algn="l">
              <a:lnSpc>
                <a:spcPts val="1600"/>
              </a:lnSpc>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Click to insert text</a:t>
            </a:r>
          </a:p>
        </p:txBody>
      </p:sp>
      <p:sp>
        <p:nvSpPr>
          <p:cNvPr id="25" name="Text Placeholder 7">
            <a:extLst>
              <a:ext uri="{FF2B5EF4-FFF2-40B4-BE49-F238E27FC236}">
                <a16:creationId xmlns:a16="http://schemas.microsoft.com/office/drawing/2014/main" id="{C9E896F1-84B5-4E7A-BD88-FFAFED8559EB}"/>
              </a:ext>
            </a:extLst>
          </p:cNvPr>
          <p:cNvSpPr>
            <a:spLocks noGrp="1"/>
          </p:cNvSpPr>
          <p:nvPr>
            <p:ph type="body" sz="quarter" idx="41" hasCustomPrompt="1"/>
          </p:nvPr>
        </p:nvSpPr>
        <p:spPr>
          <a:xfrm>
            <a:off x="7896200" y="2307586"/>
            <a:ext cx="3887813" cy="524886"/>
          </a:xfrm>
          <a:prstGeom prst="rect">
            <a:avLst/>
          </a:prstGeom>
        </p:spPr>
        <p:txBody>
          <a:bodyPr anchor="ctr">
            <a:noAutofit/>
          </a:bodyPr>
          <a:lstStyle>
            <a:lvl1pPr algn="l">
              <a:lnSpc>
                <a:spcPts val="1600"/>
              </a:lnSpc>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Click to insert text</a:t>
            </a:r>
          </a:p>
        </p:txBody>
      </p:sp>
      <p:sp>
        <p:nvSpPr>
          <p:cNvPr id="11"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407988" y="1447298"/>
            <a:ext cx="5471988" cy="863600"/>
          </a:xfrm>
          <a:prstGeom prst="rect">
            <a:avLst/>
          </a:prstGeom>
        </p:spPr>
        <p:txBody>
          <a:bodyPr vert="horz" lIns="0" tIns="0" rIns="0" bIns="0" rtlCol="0" anchor="t">
            <a:normAutofit/>
          </a:bodyPr>
          <a:lstStyle>
            <a:lvl1pPr>
              <a:defRPr lang="pt-PT" dirty="0">
                <a:solidFill>
                  <a:schemeClr val="bg1"/>
                </a:solidFill>
              </a:defRPr>
            </a:lvl1pPr>
          </a:lstStyle>
          <a:p>
            <a:pPr lvl="0">
              <a:lnSpc>
                <a:spcPts val="3000"/>
              </a:lnSpc>
            </a:pPr>
            <a:r>
              <a:rPr lang="en-US" dirty="0"/>
              <a:t>Click to add title</a:t>
            </a:r>
            <a:endParaRPr lang="pt-PT" dirty="0"/>
          </a:p>
        </p:txBody>
      </p:sp>
      <p:sp>
        <p:nvSpPr>
          <p:cNvPr id="10" name="Date Placeholder 9"/>
          <p:cNvSpPr>
            <a:spLocks noGrp="1"/>
          </p:cNvSpPr>
          <p:nvPr>
            <p:ph type="dt" sz="half" idx="42"/>
          </p:nvPr>
        </p:nvSpPr>
        <p:spPr>
          <a:xfrm>
            <a:off x="407988" y="6555971"/>
            <a:ext cx="2829007" cy="219456"/>
          </a:xfrm>
          <a:prstGeom prst="rect">
            <a:avLst/>
          </a:prstGeom>
        </p:spPr>
        <p:txBody>
          <a:bodyPr/>
          <a:lstStyle/>
          <a:p>
            <a:pPr>
              <a:lnSpc>
                <a:spcPct val="85000"/>
              </a:lnSpc>
            </a:pPr>
            <a:fld id="{C638F4E2-5E73-4A08-9012-DEB5818306D0}" type="datetime1">
              <a:rPr lang="en-GB" smtClean="0"/>
              <a:t>18/12/2020</a:t>
            </a:fld>
            <a:endParaRPr lang="en-US" dirty="0"/>
          </a:p>
        </p:txBody>
      </p:sp>
      <p:sp>
        <p:nvSpPr>
          <p:cNvPr id="12" name="Footer Placeholder 11"/>
          <p:cNvSpPr>
            <a:spLocks noGrp="1"/>
          </p:cNvSpPr>
          <p:nvPr>
            <p:ph type="ftr" sz="quarter" idx="43"/>
          </p:nvPr>
        </p:nvSpPr>
        <p:spPr>
          <a:xfrm>
            <a:off x="9324107" y="6555758"/>
            <a:ext cx="2223686" cy="219456"/>
          </a:xfrm>
          <a:prstGeom prst="rect">
            <a:avLst/>
          </a:prstGeom>
        </p:spPr>
        <p:txBody>
          <a:bodyPr/>
          <a:lstStyle/>
          <a:p>
            <a:r>
              <a:rPr lang="en-US" dirty="0"/>
              <a:t>Slide # </a:t>
            </a:r>
          </a:p>
        </p:txBody>
      </p:sp>
      <p:sp>
        <p:nvSpPr>
          <p:cNvPr id="13" name="Slide Number Placeholder 12"/>
          <p:cNvSpPr>
            <a:spLocks noGrp="1"/>
          </p:cNvSpPr>
          <p:nvPr>
            <p:ph type="sldNum" sz="quarter" idx="44"/>
          </p:nvPr>
        </p:nvSpPr>
        <p:spPr>
          <a:xfrm>
            <a:off x="11784013" y="6555758"/>
            <a:ext cx="123754" cy="215444"/>
          </a:xfrm>
          <a:prstGeom prst="rect">
            <a:avLst/>
          </a:prstGeom>
        </p:spPr>
        <p:txBody>
          <a:bodyPr/>
          <a:lstStyle/>
          <a:p>
            <a:fld id="{DD205EFF-948D-4AF6-B54C-65639188FB5F}" type="slidenum">
              <a:rPr lang="en-US" smtClean="0"/>
              <a:pPr/>
              <a:t>‹#›</a:t>
            </a:fld>
            <a:endParaRPr lang="en-US" dirty="0"/>
          </a:p>
        </p:txBody>
      </p:sp>
    </p:spTree>
    <p:extLst>
      <p:ext uri="{BB962C8B-B14F-4D97-AF65-F5344CB8AC3E}">
        <p14:creationId xmlns:p14="http://schemas.microsoft.com/office/powerpoint/2010/main" val="1973565012"/>
      </p:ext>
    </p:extLst>
  </p:cSld>
  <p:clrMapOvr>
    <a:overrideClrMapping bg1="lt1" tx1="dk1" bg2="lt2" tx2="dk2" accent1="accent1" accent2="accent2" accent3="accent3" accent4="accent4" accent5="accent5" accent6="accent6" hlink="hlink" folHlink="folHlink"/>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1_Text with Shapes - Layout5">
    <p:bg>
      <p:bgRef idx="1001">
        <a:schemeClr val="bg1"/>
      </p:bgRef>
    </p:bg>
    <p:spTree>
      <p:nvGrpSpPr>
        <p:cNvPr id="1" name=""/>
        <p:cNvGrpSpPr/>
        <p:nvPr/>
      </p:nvGrpSpPr>
      <p:grpSpPr>
        <a:xfrm>
          <a:off x="0" y="0"/>
          <a:ext cx="0" cy="0"/>
          <a:chOff x="0" y="0"/>
          <a:chExt cx="0" cy="0"/>
        </a:xfrm>
      </p:grpSpPr>
      <p:graphicFrame>
        <p:nvGraphicFramePr>
          <p:cNvPr id="10" name="Object 9" hidden="1"/>
          <p:cNvGraphicFramePr>
            <a:graphicFrameLocks noChangeAspect="1"/>
          </p:cNvGraphicFramePr>
          <p:nvPr userDrawn="1">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47555" name="think-cell Slide" r:id="rId4" imgW="270" imgH="270" progId="TCLayout.ActiveDocument.1">
                  <p:embed/>
                </p:oleObj>
              </mc:Choice>
              <mc:Fallback>
                <p:oleObj name="think-cell Slide" r:id="rId4" imgW="270" imgH="270" progId="TCLayout.ActiveDocument.1">
                  <p:embed/>
                  <p:pic>
                    <p:nvPicPr>
                      <p:cNvPr id="10" name="Object 9"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C50C01FB-E2BF-4470-A153-6F7BF3CCF3F9}"/>
              </a:ext>
            </a:extLst>
          </p:cNvPr>
          <p:cNvSpPr/>
          <p:nvPr userDrawn="1"/>
        </p:nvSpPr>
        <p:spPr>
          <a:xfrm>
            <a:off x="0" y="4437112"/>
            <a:ext cx="12192000" cy="2420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9" name="Freeform 5"/>
          <p:cNvSpPr>
            <a:spLocks/>
          </p:cNvSpPr>
          <p:nvPr userDrawn="1"/>
        </p:nvSpPr>
        <p:spPr bwMode="auto">
          <a:xfrm>
            <a:off x="10543422" y="1"/>
            <a:ext cx="1648578" cy="5085230"/>
          </a:xfrm>
          <a:custGeom>
            <a:avLst/>
            <a:gdLst>
              <a:gd name="T0" fmla="*/ 91 w 548"/>
              <a:gd name="T1" fmla="*/ 0 h 1694"/>
              <a:gd name="T2" fmla="*/ 548 w 548"/>
              <a:gd name="T3" fmla="*/ 0 h 1694"/>
              <a:gd name="T4" fmla="*/ 548 w 548"/>
              <a:gd name="T5" fmla="*/ 1694 h 1694"/>
              <a:gd name="T6" fmla="*/ 489 w 548"/>
              <a:gd name="T7" fmla="*/ 1661 h 1694"/>
              <a:gd name="T8" fmla="*/ 233 w 548"/>
              <a:gd name="T9" fmla="*/ 1367 h 1694"/>
              <a:gd name="T10" fmla="*/ 129 w 548"/>
              <a:gd name="T11" fmla="*/ 1033 h 1694"/>
              <a:gd name="T12" fmla="*/ 83 w 548"/>
              <a:gd name="T13" fmla="*/ 629 h 1694"/>
              <a:gd name="T14" fmla="*/ 54 w 548"/>
              <a:gd name="T15" fmla="*/ 304 h 1694"/>
              <a:gd name="T16" fmla="*/ 2 w 548"/>
              <a:gd name="T17" fmla="*/ 84 h 1694"/>
              <a:gd name="T18" fmla="*/ 6 w 548"/>
              <a:gd name="T19" fmla="*/ 73 h 1694"/>
              <a:gd name="T20" fmla="*/ 83 w 548"/>
              <a:gd name="T21" fmla="*/ 8 h 1694"/>
              <a:gd name="T22" fmla="*/ 91 w 548"/>
              <a:gd name="T23"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48" h="1694">
                <a:moveTo>
                  <a:pt x="91" y="0"/>
                </a:moveTo>
                <a:cubicBezTo>
                  <a:pt x="243" y="0"/>
                  <a:pt x="395" y="0"/>
                  <a:pt x="548" y="0"/>
                </a:cubicBezTo>
                <a:cubicBezTo>
                  <a:pt x="548" y="564"/>
                  <a:pt x="548" y="1129"/>
                  <a:pt x="548" y="1694"/>
                </a:cubicBezTo>
                <a:cubicBezTo>
                  <a:pt x="528" y="1683"/>
                  <a:pt x="508" y="1673"/>
                  <a:pt x="489" y="1661"/>
                </a:cubicBezTo>
                <a:cubicBezTo>
                  <a:pt x="375" y="1588"/>
                  <a:pt x="292" y="1488"/>
                  <a:pt x="233" y="1367"/>
                </a:cubicBezTo>
                <a:cubicBezTo>
                  <a:pt x="181" y="1261"/>
                  <a:pt x="151" y="1149"/>
                  <a:pt x="129" y="1033"/>
                </a:cubicBezTo>
                <a:cubicBezTo>
                  <a:pt x="105" y="900"/>
                  <a:pt x="94" y="765"/>
                  <a:pt x="83" y="629"/>
                </a:cubicBezTo>
                <a:cubicBezTo>
                  <a:pt x="75" y="521"/>
                  <a:pt x="66" y="413"/>
                  <a:pt x="54" y="304"/>
                </a:cubicBezTo>
                <a:cubicBezTo>
                  <a:pt x="46" y="229"/>
                  <a:pt x="31" y="155"/>
                  <a:pt x="2" y="84"/>
                </a:cubicBezTo>
                <a:cubicBezTo>
                  <a:pt x="0" y="78"/>
                  <a:pt x="2" y="76"/>
                  <a:pt x="6" y="73"/>
                </a:cubicBezTo>
                <a:cubicBezTo>
                  <a:pt x="32" y="51"/>
                  <a:pt x="58" y="30"/>
                  <a:pt x="83" y="8"/>
                </a:cubicBezTo>
                <a:cubicBezTo>
                  <a:pt x="86" y="6"/>
                  <a:pt x="88" y="3"/>
                  <a:pt x="91" y="0"/>
                </a:cubicBez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de-DE"/>
          </a:p>
        </p:txBody>
      </p:sp>
      <p:pic>
        <p:nvPicPr>
          <p:cNvPr id="23" name="Graphic 4">
            <a:extLst>
              <a:ext uri="{FF2B5EF4-FFF2-40B4-BE49-F238E27FC236}">
                <a16:creationId xmlns:a16="http://schemas.microsoft.com/office/drawing/2014/main" id="{25EEA1D4-3AF7-42D7-AE97-AE404AECFAEB}"/>
              </a:ext>
            </a:extLst>
          </p:cNvPr>
          <p:cNvPicPr>
            <a:picLocks noChangeAspect="1"/>
          </p:cNvPicPr>
          <p:nvPr userDrawn="1"/>
        </p:nvPicPr>
        <p:blipFill rotWithShape="1">
          <a:blip r:embed="rId6">
            <a:extLst>
              <a:ext uri="{96DAC541-7B7A-43D3-8B79-37D633B846F1}">
                <asvg:svgBlip xmlns:asvg="http://schemas.microsoft.com/office/drawing/2016/SVG/main" r:embed="rId7"/>
              </a:ext>
            </a:extLst>
          </a:blip>
          <a:srcRect l="81836" t="-4713" b="16530"/>
          <a:stretch/>
        </p:blipFill>
        <p:spPr>
          <a:xfrm>
            <a:off x="11547793" y="188640"/>
            <a:ext cx="424356" cy="459624"/>
          </a:xfrm>
          <a:prstGeom prst="rect">
            <a:avLst/>
          </a:prstGeom>
        </p:spPr>
      </p:pic>
      <p:sp>
        <p:nvSpPr>
          <p:cNvPr id="11" name="Title 10"/>
          <p:cNvSpPr>
            <a:spLocks noGrp="1"/>
          </p:cNvSpPr>
          <p:nvPr>
            <p:ph type="title"/>
          </p:nvPr>
        </p:nvSpPr>
        <p:spPr/>
        <p:txBody>
          <a:bodyPr/>
          <a:lstStyle/>
          <a:p>
            <a:r>
              <a:rPr lang="en-US"/>
              <a:t>Click to edit Master title style</a:t>
            </a:r>
            <a:endParaRPr lang="de-DE"/>
          </a:p>
        </p:txBody>
      </p:sp>
      <p:sp>
        <p:nvSpPr>
          <p:cNvPr id="12" name="Date Placeholder 11"/>
          <p:cNvSpPr>
            <a:spLocks noGrp="1"/>
          </p:cNvSpPr>
          <p:nvPr>
            <p:ph type="dt" sz="half" idx="10"/>
          </p:nvPr>
        </p:nvSpPr>
        <p:spPr>
          <a:xfrm>
            <a:off x="407988" y="6555971"/>
            <a:ext cx="2829007" cy="219456"/>
          </a:xfrm>
          <a:prstGeom prst="rect">
            <a:avLst/>
          </a:prstGeom>
        </p:spPr>
        <p:txBody>
          <a:bodyPr/>
          <a:lstStyle/>
          <a:p>
            <a:pPr>
              <a:lnSpc>
                <a:spcPct val="85000"/>
              </a:lnSpc>
            </a:pPr>
            <a:fld id="{33B9E81A-7082-4F96-AB50-2AB3E85CC925}" type="datetime1">
              <a:rPr lang="en-GB" smtClean="0"/>
              <a:t>18/12/2020</a:t>
            </a:fld>
            <a:endParaRPr lang="en-US" dirty="0"/>
          </a:p>
        </p:txBody>
      </p:sp>
      <p:sp>
        <p:nvSpPr>
          <p:cNvPr id="13" name="Footer Placeholder 12"/>
          <p:cNvSpPr>
            <a:spLocks noGrp="1"/>
          </p:cNvSpPr>
          <p:nvPr>
            <p:ph type="ftr" sz="quarter" idx="11"/>
          </p:nvPr>
        </p:nvSpPr>
        <p:spPr>
          <a:xfrm>
            <a:off x="9324107" y="6555758"/>
            <a:ext cx="2223686" cy="219456"/>
          </a:xfrm>
          <a:prstGeom prst="rect">
            <a:avLst/>
          </a:prstGeom>
        </p:spPr>
        <p:txBody>
          <a:bodyPr/>
          <a:lstStyle/>
          <a:p>
            <a:r>
              <a:rPr lang="en-US" dirty="0"/>
              <a:t>Slide # </a:t>
            </a:r>
          </a:p>
        </p:txBody>
      </p:sp>
      <p:sp>
        <p:nvSpPr>
          <p:cNvPr id="16" name="Slide Number Placeholder 15"/>
          <p:cNvSpPr>
            <a:spLocks noGrp="1"/>
          </p:cNvSpPr>
          <p:nvPr>
            <p:ph type="sldNum" sz="quarter" idx="12"/>
          </p:nvPr>
        </p:nvSpPr>
        <p:spPr>
          <a:xfrm>
            <a:off x="11784013" y="6555758"/>
            <a:ext cx="123754" cy="215444"/>
          </a:xfrm>
          <a:prstGeom prst="rect">
            <a:avLst/>
          </a:prstGeom>
        </p:spPr>
        <p:txBody>
          <a:bodyPr/>
          <a:lstStyle/>
          <a:p>
            <a:fld id="{DD205EFF-948D-4AF6-B54C-65639188FB5F}" type="slidenum">
              <a:rPr lang="en-US" smtClean="0"/>
              <a:pPr/>
              <a:t>‹#›</a:t>
            </a:fld>
            <a:endParaRPr lang="en-US" dirty="0"/>
          </a:p>
        </p:txBody>
      </p:sp>
    </p:spTree>
    <p:extLst>
      <p:ext uri="{BB962C8B-B14F-4D97-AF65-F5344CB8AC3E}">
        <p14:creationId xmlns:p14="http://schemas.microsoft.com/office/powerpoint/2010/main" val="3610946682"/>
      </p:ext>
    </p:extLst>
  </p:cSld>
  <p:clrMapOvr>
    <a:overrideClrMapping bg1="lt1" tx1="dk1" bg2="lt2" tx2="dk2" accent1="accent1" accent2="accent2" accent3="accent3" accent4="accent4" accent5="accent5" accent6="accent6" hlink="hlink" folHlink="folHlink"/>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Image and Text1 (fixed)">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0D0D1E5A-3176-4CB4-975A-4DC18D29026C}"/>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r="23077" b="19676"/>
          <a:stretch/>
        </p:blipFill>
        <p:spPr>
          <a:xfrm rot="16200000">
            <a:off x="5413032" y="79029"/>
            <a:ext cx="6857997" cy="6699938"/>
          </a:xfrm>
          <a:prstGeom prst="rect">
            <a:avLst/>
          </a:prstGeom>
        </p:spPr>
      </p:pic>
      <p:sp>
        <p:nvSpPr>
          <p:cNvPr id="11" name="Title Placeholder 1">
            <a:extLst>
              <a:ext uri="{FF2B5EF4-FFF2-40B4-BE49-F238E27FC236}">
                <a16:creationId xmlns:a16="http://schemas.microsoft.com/office/drawing/2014/main" id="{AC165F49-BCC1-4C3B-91C3-5D1BB415ABF1}"/>
              </a:ext>
            </a:extLst>
          </p:cNvPr>
          <p:cNvSpPr>
            <a:spLocks noGrp="1"/>
          </p:cNvSpPr>
          <p:nvPr>
            <p:ph type="title" hasCustomPrompt="1"/>
          </p:nvPr>
        </p:nvSpPr>
        <p:spPr>
          <a:xfrm>
            <a:off x="6688365" y="4308293"/>
            <a:ext cx="3484336" cy="1721321"/>
          </a:xfrm>
          <a:prstGeom prst="rect">
            <a:avLst/>
          </a:prstGeom>
        </p:spPr>
        <p:txBody>
          <a:bodyPr vert="horz" lIns="0" tIns="0" rIns="0" bIns="45720" rtlCol="0" anchor="b">
            <a:noAutofit/>
          </a:bodyPr>
          <a:lstStyle>
            <a:lvl1pPr>
              <a:lnSpc>
                <a:spcPts val="3000"/>
              </a:lnSpc>
              <a:defRPr sz="2600">
                <a:solidFill>
                  <a:srgbClr val="2C004B"/>
                </a:solidFill>
              </a:defRPr>
            </a:lvl1pPr>
          </a:lstStyle>
          <a:p>
            <a:r>
              <a:rPr lang="en-US" dirty="0"/>
              <a:t>Click to add title</a:t>
            </a:r>
            <a:endParaRPr lang="pt-PT" dirty="0"/>
          </a:p>
        </p:txBody>
      </p:sp>
      <p:sp>
        <p:nvSpPr>
          <p:cNvPr id="12" name="Text Placeholder 7">
            <a:extLst>
              <a:ext uri="{FF2B5EF4-FFF2-40B4-BE49-F238E27FC236}">
                <a16:creationId xmlns:a16="http://schemas.microsoft.com/office/drawing/2014/main" id="{98BC8B91-D2A3-4F52-B4E2-1C3C1B691942}"/>
              </a:ext>
            </a:extLst>
          </p:cNvPr>
          <p:cNvSpPr>
            <a:spLocks noGrp="1"/>
          </p:cNvSpPr>
          <p:nvPr>
            <p:ph type="body" sz="quarter" idx="32" hasCustomPrompt="1"/>
          </p:nvPr>
        </p:nvSpPr>
        <p:spPr>
          <a:xfrm>
            <a:off x="407988" y="5085184"/>
            <a:ext cx="4123375" cy="944430"/>
          </a:xfrm>
          <a:prstGeom prst="rect">
            <a:avLst/>
          </a:prstGeom>
        </p:spPr>
        <p:txBody>
          <a:bodyPr anchor="b">
            <a:noAutofit/>
          </a:bodyPr>
          <a:lstStyle>
            <a:lvl1pPr>
              <a:lnSpc>
                <a:spcPts val="2200"/>
              </a:lnSpc>
              <a:spcAft>
                <a:spcPts val="0"/>
              </a:spcAft>
              <a:defRPr sz="1800"/>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Click to insert text</a:t>
            </a:r>
          </a:p>
        </p:txBody>
      </p:sp>
      <p:pic>
        <p:nvPicPr>
          <p:cNvPr id="6" name="Graphic 4">
            <a:extLst>
              <a:ext uri="{FF2B5EF4-FFF2-40B4-BE49-F238E27FC236}">
                <a16:creationId xmlns:a16="http://schemas.microsoft.com/office/drawing/2014/main" id="{25EEA1D4-3AF7-42D7-AE97-AE404AECFAEB}"/>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81836" t="-4713" b="16530"/>
          <a:stretch/>
        </p:blipFill>
        <p:spPr>
          <a:xfrm>
            <a:off x="11547793" y="188640"/>
            <a:ext cx="424356" cy="459624"/>
          </a:xfrm>
          <a:prstGeom prst="rect">
            <a:avLst/>
          </a:prstGeom>
        </p:spPr>
      </p:pic>
      <p:cxnSp>
        <p:nvCxnSpPr>
          <p:cNvPr id="15"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11568760" y="6587911"/>
            <a:ext cx="0" cy="155576"/>
          </a:xfrm>
          <a:prstGeom prst="line">
            <a:avLst/>
          </a:prstGeom>
          <a:solidFill>
            <a:schemeClr val="tx1"/>
          </a:solidFill>
          <a:ln w="12700" cap="rnd">
            <a:solidFill>
              <a:schemeClr val="bg1"/>
            </a:solidFill>
            <a:round/>
          </a:ln>
        </p:spPr>
        <p:style>
          <a:lnRef idx="1">
            <a:schemeClr val="accent1"/>
          </a:lnRef>
          <a:fillRef idx="0">
            <a:schemeClr val="accent1"/>
          </a:fillRef>
          <a:effectRef idx="0">
            <a:schemeClr val="accent1"/>
          </a:effectRef>
          <a:fontRef idx="minor">
            <a:schemeClr val="tx1"/>
          </a:fontRef>
        </p:style>
      </p:cxnSp>
      <p:sp>
        <p:nvSpPr>
          <p:cNvPr id="8" name="Date Placeholder 7"/>
          <p:cNvSpPr>
            <a:spLocks noGrp="1"/>
          </p:cNvSpPr>
          <p:nvPr>
            <p:ph type="dt" sz="half" idx="33"/>
          </p:nvPr>
        </p:nvSpPr>
        <p:spPr>
          <a:xfrm>
            <a:off x="407988" y="6555971"/>
            <a:ext cx="2829007" cy="219456"/>
          </a:xfrm>
          <a:prstGeom prst="rect">
            <a:avLst/>
          </a:prstGeom>
        </p:spPr>
        <p:txBody>
          <a:bodyPr/>
          <a:lstStyle/>
          <a:p>
            <a:pPr>
              <a:lnSpc>
                <a:spcPct val="85000"/>
              </a:lnSpc>
            </a:pPr>
            <a:fld id="{96BA695E-4048-4599-BF5A-C8CDE18F8E4E}" type="datetime1">
              <a:rPr lang="en-GB" smtClean="0"/>
              <a:t>18/12/2020</a:t>
            </a:fld>
            <a:endParaRPr lang="en-US" dirty="0"/>
          </a:p>
        </p:txBody>
      </p:sp>
      <p:sp>
        <p:nvSpPr>
          <p:cNvPr id="9" name="Footer Placeholder 8"/>
          <p:cNvSpPr>
            <a:spLocks noGrp="1"/>
          </p:cNvSpPr>
          <p:nvPr>
            <p:ph type="ftr" sz="quarter" idx="34"/>
          </p:nvPr>
        </p:nvSpPr>
        <p:spPr>
          <a:xfrm>
            <a:off x="9324107" y="6555758"/>
            <a:ext cx="2223686" cy="219456"/>
          </a:xfrm>
          <a:prstGeom prst="rect">
            <a:avLst/>
          </a:prstGeom>
        </p:spPr>
        <p:txBody>
          <a:bodyPr/>
          <a:lstStyle>
            <a:lvl1pPr>
              <a:defRPr>
                <a:solidFill>
                  <a:schemeClr val="bg1"/>
                </a:solidFill>
              </a:defRPr>
            </a:lvl1pPr>
          </a:lstStyle>
          <a:p>
            <a:r>
              <a:rPr lang="en-US" dirty="0"/>
              <a:t>Slide # </a:t>
            </a:r>
          </a:p>
        </p:txBody>
      </p:sp>
      <p:sp>
        <p:nvSpPr>
          <p:cNvPr id="10" name="Slide Number Placeholder 9"/>
          <p:cNvSpPr>
            <a:spLocks noGrp="1"/>
          </p:cNvSpPr>
          <p:nvPr>
            <p:ph type="sldNum" sz="quarter" idx="35"/>
          </p:nvPr>
        </p:nvSpPr>
        <p:spPr>
          <a:xfrm>
            <a:off x="11784013" y="6555758"/>
            <a:ext cx="123754" cy="215444"/>
          </a:xfrm>
          <a:prstGeom prst="rect">
            <a:avLst/>
          </a:prstGeom>
        </p:spPr>
        <p:txBody>
          <a:bodyPr/>
          <a:lstStyle>
            <a:lvl1pPr>
              <a:defRPr>
                <a:solidFill>
                  <a:schemeClr val="bg1"/>
                </a:solidFill>
              </a:defRPr>
            </a:lvl1pPr>
          </a:lstStyle>
          <a:p>
            <a:fld id="{DD205EFF-948D-4AF6-B54C-65639188FB5F}" type="slidenum">
              <a:rPr lang="en-US" smtClean="0"/>
              <a:pPr/>
              <a:t>‹#›</a:t>
            </a:fld>
            <a:endParaRPr lang="en-US" dirty="0"/>
          </a:p>
        </p:txBody>
      </p:sp>
    </p:spTree>
    <p:extLst>
      <p:ext uri="{BB962C8B-B14F-4D97-AF65-F5344CB8AC3E}">
        <p14:creationId xmlns:p14="http://schemas.microsoft.com/office/powerpoint/2010/main" val="4289854389"/>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Image and Text_2">
    <p:spTree>
      <p:nvGrpSpPr>
        <p:cNvPr id="1" name=""/>
        <p:cNvGrpSpPr/>
        <p:nvPr/>
      </p:nvGrpSpPr>
      <p:grpSpPr>
        <a:xfrm>
          <a:off x="0" y="0"/>
          <a:ext cx="0" cy="0"/>
          <a:chOff x="0" y="0"/>
          <a:chExt cx="0" cy="0"/>
        </a:xfrm>
      </p:grpSpPr>
      <p:graphicFrame>
        <p:nvGraphicFramePr>
          <p:cNvPr id="13" name="Object 12" hidden="1"/>
          <p:cNvGraphicFramePr>
            <a:graphicFrameLocks noChangeAspect="1"/>
          </p:cNvGraphicFramePr>
          <p:nvPr userDrawn="1">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48579" name="think-cell Slide" r:id="rId4" imgW="270" imgH="270" progId="TCLayout.ActiveDocument.1">
                  <p:embed/>
                </p:oleObj>
              </mc:Choice>
              <mc:Fallback>
                <p:oleObj name="think-cell Slide" r:id="rId4" imgW="270" imgH="270" progId="TCLayout.ActiveDocument.1">
                  <p:embed/>
                  <p:pic>
                    <p:nvPicPr>
                      <p:cNvPr id="13" name="Object 1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9" name="Freeform 5"/>
          <p:cNvSpPr>
            <a:spLocks/>
          </p:cNvSpPr>
          <p:nvPr userDrawn="1"/>
        </p:nvSpPr>
        <p:spPr bwMode="auto">
          <a:xfrm>
            <a:off x="0" y="0"/>
            <a:ext cx="5452303" cy="6384585"/>
          </a:xfrm>
          <a:custGeom>
            <a:avLst/>
            <a:gdLst>
              <a:gd name="T0" fmla="*/ 0 w 1745"/>
              <a:gd name="T1" fmla="*/ 1807 h 2044"/>
              <a:gd name="T2" fmla="*/ 0 w 1745"/>
              <a:gd name="T3" fmla="*/ 0 h 2044"/>
              <a:gd name="T4" fmla="*/ 1742 w 1745"/>
              <a:gd name="T5" fmla="*/ 0 h 2044"/>
              <a:gd name="T6" fmla="*/ 1742 w 1745"/>
              <a:gd name="T7" fmla="*/ 10 h 2044"/>
              <a:gd name="T8" fmla="*/ 1735 w 1745"/>
              <a:gd name="T9" fmla="*/ 160 h 2044"/>
              <a:gd name="T10" fmla="*/ 1654 w 1745"/>
              <a:gd name="T11" fmla="*/ 439 h 2044"/>
              <a:gd name="T12" fmla="*/ 1452 w 1745"/>
              <a:gd name="T13" fmla="*/ 821 h 2044"/>
              <a:gd name="T14" fmla="*/ 1197 w 1745"/>
              <a:gd name="T15" fmla="*/ 1214 h 2044"/>
              <a:gd name="T16" fmla="*/ 1019 w 1745"/>
              <a:gd name="T17" fmla="*/ 1509 h 2044"/>
              <a:gd name="T18" fmla="*/ 946 w 1745"/>
              <a:gd name="T19" fmla="*/ 1692 h 2044"/>
              <a:gd name="T20" fmla="*/ 945 w 1745"/>
              <a:gd name="T21" fmla="*/ 1848 h 2044"/>
              <a:gd name="T22" fmla="*/ 941 w 1745"/>
              <a:gd name="T23" fmla="*/ 1857 h 2044"/>
              <a:gd name="T24" fmla="*/ 873 w 1745"/>
              <a:gd name="T25" fmla="*/ 1920 h 2044"/>
              <a:gd name="T26" fmla="*/ 522 w 1745"/>
              <a:gd name="T27" fmla="*/ 2037 h 2044"/>
              <a:gd name="T28" fmla="*/ 267 w 1745"/>
              <a:gd name="T29" fmla="*/ 1971 h 2044"/>
              <a:gd name="T30" fmla="*/ 12 w 1745"/>
              <a:gd name="T31" fmla="*/ 1814 h 2044"/>
              <a:gd name="T32" fmla="*/ 0 w 1745"/>
              <a:gd name="T33" fmla="*/ 1807 h 20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745" h="2044">
                <a:moveTo>
                  <a:pt x="0" y="1807"/>
                </a:moveTo>
                <a:cubicBezTo>
                  <a:pt x="0" y="1205"/>
                  <a:pt x="0" y="602"/>
                  <a:pt x="0" y="0"/>
                </a:cubicBezTo>
                <a:cubicBezTo>
                  <a:pt x="580" y="0"/>
                  <a:pt x="1161" y="0"/>
                  <a:pt x="1742" y="0"/>
                </a:cubicBezTo>
                <a:cubicBezTo>
                  <a:pt x="1742" y="3"/>
                  <a:pt x="1741" y="7"/>
                  <a:pt x="1742" y="10"/>
                </a:cubicBezTo>
                <a:cubicBezTo>
                  <a:pt x="1745" y="60"/>
                  <a:pt x="1742" y="110"/>
                  <a:pt x="1735" y="160"/>
                </a:cubicBezTo>
                <a:cubicBezTo>
                  <a:pt x="1721" y="257"/>
                  <a:pt x="1691" y="349"/>
                  <a:pt x="1654" y="439"/>
                </a:cubicBezTo>
                <a:cubicBezTo>
                  <a:pt x="1599" y="573"/>
                  <a:pt x="1529" y="699"/>
                  <a:pt x="1452" y="821"/>
                </a:cubicBezTo>
                <a:cubicBezTo>
                  <a:pt x="1369" y="953"/>
                  <a:pt x="1282" y="1083"/>
                  <a:pt x="1197" y="1214"/>
                </a:cubicBezTo>
                <a:cubicBezTo>
                  <a:pt x="1134" y="1311"/>
                  <a:pt x="1072" y="1407"/>
                  <a:pt x="1019" y="1509"/>
                </a:cubicBezTo>
                <a:cubicBezTo>
                  <a:pt x="989" y="1568"/>
                  <a:pt x="962" y="1628"/>
                  <a:pt x="946" y="1692"/>
                </a:cubicBezTo>
                <a:cubicBezTo>
                  <a:pt x="933" y="1744"/>
                  <a:pt x="929" y="1796"/>
                  <a:pt x="945" y="1848"/>
                </a:cubicBezTo>
                <a:cubicBezTo>
                  <a:pt x="945" y="1850"/>
                  <a:pt x="943" y="1855"/>
                  <a:pt x="941" y="1857"/>
                </a:cubicBezTo>
                <a:cubicBezTo>
                  <a:pt x="919" y="1878"/>
                  <a:pt x="897" y="1901"/>
                  <a:pt x="873" y="1920"/>
                </a:cubicBezTo>
                <a:cubicBezTo>
                  <a:pt x="771" y="2003"/>
                  <a:pt x="654" y="2044"/>
                  <a:pt x="522" y="2037"/>
                </a:cubicBezTo>
                <a:cubicBezTo>
                  <a:pt x="432" y="2032"/>
                  <a:pt x="348" y="2007"/>
                  <a:pt x="267" y="1971"/>
                </a:cubicBezTo>
                <a:cubicBezTo>
                  <a:pt x="175" y="1929"/>
                  <a:pt x="92" y="1875"/>
                  <a:pt x="12" y="1814"/>
                </a:cubicBezTo>
                <a:cubicBezTo>
                  <a:pt x="8" y="1811"/>
                  <a:pt x="4" y="1809"/>
                  <a:pt x="0" y="1807"/>
                </a:cubicBez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de-DE"/>
          </a:p>
        </p:txBody>
      </p:sp>
      <p:sp>
        <p:nvSpPr>
          <p:cNvPr id="15" name="Picture Placeholder 14">
            <a:extLst>
              <a:ext uri="{FF2B5EF4-FFF2-40B4-BE49-F238E27FC236}">
                <a16:creationId xmlns:a16="http://schemas.microsoft.com/office/drawing/2014/main" id="{218E0C47-FBAF-440E-A6A0-9D14AE6071F8}"/>
              </a:ext>
            </a:extLst>
          </p:cNvPr>
          <p:cNvSpPr>
            <a:spLocks noGrp="1"/>
          </p:cNvSpPr>
          <p:nvPr>
            <p:ph type="pic" sz="quarter" idx="10"/>
          </p:nvPr>
        </p:nvSpPr>
        <p:spPr>
          <a:xfrm>
            <a:off x="0" y="-1"/>
            <a:ext cx="12191999" cy="6857998"/>
          </a:xfrm>
          <a:custGeom>
            <a:avLst/>
            <a:gdLst>
              <a:gd name="connsiteX0" fmla="*/ 0 w 12191999"/>
              <a:gd name="connsiteY0" fmla="*/ 0 h 6857998"/>
              <a:gd name="connsiteX1" fmla="*/ 12191999 w 12191999"/>
              <a:gd name="connsiteY1" fmla="*/ 0 h 6857998"/>
              <a:gd name="connsiteX2" fmla="*/ 12191999 w 12191999"/>
              <a:gd name="connsiteY2" fmla="*/ 6857998 h 6857998"/>
              <a:gd name="connsiteX3" fmla="*/ 0 w 12191999"/>
              <a:gd name="connsiteY3" fmla="*/ 6857998 h 6857998"/>
              <a:gd name="connsiteX4" fmla="*/ 0 w 12191999"/>
              <a:gd name="connsiteY4" fmla="*/ 5644299 h 6857998"/>
              <a:gd name="connsiteX5" fmla="*/ 37495 w 12191999"/>
              <a:gd name="connsiteY5" fmla="*/ 5666164 h 6857998"/>
              <a:gd name="connsiteX6" fmla="*/ 834250 w 12191999"/>
              <a:gd name="connsiteY6" fmla="*/ 6156565 h 6857998"/>
              <a:gd name="connsiteX7" fmla="*/ 1631004 w 12191999"/>
              <a:gd name="connsiteY7" fmla="*/ 6362721 h 6857998"/>
              <a:gd name="connsiteX8" fmla="*/ 2727714 w 12191999"/>
              <a:gd name="connsiteY8" fmla="*/ 5997263 h 6857998"/>
              <a:gd name="connsiteX9" fmla="*/ 2940182 w 12191999"/>
              <a:gd name="connsiteY9" fmla="*/ 5800478 h 6857998"/>
              <a:gd name="connsiteX10" fmla="*/ 2952680 w 12191999"/>
              <a:gd name="connsiteY10" fmla="*/ 5772366 h 6857998"/>
              <a:gd name="connsiteX11" fmla="*/ 2955805 w 12191999"/>
              <a:gd name="connsiteY11" fmla="*/ 5285088 h 6857998"/>
              <a:gd name="connsiteX12" fmla="*/ 3183895 w 12191999"/>
              <a:gd name="connsiteY12" fmla="*/ 4713474 h 6857998"/>
              <a:gd name="connsiteX13" fmla="*/ 3740061 w 12191999"/>
              <a:gd name="connsiteY13" fmla="*/ 3792020 h 6857998"/>
              <a:gd name="connsiteX14" fmla="*/ 4536816 w 12191999"/>
              <a:gd name="connsiteY14" fmla="*/ 2564455 h 6857998"/>
              <a:gd name="connsiteX15" fmla="*/ 5167971 w 12191999"/>
              <a:gd name="connsiteY15" fmla="*/ 1371250 h 6857998"/>
              <a:gd name="connsiteX16" fmla="*/ 5421058 w 12191999"/>
              <a:gd name="connsiteY16" fmla="*/ 499773 h 6857998"/>
              <a:gd name="connsiteX17" fmla="*/ 5442930 w 12191999"/>
              <a:gd name="connsiteY17" fmla="*/ 31237 h 6857998"/>
              <a:gd name="connsiteX18" fmla="*/ 5442930 w 12191999"/>
              <a:gd name="connsiteY18" fmla="*/ 1 h 6857998"/>
              <a:gd name="connsiteX19" fmla="*/ 0 w 12191999"/>
              <a:gd name="connsiteY19" fmla="*/ 1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2191999" h="6857998">
                <a:moveTo>
                  <a:pt x="0" y="0"/>
                </a:moveTo>
                <a:lnTo>
                  <a:pt x="12191999" y="0"/>
                </a:lnTo>
                <a:lnTo>
                  <a:pt x="12191999" y="6857998"/>
                </a:lnTo>
                <a:lnTo>
                  <a:pt x="0" y="6857998"/>
                </a:lnTo>
                <a:lnTo>
                  <a:pt x="0" y="5644299"/>
                </a:lnTo>
                <a:cubicBezTo>
                  <a:pt x="12498" y="5650546"/>
                  <a:pt x="24996" y="5656794"/>
                  <a:pt x="37495" y="5666164"/>
                </a:cubicBezTo>
                <a:cubicBezTo>
                  <a:pt x="287457" y="5856702"/>
                  <a:pt x="546793" y="6025375"/>
                  <a:pt x="834250" y="6156565"/>
                </a:cubicBezTo>
                <a:cubicBezTo>
                  <a:pt x="1087336" y="6269014"/>
                  <a:pt x="1349797" y="6347103"/>
                  <a:pt x="1631004" y="6362721"/>
                </a:cubicBezTo>
                <a:cubicBezTo>
                  <a:pt x="2043442" y="6384586"/>
                  <a:pt x="2409012" y="6256520"/>
                  <a:pt x="2727714" y="5997263"/>
                </a:cubicBezTo>
                <a:cubicBezTo>
                  <a:pt x="2802703" y="5937915"/>
                  <a:pt x="2871442" y="5866073"/>
                  <a:pt x="2940182" y="5800478"/>
                </a:cubicBezTo>
                <a:cubicBezTo>
                  <a:pt x="2946431" y="5794231"/>
                  <a:pt x="2952680" y="5778613"/>
                  <a:pt x="2952680" y="5772366"/>
                </a:cubicBezTo>
                <a:cubicBezTo>
                  <a:pt x="2902688" y="5609940"/>
                  <a:pt x="2915186" y="5447514"/>
                  <a:pt x="2955805" y="5285088"/>
                </a:cubicBezTo>
                <a:cubicBezTo>
                  <a:pt x="3005797" y="5085180"/>
                  <a:pt x="3090159" y="4897765"/>
                  <a:pt x="3183895" y="4713474"/>
                </a:cubicBezTo>
                <a:cubicBezTo>
                  <a:pt x="3349495" y="4394870"/>
                  <a:pt x="3543216" y="4095006"/>
                  <a:pt x="3740061" y="3792020"/>
                </a:cubicBezTo>
                <a:cubicBezTo>
                  <a:pt x="4005646" y="3382832"/>
                  <a:pt x="4277480" y="2976767"/>
                  <a:pt x="4536816" y="2564455"/>
                </a:cubicBezTo>
                <a:cubicBezTo>
                  <a:pt x="4777405" y="2183379"/>
                  <a:pt x="4996122" y="1789809"/>
                  <a:pt x="5167971" y="1371250"/>
                </a:cubicBezTo>
                <a:cubicBezTo>
                  <a:pt x="5283579" y="1090128"/>
                  <a:pt x="5377315" y="802760"/>
                  <a:pt x="5421058" y="499773"/>
                </a:cubicBezTo>
                <a:cubicBezTo>
                  <a:pt x="5442930" y="343594"/>
                  <a:pt x="5452303" y="187416"/>
                  <a:pt x="5442930" y="31237"/>
                </a:cubicBezTo>
                <a:cubicBezTo>
                  <a:pt x="5439805" y="21866"/>
                  <a:pt x="5442930" y="9372"/>
                  <a:pt x="5442930" y="1"/>
                </a:cubicBezTo>
                <a:cubicBezTo>
                  <a:pt x="3627578" y="1"/>
                  <a:pt x="1812227" y="1"/>
                  <a:pt x="0" y="1"/>
                </a:cubicBezTo>
                <a:close/>
              </a:path>
            </a:pathLst>
          </a:custGeom>
          <a:noFill/>
        </p:spPr>
        <p:txBody>
          <a:bodyPr wrap="square" anchor="ctr">
            <a:noAutofit/>
          </a:bodyPr>
          <a:lstStyle>
            <a:lvl1pPr algn="ctr">
              <a:defRPr/>
            </a:lvl1pPr>
          </a:lstStyle>
          <a:p>
            <a:r>
              <a:rPr lang="en-US" dirty="0"/>
              <a:t>Click icon to add picture</a:t>
            </a:r>
            <a:endParaRPr lang="pt-PT" dirty="0"/>
          </a:p>
        </p:txBody>
      </p:sp>
      <p:sp>
        <p:nvSpPr>
          <p:cNvPr id="11" name="Title Placeholder 1">
            <a:extLst>
              <a:ext uri="{FF2B5EF4-FFF2-40B4-BE49-F238E27FC236}">
                <a16:creationId xmlns:a16="http://schemas.microsoft.com/office/drawing/2014/main" id="{AC165F49-BCC1-4C3B-91C3-5D1BB415ABF1}"/>
              </a:ext>
            </a:extLst>
          </p:cNvPr>
          <p:cNvSpPr>
            <a:spLocks noGrp="1"/>
          </p:cNvSpPr>
          <p:nvPr>
            <p:ph type="title" hasCustomPrompt="1"/>
          </p:nvPr>
        </p:nvSpPr>
        <p:spPr>
          <a:xfrm>
            <a:off x="407988" y="649981"/>
            <a:ext cx="4319860" cy="1194843"/>
          </a:xfrm>
          <a:prstGeom prst="rect">
            <a:avLst/>
          </a:prstGeom>
        </p:spPr>
        <p:txBody>
          <a:bodyPr vert="horz" lIns="0" tIns="0" rIns="0" bIns="0" rtlCol="0" anchor="b">
            <a:normAutofit/>
          </a:bodyPr>
          <a:lstStyle>
            <a:lvl1pPr>
              <a:lnSpc>
                <a:spcPts val="3000"/>
              </a:lnSpc>
              <a:defRPr sz="2600">
                <a:solidFill>
                  <a:srgbClr val="12ABDB"/>
                </a:solidFill>
              </a:defRPr>
            </a:lvl1pPr>
          </a:lstStyle>
          <a:p>
            <a:r>
              <a:rPr lang="en-US" dirty="0"/>
              <a:t>Click to insert title</a:t>
            </a:r>
            <a:endParaRPr lang="pt-PT" dirty="0"/>
          </a:p>
        </p:txBody>
      </p:sp>
      <p:sp>
        <p:nvSpPr>
          <p:cNvPr id="12" name="Text Placeholder 7">
            <a:extLst>
              <a:ext uri="{FF2B5EF4-FFF2-40B4-BE49-F238E27FC236}">
                <a16:creationId xmlns:a16="http://schemas.microsoft.com/office/drawing/2014/main" id="{98BC8B91-D2A3-4F52-B4E2-1C3C1B691942}"/>
              </a:ext>
            </a:extLst>
          </p:cNvPr>
          <p:cNvSpPr>
            <a:spLocks noGrp="1"/>
          </p:cNvSpPr>
          <p:nvPr>
            <p:ph type="body" sz="quarter" idx="32" hasCustomPrompt="1"/>
          </p:nvPr>
        </p:nvSpPr>
        <p:spPr>
          <a:xfrm>
            <a:off x="407988" y="1988840"/>
            <a:ext cx="3599780" cy="1152127"/>
          </a:xfrm>
          <a:prstGeom prst="rect">
            <a:avLst/>
          </a:prstGeom>
        </p:spPr>
        <p:txBody>
          <a:bodyPr lIns="0" tIns="0" rIns="0" bIns="0">
            <a:noAutofit/>
          </a:bodyPr>
          <a:lstStyle>
            <a:lvl1pPr>
              <a:lnSpc>
                <a:spcPct val="100000"/>
              </a:lnSpc>
              <a:defRPr sz="180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Click to insert text</a:t>
            </a:r>
          </a:p>
        </p:txBody>
      </p:sp>
      <p:sp>
        <p:nvSpPr>
          <p:cNvPr id="2" name="Date Placeholder 1"/>
          <p:cNvSpPr>
            <a:spLocks noGrp="1"/>
          </p:cNvSpPr>
          <p:nvPr>
            <p:ph type="dt" sz="half" idx="33"/>
          </p:nvPr>
        </p:nvSpPr>
        <p:spPr>
          <a:xfrm>
            <a:off x="407988" y="6555971"/>
            <a:ext cx="2829007" cy="219456"/>
          </a:xfrm>
          <a:prstGeom prst="rect">
            <a:avLst/>
          </a:prstGeom>
        </p:spPr>
        <p:txBody>
          <a:bodyPr/>
          <a:lstStyle/>
          <a:p>
            <a:pPr>
              <a:lnSpc>
                <a:spcPct val="85000"/>
              </a:lnSpc>
            </a:pPr>
            <a:fld id="{EF4CB5A7-ED10-4747-B1ED-31991CF0E6AA}" type="datetime1">
              <a:rPr lang="en-GB" smtClean="0"/>
              <a:t>18/12/2020</a:t>
            </a:fld>
            <a:endParaRPr lang="en-US" dirty="0"/>
          </a:p>
        </p:txBody>
      </p:sp>
      <p:sp>
        <p:nvSpPr>
          <p:cNvPr id="3" name="Footer Placeholder 2"/>
          <p:cNvSpPr>
            <a:spLocks noGrp="1"/>
          </p:cNvSpPr>
          <p:nvPr>
            <p:ph type="ftr" sz="quarter" idx="34"/>
          </p:nvPr>
        </p:nvSpPr>
        <p:spPr>
          <a:xfrm>
            <a:off x="9324107" y="6555758"/>
            <a:ext cx="2223686" cy="219456"/>
          </a:xfrm>
          <a:prstGeom prst="rect">
            <a:avLst/>
          </a:prstGeom>
        </p:spPr>
        <p:txBody>
          <a:bodyPr/>
          <a:lstStyle/>
          <a:p>
            <a:r>
              <a:rPr lang="en-US" dirty="0"/>
              <a:t>Slide # </a:t>
            </a:r>
          </a:p>
        </p:txBody>
      </p:sp>
      <p:sp>
        <p:nvSpPr>
          <p:cNvPr id="4" name="Slide Number Placeholder 3"/>
          <p:cNvSpPr>
            <a:spLocks noGrp="1"/>
          </p:cNvSpPr>
          <p:nvPr>
            <p:ph type="sldNum" sz="quarter" idx="35"/>
          </p:nvPr>
        </p:nvSpPr>
        <p:spPr>
          <a:xfrm>
            <a:off x="11784013" y="6555758"/>
            <a:ext cx="123754" cy="215444"/>
          </a:xfrm>
          <a:prstGeom prst="rect">
            <a:avLst/>
          </a:prstGeom>
        </p:spPr>
        <p:txBody>
          <a:bodyPr/>
          <a:lstStyle/>
          <a:p>
            <a:pPr algn="r"/>
            <a:fld id="{DD205EFF-948D-4AF6-B54C-65639188FB5F}" type="slidenum">
              <a:rPr lang="en-US" smtClean="0"/>
              <a:pPr algn="r"/>
              <a:t>‹#›</a:t>
            </a:fld>
            <a:endParaRPr lang="en-US" dirty="0"/>
          </a:p>
        </p:txBody>
      </p:sp>
    </p:spTree>
    <p:extLst>
      <p:ext uri="{BB962C8B-B14F-4D97-AF65-F5344CB8AC3E}">
        <p14:creationId xmlns:p14="http://schemas.microsoft.com/office/powerpoint/2010/main" val="144606088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Image and Text 3">
    <p:spTree>
      <p:nvGrpSpPr>
        <p:cNvPr id="1" name=""/>
        <p:cNvGrpSpPr/>
        <p:nvPr/>
      </p:nvGrpSpPr>
      <p:grpSpPr>
        <a:xfrm>
          <a:off x="0" y="0"/>
          <a:ext cx="0" cy="0"/>
          <a:chOff x="0" y="0"/>
          <a:chExt cx="0" cy="0"/>
        </a:xfrm>
      </p:grpSpPr>
      <p:graphicFrame>
        <p:nvGraphicFramePr>
          <p:cNvPr id="9" name="Object 8" hidden="1"/>
          <p:cNvGraphicFramePr>
            <a:graphicFrameLocks noChangeAspect="1"/>
          </p:cNvGraphicFramePr>
          <p:nvPr userDrawn="1">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49603" name="think-cell Slide" r:id="rId4" imgW="270" imgH="270" progId="TCLayout.ActiveDocument.1">
                  <p:embed/>
                </p:oleObj>
              </mc:Choice>
              <mc:Fallback>
                <p:oleObj name="think-cell Slide" r:id="rId4" imgW="270" imgH="270" progId="TCLayout.ActiveDocument.1">
                  <p:embed/>
                  <p:pic>
                    <p:nvPicPr>
                      <p:cNvPr id="9" name="Object 8"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8" name="Freeform 5"/>
          <p:cNvSpPr>
            <a:spLocks/>
          </p:cNvSpPr>
          <p:nvPr userDrawn="1"/>
        </p:nvSpPr>
        <p:spPr bwMode="auto">
          <a:xfrm>
            <a:off x="0" y="0"/>
            <a:ext cx="9372600" cy="6858000"/>
          </a:xfrm>
          <a:custGeom>
            <a:avLst/>
            <a:gdLst>
              <a:gd name="T0" fmla="*/ 810 w 2953"/>
              <a:gd name="T1" fmla="*/ 2160 h 2160"/>
              <a:gd name="T2" fmla="*/ 0 w 2953"/>
              <a:gd name="T3" fmla="*/ 2160 h 2160"/>
              <a:gd name="T4" fmla="*/ 0 w 2953"/>
              <a:gd name="T5" fmla="*/ 0 h 2160"/>
              <a:gd name="T6" fmla="*/ 2953 w 2953"/>
              <a:gd name="T7" fmla="*/ 0 h 2160"/>
              <a:gd name="T8" fmla="*/ 2951 w 2953"/>
              <a:gd name="T9" fmla="*/ 9 h 2160"/>
              <a:gd name="T10" fmla="*/ 2912 w 2953"/>
              <a:gd name="T11" fmla="*/ 104 h 2160"/>
              <a:gd name="T12" fmla="*/ 2689 w 2953"/>
              <a:gd name="T13" fmla="*/ 359 h 2160"/>
              <a:gd name="T14" fmla="*/ 2421 w 2953"/>
              <a:gd name="T15" fmla="*/ 509 h 2160"/>
              <a:gd name="T16" fmla="*/ 1974 w 2953"/>
              <a:gd name="T17" fmla="*/ 701 h 2160"/>
              <a:gd name="T18" fmla="*/ 1632 w 2953"/>
              <a:gd name="T19" fmla="*/ 876 h 2160"/>
              <a:gd name="T20" fmla="*/ 1411 w 2953"/>
              <a:gd name="T21" fmla="*/ 1047 h 2160"/>
              <a:gd name="T22" fmla="*/ 1306 w 2953"/>
              <a:gd name="T23" fmla="*/ 1219 h 2160"/>
              <a:gd name="T24" fmla="*/ 1303 w 2953"/>
              <a:gd name="T25" fmla="*/ 1459 h 2160"/>
              <a:gd name="T26" fmla="*/ 1396 w 2953"/>
              <a:gd name="T27" fmla="*/ 1682 h 2160"/>
              <a:gd name="T28" fmla="*/ 1403 w 2953"/>
              <a:gd name="T29" fmla="*/ 1695 h 2160"/>
              <a:gd name="T30" fmla="*/ 1398 w 2953"/>
              <a:gd name="T31" fmla="*/ 1700 h 2160"/>
              <a:gd name="T32" fmla="*/ 882 w 2953"/>
              <a:gd name="T33" fmla="*/ 2110 h 2160"/>
              <a:gd name="T34" fmla="*/ 810 w 2953"/>
              <a:gd name="T35" fmla="*/ 2160 h 2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953" h="2160">
                <a:moveTo>
                  <a:pt x="810" y="2160"/>
                </a:moveTo>
                <a:cubicBezTo>
                  <a:pt x="540" y="2160"/>
                  <a:pt x="270" y="2160"/>
                  <a:pt x="0" y="2160"/>
                </a:cubicBezTo>
                <a:cubicBezTo>
                  <a:pt x="0" y="1440"/>
                  <a:pt x="0" y="720"/>
                  <a:pt x="0" y="0"/>
                </a:cubicBezTo>
                <a:cubicBezTo>
                  <a:pt x="984" y="0"/>
                  <a:pt x="1969" y="0"/>
                  <a:pt x="2953" y="0"/>
                </a:cubicBezTo>
                <a:cubicBezTo>
                  <a:pt x="2952" y="3"/>
                  <a:pt x="2952" y="6"/>
                  <a:pt x="2951" y="9"/>
                </a:cubicBezTo>
                <a:cubicBezTo>
                  <a:pt x="2938" y="41"/>
                  <a:pt x="2927" y="73"/>
                  <a:pt x="2912" y="104"/>
                </a:cubicBezTo>
                <a:cubicBezTo>
                  <a:pt x="2859" y="208"/>
                  <a:pt x="2782" y="290"/>
                  <a:pt x="2689" y="359"/>
                </a:cubicBezTo>
                <a:cubicBezTo>
                  <a:pt x="2607" y="421"/>
                  <a:pt x="2516" y="468"/>
                  <a:pt x="2421" y="509"/>
                </a:cubicBezTo>
                <a:cubicBezTo>
                  <a:pt x="2272" y="572"/>
                  <a:pt x="2123" y="636"/>
                  <a:pt x="1974" y="701"/>
                </a:cubicBezTo>
                <a:cubicBezTo>
                  <a:pt x="1857" y="753"/>
                  <a:pt x="1742" y="809"/>
                  <a:pt x="1632" y="876"/>
                </a:cubicBezTo>
                <a:cubicBezTo>
                  <a:pt x="1551" y="924"/>
                  <a:pt x="1475" y="978"/>
                  <a:pt x="1411" y="1047"/>
                </a:cubicBezTo>
                <a:cubicBezTo>
                  <a:pt x="1364" y="1097"/>
                  <a:pt x="1327" y="1153"/>
                  <a:pt x="1306" y="1219"/>
                </a:cubicBezTo>
                <a:cubicBezTo>
                  <a:pt x="1280" y="1299"/>
                  <a:pt x="1283" y="1379"/>
                  <a:pt x="1303" y="1459"/>
                </a:cubicBezTo>
                <a:cubicBezTo>
                  <a:pt x="1323" y="1538"/>
                  <a:pt x="1357" y="1612"/>
                  <a:pt x="1396" y="1682"/>
                </a:cubicBezTo>
                <a:cubicBezTo>
                  <a:pt x="1399" y="1687"/>
                  <a:pt x="1401" y="1691"/>
                  <a:pt x="1403" y="1695"/>
                </a:cubicBezTo>
                <a:cubicBezTo>
                  <a:pt x="1401" y="1697"/>
                  <a:pt x="1399" y="1698"/>
                  <a:pt x="1398" y="1700"/>
                </a:cubicBezTo>
                <a:cubicBezTo>
                  <a:pt x="1232" y="1845"/>
                  <a:pt x="1061" y="1983"/>
                  <a:pt x="882" y="2110"/>
                </a:cubicBezTo>
                <a:cubicBezTo>
                  <a:pt x="858" y="2127"/>
                  <a:pt x="834" y="2143"/>
                  <a:pt x="810" y="2160"/>
                </a:cubicBez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de-DE"/>
          </a:p>
        </p:txBody>
      </p:sp>
      <p:sp>
        <p:nvSpPr>
          <p:cNvPr id="16" name="Picture Placeholder 15">
            <a:extLst>
              <a:ext uri="{FF2B5EF4-FFF2-40B4-BE49-F238E27FC236}">
                <a16:creationId xmlns:a16="http://schemas.microsoft.com/office/drawing/2014/main" id="{218E0C47-FBAF-440E-A6A0-9D14AE6071F8}"/>
              </a:ext>
            </a:extLst>
          </p:cNvPr>
          <p:cNvSpPr>
            <a:spLocks noGrp="1"/>
          </p:cNvSpPr>
          <p:nvPr>
            <p:ph type="pic" sz="quarter" idx="10"/>
          </p:nvPr>
        </p:nvSpPr>
        <p:spPr>
          <a:xfrm>
            <a:off x="0" y="-1"/>
            <a:ext cx="12192000" cy="6857998"/>
          </a:xfrm>
          <a:custGeom>
            <a:avLst/>
            <a:gdLst>
              <a:gd name="connsiteX0" fmla="*/ 0 w 12192000"/>
              <a:gd name="connsiteY0" fmla="*/ 0 h 6857998"/>
              <a:gd name="connsiteX1" fmla="*/ 12192000 w 12192000"/>
              <a:gd name="connsiteY1" fmla="*/ 0 h 6857998"/>
              <a:gd name="connsiteX2" fmla="*/ 12192000 w 12192000"/>
              <a:gd name="connsiteY2" fmla="*/ 6857998 h 6857998"/>
              <a:gd name="connsiteX3" fmla="*/ 2570884 w 12192000"/>
              <a:gd name="connsiteY3" fmla="*/ 6857998 h 6857998"/>
              <a:gd name="connsiteX4" fmla="*/ 2799402 w 12192000"/>
              <a:gd name="connsiteY4" fmla="*/ 6699251 h 6857998"/>
              <a:gd name="connsiteX5" fmla="*/ 4437147 w 12192000"/>
              <a:gd name="connsiteY5" fmla="*/ 5397501 h 6857998"/>
              <a:gd name="connsiteX6" fmla="*/ 4453017 w 12192000"/>
              <a:gd name="connsiteY6" fmla="*/ 5381626 h 6857998"/>
              <a:gd name="connsiteX7" fmla="*/ 4430799 w 12192000"/>
              <a:gd name="connsiteY7" fmla="*/ 5340351 h 6857998"/>
              <a:gd name="connsiteX8" fmla="*/ 4135624 w 12192000"/>
              <a:gd name="connsiteY8" fmla="*/ 4632326 h 6857998"/>
              <a:gd name="connsiteX9" fmla="*/ 4145146 w 12192000"/>
              <a:gd name="connsiteY9" fmla="*/ 3870326 h 6857998"/>
              <a:gd name="connsiteX10" fmla="*/ 4478408 w 12192000"/>
              <a:gd name="connsiteY10" fmla="*/ 3324226 h 6857998"/>
              <a:gd name="connsiteX11" fmla="*/ 5179846 w 12192000"/>
              <a:gd name="connsiteY11" fmla="*/ 2781301 h 6857998"/>
              <a:gd name="connsiteX12" fmla="*/ 6265328 w 12192000"/>
              <a:gd name="connsiteY12" fmla="*/ 2225676 h 6857998"/>
              <a:gd name="connsiteX13" fmla="*/ 7684072 w 12192000"/>
              <a:gd name="connsiteY13" fmla="*/ 1616076 h 6857998"/>
              <a:gd name="connsiteX14" fmla="*/ 8534684 w 12192000"/>
              <a:gd name="connsiteY14" fmla="*/ 1139826 h 6857998"/>
              <a:gd name="connsiteX15" fmla="*/ 9242469 w 12192000"/>
              <a:gd name="connsiteY15" fmla="*/ 330201 h 6857998"/>
              <a:gd name="connsiteX16" fmla="*/ 9366252 w 12192000"/>
              <a:gd name="connsiteY16" fmla="*/ 28576 h 6857998"/>
              <a:gd name="connsiteX17" fmla="*/ 9372600 w 12192000"/>
              <a:gd name="connsiteY17" fmla="*/ 1 h 6857998"/>
              <a:gd name="connsiteX18" fmla="*/ 0 w 12192000"/>
              <a:gd name="connsiteY18" fmla="*/ 1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2192000" h="6857998">
                <a:moveTo>
                  <a:pt x="0" y="0"/>
                </a:moveTo>
                <a:lnTo>
                  <a:pt x="12192000" y="0"/>
                </a:lnTo>
                <a:lnTo>
                  <a:pt x="12192000" y="6857998"/>
                </a:lnTo>
                <a:lnTo>
                  <a:pt x="2570884" y="6857998"/>
                </a:lnTo>
                <a:lnTo>
                  <a:pt x="2799402" y="6699251"/>
                </a:lnTo>
                <a:cubicBezTo>
                  <a:pt x="3367535" y="6296026"/>
                  <a:pt x="3910276" y="5857876"/>
                  <a:pt x="4437147" y="5397501"/>
                </a:cubicBezTo>
                <a:cubicBezTo>
                  <a:pt x="4440322" y="5391151"/>
                  <a:pt x="4446669" y="5387976"/>
                  <a:pt x="4453017" y="5381626"/>
                </a:cubicBezTo>
                <a:cubicBezTo>
                  <a:pt x="4446669" y="5368926"/>
                  <a:pt x="4440322" y="5356226"/>
                  <a:pt x="4430799" y="5340351"/>
                </a:cubicBezTo>
                <a:cubicBezTo>
                  <a:pt x="4307016" y="5118101"/>
                  <a:pt x="4199103" y="4883151"/>
                  <a:pt x="4135624" y="4632326"/>
                </a:cubicBezTo>
                <a:cubicBezTo>
                  <a:pt x="4072146" y="4378326"/>
                  <a:pt x="4062624" y="4124326"/>
                  <a:pt x="4145146" y="3870326"/>
                </a:cubicBezTo>
                <a:cubicBezTo>
                  <a:pt x="4211798" y="3660776"/>
                  <a:pt x="4329234" y="3482976"/>
                  <a:pt x="4478408" y="3324226"/>
                </a:cubicBezTo>
                <a:cubicBezTo>
                  <a:pt x="4681539" y="3105151"/>
                  <a:pt x="4922758" y="2933701"/>
                  <a:pt x="5179846" y="2781301"/>
                </a:cubicBezTo>
                <a:cubicBezTo>
                  <a:pt x="5528977" y="2568576"/>
                  <a:pt x="5893979" y="2390776"/>
                  <a:pt x="6265328" y="2225676"/>
                </a:cubicBezTo>
                <a:cubicBezTo>
                  <a:pt x="6738243" y="2019301"/>
                  <a:pt x="7211157" y="1816101"/>
                  <a:pt x="7684072" y="1616076"/>
                </a:cubicBezTo>
                <a:cubicBezTo>
                  <a:pt x="7985595" y="1485901"/>
                  <a:pt x="8274422" y="1336676"/>
                  <a:pt x="8534684" y="1139826"/>
                </a:cubicBezTo>
                <a:cubicBezTo>
                  <a:pt x="8829859" y="920751"/>
                  <a:pt x="9074251" y="660401"/>
                  <a:pt x="9242469" y="330201"/>
                </a:cubicBezTo>
                <a:cubicBezTo>
                  <a:pt x="9290078" y="231776"/>
                  <a:pt x="9324991" y="130176"/>
                  <a:pt x="9366252" y="28576"/>
                </a:cubicBezTo>
                <a:cubicBezTo>
                  <a:pt x="9369426" y="19051"/>
                  <a:pt x="9369426" y="9526"/>
                  <a:pt x="9372600" y="1"/>
                </a:cubicBezTo>
                <a:cubicBezTo>
                  <a:pt x="6249458" y="1"/>
                  <a:pt x="3123142" y="1"/>
                  <a:pt x="0" y="1"/>
                </a:cubicBezTo>
                <a:close/>
              </a:path>
            </a:pathLst>
          </a:custGeom>
          <a:noFill/>
        </p:spPr>
        <p:txBody>
          <a:bodyPr wrap="square" anchor="ctr">
            <a:noAutofit/>
          </a:bodyPr>
          <a:lstStyle>
            <a:lvl1pPr algn="ctr">
              <a:defRPr/>
            </a:lvl1pPr>
          </a:lstStyle>
          <a:p>
            <a:r>
              <a:rPr lang="en-US" dirty="0"/>
              <a:t>Click icon to add picture</a:t>
            </a:r>
            <a:endParaRPr lang="pt-PT" dirty="0"/>
          </a:p>
        </p:txBody>
      </p:sp>
      <p:sp>
        <p:nvSpPr>
          <p:cNvPr id="11" name="Title Placeholder 1">
            <a:extLst>
              <a:ext uri="{FF2B5EF4-FFF2-40B4-BE49-F238E27FC236}">
                <a16:creationId xmlns:a16="http://schemas.microsoft.com/office/drawing/2014/main" id="{AC165F49-BCC1-4C3B-91C3-5D1BB415ABF1}"/>
              </a:ext>
            </a:extLst>
          </p:cNvPr>
          <p:cNvSpPr>
            <a:spLocks noGrp="1"/>
          </p:cNvSpPr>
          <p:nvPr>
            <p:ph type="title" hasCustomPrompt="1"/>
          </p:nvPr>
        </p:nvSpPr>
        <p:spPr>
          <a:xfrm>
            <a:off x="407988" y="649981"/>
            <a:ext cx="4319860" cy="1194843"/>
          </a:xfrm>
          <a:prstGeom prst="rect">
            <a:avLst/>
          </a:prstGeom>
        </p:spPr>
        <p:txBody>
          <a:bodyPr vert="horz" lIns="0" tIns="0" rIns="0" bIns="0" rtlCol="0" anchor="b">
            <a:normAutofit/>
          </a:bodyPr>
          <a:lstStyle>
            <a:lvl1pPr>
              <a:lnSpc>
                <a:spcPts val="3000"/>
              </a:lnSpc>
              <a:defRPr sz="2600">
                <a:solidFill>
                  <a:srgbClr val="12ABDB"/>
                </a:solidFill>
              </a:defRPr>
            </a:lvl1pPr>
          </a:lstStyle>
          <a:p>
            <a:r>
              <a:rPr lang="en-US" dirty="0"/>
              <a:t>Click to insert title</a:t>
            </a:r>
            <a:endParaRPr lang="pt-PT" dirty="0"/>
          </a:p>
        </p:txBody>
      </p:sp>
      <p:sp>
        <p:nvSpPr>
          <p:cNvPr id="12" name="Text Placeholder 7">
            <a:extLst>
              <a:ext uri="{FF2B5EF4-FFF2-40B4-BE49-F238E27FC236}">
                <a16:creationId xmlns:a16="http://schemas.microsoft.com/office/drawing/2014/main" id="{98BC8B91-D2A3-4F52-B4E2-1C3C1B691942}"/>
              </a:ext>
            </a:extLst>
          </p:cNvPr>
          <p:cNvSpPr>
            <a:spLocks noGrp="1"/>
          </p:cNvSpPr>
          <p:nvPr>
            <p:ph type="body" sz="quarter" idx="32" hasCustomPrompt="1"/>
          </p:nvPr>
        </p:nvSpPr>
        <p:spPr>
          <a:xfrm>
            <a:off x="407988" y="1988840"/>
            <a:ext cx="3709150" cy="1152127"/>
          </a:xfrm>
          <a:prstGeom prst="rect">
            <a:avLst/>
          </a:prstGeom>
        </p:spPr>
        <p:txBody>
          <a:bodyPr lIns="0" tIns="0" rIns="0" bIns="0">
            <a:noAutofit/>
          </a:bodyPr>
          <a:lstStyle>
            <a:lvl1pPr>
              <a:lnSpc>
                <a:spcPct val="100000"/>
              </a:lnSpc>
              <a:defRPr sz="180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Click to insert text</a:t>
            </a:r>
          </a:p>
        </p:txBody>
      </p:sp>
      <p:sp>
        <p:nvSpPr>
          <p:cNvPr id="2" name="Date Placeholder 1"/>
          <p:cNvSpPr>
            <a:spLocks noGrp="1"/>
          </p:cNvSpPr>
          <p:nvPr>
            <p:ph type="dt" sz="half" idx="33"/>
          </p:nvPr>
        </p:nvSpPr>
        <p:spPr>
          <a:xfrm>
            <a:off x="407988" y="6555971"/>
            <a:ext cx="2829007" cy="219456"/>
          </a:xfrm>
          <a:prstGeom prst="rect">
            <a:avLst/>
          </a:prstGeom>
        </p:spPr>
        <p:txBody>
          <a:bodyPr/>
          <a:lstStyle>
            <a:lvl1pPr>
              <a:defRPr>
                <a:solidFill>
                  <a:schemeClr val="bg2">
                    <a:lumMod val="90000"/>
                  </a:schemeClr>
                </a:solidFill>
              </a:defRPr>
            </a:lvl1pPr>
          </a:lstStyle>
          <a:p>
            <a:pPr>
              <a:lnSpc>
                <a:spcPct val="85000"/>
              </a:lnSpc>
            </a:pPr>
            <a:fld id="{21AB965A-3425-4667-9035-EE1EA647173B}" type="datetime1">
              <a:rPr lang="en-GB" smtClean="0"/>
              <a:t>18/12/2020</a:t>
            </a:fld>
            <a:endParaRPr lang="en-US" dirty="0"/>
          </a:p>
        </p:txBody>
      </p:sp>
      <p:sp>
        <p:nvSpPr>
          <p:cNvPr id="3" name="Footer Placeholder 2"/>
          <p:cNvSpPr>
            <a:spLocks noGrp="1"/>
          </p:cNvSpPr>
          <p:nvPr>
            <p:ph type="ftr" sz="quarter" idx="34"/>
          </p:nvPr>
        </p:nvSpPr>
        <p:spPr>
          <a:xfrm>
            <a:off x="9324107" y="6555758"/>
            <a:ext cx="2223686" cy="219456"/>
          </a:xfrm>
          <a:prstGeom prst="rect">
            <a:avLst/>
          </a:prstGeom>
        </p:spPr>
        <p:txBody>
          <a:bodyPr/>
          <a:lstStyle/>
          <a:p>
            <a:r>
              <a:rPr lang="en-US" dirty="0"/>
              <a:t>Slide # </a:t>
            </a:r>
          </a:p>
        </p:txBody>
      </p:sp>
      <p:sp>
        <p:nvSpPr>
          <p:cNvPr id="4" name="Slide Number Placeholder 3"/>
          <p:cNvSpPr>
            <a:spLocks noGrp="1"/>
          </p:cNvSpPr>
          <p:nvPr>
            <p:ph type="sldNum" sz="quarter" idx="35"/>
          </p:nvPr>
        </p:nvSpPr>
        <p:spPr>
          <a:xfrm>
            <a:off x="11784013" y="6555758"/>
            <a:ext cx="123754" cy="215444"/>
          </a:xfrm>
          <a:prstGeom prst="rect">
            <a:avLst/>
          </a:prstGeom>
        </p:spPr>
        <p:txBody>
          <a:bodyPr/>
          <a:lstStyle/>
          <a:p>
            <a:pPr algn="r"/>
            <a:fld id="{DD205EFF-948D-4AF6-B54C-65639188FB5F}" type="slidenum">
              <a:rPr lang="en-US" smtClean="0"/>
              <a:pPr algn="r"/>
              <a:t>‹#›</a:t>
            </a:fld>
            <a:endParaRPr lang="en-US" dirty="0"/>
          </a:p>
        </p:txBody>
      </p:sp>
    </p:spTree>
    <p:extLst>
      <p:ext uri="{BB962C8B-B14F-4D97-AF65-F5344CB8AC3E}">
        <p14:creationId xmlns:p14="http://schemas.microsoft.com/office/powerpoint/2010/main" val="392919470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echnology Image">
    <p:bg>
      <p:bgRef idx="1001">
        <a:schemeClr val="bg1"/>
      </p:bgRef>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5A5BCC8E-52FE-4AF2-85A3-02F305A6057A}"/>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0880" b="30671"/>
          <a:stretch/>
        </p:blipFill>
        <p:spPr>
          <a:xfrm flipH="1">
            <a:off x="3886200" y="812801"/>
            <a:ext cx="8305800" cy="6045199"/>
          </a:xfrm>
          <a:prstGeom prst="rect">
            <a:avLst/>
          </a:prstGeom>
        </p:spPr>
      </p:pic>
      <p:sp>
        <p:nvSpPr>
          <p:cNvPr id="8" name="Picture Placeholder 17">
            <a:extLst>
              <a:ext uri="{FF2B5EF4-FFF2-40B4-BE49-F238E27FC236}">
                <a16:creationId xmlns:a16="http://schemas.microsoft.com/office/drawing/2014/main" id="{EDC88BCB-F476-4BB6-A735-9D28ECF2EBD5}"/>
              </a:ext>
            </a:extLst>
          </p:cNvPr>
          <p:cNvSpPr>
            <a:spLocks noGrp="1"/>
          </p:cNvSpPr>
          <p:nvPr>
            <p:ph type="pic" sz="quarter" idx="10"/>
          </p:nvPr>
        </p:nvSpPr>
        <p:spPr>
          <a:xfrm>
            <a:off x="0" y="-1"/>
            <a:ext cx="7358743" cy="6857998"/>
          </a:xfrm>
          <a:prstGeom prst="rect">
            <a:avLst/>
          </a:prstGeom>
          <a:noFill/>
        </p:spPr>
        <p:txBody>
          <a:bodyPr anchor="ctr"/>
          <a:lstStyle>
            <a:lvl1pPr algn="ctr">
              <a:defRPr/>
            </a:lvl1pPr>
          </a:lstStyle>
          <a:p>
            <a:r>
              <a:rPr lang="en-US" dirty="0"/>
              <a:t>Click icon to add picture</a:t>
            </a:r>
            <a:endParaRPr lang="pt-PT" dirty="0"/>
          </a:p>
        </p:txBody>
      </p:sp>
      <p:sp>
        <p:nvSpPr>
          <p:cNvPr id="9" name="Title Placeholder 1">
            <a:extLst>
              <a:ext uri="{FF2B5EF4-FFF2-40B4-BE49-F238E27FC236}">
                <a16:creationId xmlns:a16="http://schemas.microsoft.com/office/drawing/2014/main" id="{1EA78C13-ABAA-4BAC-9CD6-3FC2F2788217}"/>
              </a:ext>
            </a:extLst>
          </p:cNvPr>
          <p:cNvSpPr>
            <a:spLocks noGrp="1"/>
          </p:cNvSpPr>
          <p:nvPr>
            <p:ph type="title" hasCustomPrompt="1"/>
          </p:nvPr>
        </p:nvSpPr>
        <p:spPr>
          <a:xfrm>
            <a:off x="7641936" y="1917275"/>
            <a:ext cx="4142078" cy="1727749"/>
          </a:xfrm>
          <a:prstGeom prst="rect">
            <a:avLst/>
          </a:prstGeom>
        </p:spPr>
        <p:txBody>
          <a:bodyPr vert="horz" lIns="0" tIns="0" rIns="0" bIns="0" rtlCol="0" anchor="b">
            <a:normAutofit/>
          </a:bodyPr>
          <a:lstStyle>
            <a:lvl1pPr algn="r">
              <a:lnSpc>
                <a:spcPts val="3000"/>
              </a:lnSpc>
              <a:defRPr sz="2600">
                <a:solidFill>
                  <a:srgbClr val="95E616"/>
                </a:solidFill>
              </a:defRPr>
            </a:lvl1pPr>
          </a:lstStyle>
          <a:p>
            <a:r>
              <a:rPr lang="en-US" dirty="0"/>
              <a:t>Click to insert title</a:t>
            </a:r>
            <a:endParaRPr lang="pt-PT" dirty="0"/>
          </a:p>
        </p:txBody>
      </p:sp>
      <p:sp>
        <p:nvSpPr>
          <p:cNvPr id="10" name="Text Placeholder 7">
            <a:extLst>
              <a:ext uri="{FF2B5EF4-FFF2-40B4-BE49-F238E27FC236}">
                <a16:creationId xmlns:a16="http://schemas.microsoft.com/office/drawing/2014/main" id="{235AC200-82C6-49D0-B50C-8C2A4A3A2B93}"/>
              </a:ext>
            </a:extLst>
          </p:cNvPr>
          <p:cNvSpPr>
            <a:spLocks noGrp="1"/>
          </p:cNvSpPr>
          <p:nvPr>
            <p:ph type="body" sz="quarter" idx="32" hasCustomPrompt="1"/>
          </p:nvPr>
        </p:nvSpPr>
        <p:spPr>
          <a:xfrm>
            <a:off x="7631886" y="3762625"/>
            <a:ext cx="4152128" cy="2186655"/>
          </a:xfrm>
          <a:prstGeom prst="rect">
            <a:avLst/>
          </a:prstGeom>
        </p:spPr>
        <p:txBody>
          <a:bodyPr lIns="0" tIns="0" rIns="0" bIns="0">
            <a:noAutofit/>
          </a:bodyPr>
          <a:lstStyle>
            <a:lvl1pPr algn="r">
              <a:lnSpc>
                <a:spcPct val="100000"/>
              </a:lnSpc>
              <a:defRPr sz="180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Click to insert text</a:t>
            </a:r>
          </a:p>
        </p:txBody>
      </p:sp>
      <p:sp>
        <p:nvSpPr>
          <p:cNvPr id="2" name="Date Placeholder 1"/>
          <p:cNvSpPr>
            <a:spLocks noGrp="1"/>
          </p:cNvSpPr>
          <p:nvPr>
            <p:ph type="dt" sz="half" idx="33"/>
          </p:nvPr>
        </p:nvSpPr>
        <p:spPr>
          <a:xfrm>
            <a:off x="407988" y="6555971"/>
            <a:ext cx="2829007" cy="219456"/>
          </a:xfrm>
          <a:prstGeom prst="rect">
            <a:avLst/>
          </a:prstGeom>
        </p:spPr>
        <p:txBody>
          <a:bodyPr/>
          <a:lstStyle/>
          <a:p>
            <a:pPr>
              <a:lnSpc>
                <a:spcPct val="85000"/>
              </a:lnSpc>
            </a:pPr>
            <a:fld id="{B8583D9C-F08C-4694-A1BA-AB6331C38511}" type="datetime1">
              <a:rPr lang="en-GB" smtClean="0"/>
              <a:t>18/12/2020</a:t>
            </a:fld>
            <a:endParaRPr lang="en-US" dirty="0"/>
          </a:p>
        </p:txBody>
      </p:sp>
      <p:sp>
        <p:nvSpPr>
          <p:cNvPr id="4" name="Slide Number Placeholder 3"/>
          <p:cNvSpPr>
            <a:spLocks noGrp="1"/>
          </p:cNvSpPr>
          <p:nvPr>
            <p:ph type="sldNum" sz="quarter" idx="35"/>
          </p:nvPr>
        </p:nvSpPr>
        <p:spPr>
          <a:xfrm>
            <a:off x="11784013" y="6555758"/>
            <a:ext cx="123754" cy="215444"/>
          </a:xfrm>
          <a:prstGeom prst="rect">
            <a:avLst/>
          </a:prstGeom>
        </p:spPr>
        <p:txBody>
          <a:bodyPr/>
          <a:lstStyle/>
          <a:p>
            <a:pPr algn="r"/>
            <a:fld id="{DD205EFF-948D-4AF6-B54C-65639188FB5F}" type="slidenum">
              <a:rPr lang="en-US" smtClean="0"/>
              <a:pPr algn="r"/>
              <a:t>‹#›</a:t>
            </a:fld>
            <a:endParaRPr lang="en-US" dirty="0"/>
          </a:p>
        </p:txBody>
      </p:sp>
      <p:sp>
        <p:nvSpPr>
          <p:cNvPr id="5" name="Footer Placeholder 4"/>
          <p:cNvSpPr>
            <a:spLocks noGrp="1"/>
          </p:cNvSpPr>
          <p:nvPr>
            <p:ph type="ftr" sz="quarter" idx="36"/>
          </p:nvPr>
        </p:nvSpPr>
        <p:spPr>
          <a:xfrm>
            <a:off x="9324107" y="6555758"/>
            <a:ext cx="2223686" cy="219456"/>
          </a:xfrm>
          <a:prstGeom prst="rect">
            <a:avLst/>
          </a:prstGeom>
        </p:spPr>
        <p:txBody>
          <a:bodyPr/>
          <a:lstStyle/>
          <a:p>
            <a:r>
              <a:rPr lang="en-US" dirty="0"/>
              <a:t>Slide # </a:t>
            </a:r>
          </a:p>
        </p:txBody>
      </p:sp>
    </p:spTree>
    <p:extLst>
      <p:ext uri="{BB962C8B-B14F-4D97-AF65-F5344CB8AC3E}">
        <p14:creationId xmlns:p14="http://schemas.microsoft.com/office/powerpoint/2010/main" val="590019554"/>
      </p:ext>
    </p:extLst>
  </p:cSld>
  <p:clrMapOvr>
    <a:overrideClrMapping bg1="lt1" tx1="dk1" bg2="lt2" tx2="dk2" accent1="accent1" accent2="accent2" accent3="accent3" accent4="accent4" accent5="accent5" accent6="accent6" hlink="hlink" folHlink="folHlink"/>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Bullets and image">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8567D75B-5423-48DB-8633-03391840D13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400800" y="0"/>
            <a:ext cx="5791199" cy="5902959"/>
          </a:xfrm>
          <a:prstGeom prst="rect">
            <a:avLst/>
          </a:prstGeom>
        </p:spPr>
      </p:pic>
      <p:sp>
        <p:nvSpPr>
          <p:cNvPr id="9" name="Picture Placeholder 17">
            <a:extLst>
              <a:ext uri="{FF2B5EF4-FFF2-40B4-BE49-F238E27FC236}">
                <a16:creationId xmlns:a16="http://schemas.microsoft.com/office/drawing/2014/main" id="{367AB1B6-26E9-4FAE-989E-AB1A5DFB1961}"/>
              </a:ext>
            </a:extLst>
          </p:cNvPr>
          <p:cNvSpPr>
            <a:spLocks noGrp="1"/>
          </p:cNvSpPr>
          <p:nvPr>
            <p:ph type="pic" sz="quarter" idx="10"/>
          </p:nvPr>
        </p:nvSpPr>
        <p:spPr>
          <a:xfrm>
            <a:off x="6284686" y="-1"/>
            <a:ext cx="5907313" cy="6857998"/>
          </a:xfrm>
          <a:prstGeom prst="rect">
            <a:avLst/>
          </a:prstGeom>
          <a:noFill/>
        </p:spPr>
        <p:txBody>
          <a:bodyPr anchor="ctr"/>
          <a:lstStyle>
            <a:lvl1pPr algn="ctr">
              <a:defRPr/>
            </a:lvl1pPr>
          </a:lstStyle>
          <a:p>
            <a:r>
              <a:rPr lang="en-US" dirty="0"/>
              <a:t>Click icon to add picture</a:t>
            </a:r>
            <a:endParaRPr lang="pt-PT" dirty="0"/>
          </a:p>
        </p:txBody>
      </p:sp>
      <p:sp>
        <p:nvSpPr>
          <p:cNvPr id="14" name="Text Placeholder 7">
            <a:extLst>
              <a:ext uri="{FF2B5EF4-FFF2-40B4-BE49-F238E27FC236}">
                <a16:creationId xmlns:a16="http://schemas.microsoft.com/office/drawing/2014/main" id="{9228FC83-C11D-47F2-8BDE-B10D125E5E87}"/>
              </a:ext>
            </a:extLst>
          </p:cNvPr>
          <p:cNvSpPr>
            <a:spLocks noGrp="1"/>
          </p:cNvSpPr>
          <p:nvPr>
            <p:ph type="body" sz="quarter" idx="35" hasCustomPrompt="1"/>
          </p:nvPr>
        </p:nvSpPr>
        <p:spPr>
          <a:xfrm>
            <a:off x="417591" y="1430234"/>
            <a:ext cx="5678409" cy="1368152"/>
          </a:xfrm>
          <a:prstGeom prst="rect">
            <a:avLst/>
          </a:prstGeom>
        </p:spPr>
        <p:txBody>
          <a:bodyPr>
            <a:noAutofit/>
          </a:bodyPr>
          <a:lstStyle>
            <a:lvl1pPr>
              <a:lnSpc>
                <a:spcPts val="2200"/>
              </a:lnSpc>
              <a:defRPr sz="1800">
                <a:solidFill>
                  <a:schemeClr val="tx1"/>
                </a:solidFill>
              </a:defRPr>
            </a:lvl1pPr>
            <a:lvl2pPr marL="231775" indent="-227013">
              <a:lnSpc>
                <a:spcPts val="1800"/>
              </a:lnSpc>
              <a:defRPr sz="1600">
                <a:solidFill>
                  <a:schemeClr val="tx1"/>
                </a:solidFill>
              </a:defRPr>
            </a:lvl2pPr>
            <a:lvl3pPr marL="463550" indent="-231775">
              <a:lnSpc>
                <a:spcPts val="1600"/>
              </a:lnSpc>
              <a:defRPr sz="1400">
                <a:solidFill>
                  <a:schemeClr val="tx1"/>
                </a:solidFill>
              </a:defRPr>
            </a:lvl3pPr>
            <a:lvl4pPr marL="682625" indent="-219075">
              <a:lnSpc>
                <a:spcPts val="1400"/>
              </a:lnSpc>
              <a:defRPr sz="1200">
                <a:solidFill>
                  <a:schemeClr val="tx1"/>
                </a:solidFill>
              </a:defRPr>
            </a:lvl4pPr>
            <a:lvl5pPr>
              <a:lnSpc>
                <a:spcPct val="100000"/>
              </a:lnSpc>
              <a:defRPr sz="1200">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17" name="Text Placeholder 7">
            <a:extLst>
              <a:ext uri="{FF2B5EF4-FFF2-40B4-BE49-F238E27FC236}">
                <a16:creationId xmlns:a16="http://schemas.microsoft.com/office/drawing/2014/main" id="{9228FC83-C11D-47F2-8BDE-B10D125E5E87}"/>
              </a:ext>
            </a:extLst>
          </p:cNvPr>
          <p:cNvSpPr>
            <a:spLocks noGrp="1"/>
          </p:cNvSpPr>
          <p:nvPr>
            <p:ph type="body" sz="quarter" idx="36" hasCustomPrompt="1"/>
          </p:nvPr>
        </p:nvSpPr>
        <p:spPr>
          <a:xfrm>
            <a:off x="417591" y="3253616"/>
            <a:ext cx="5678409" cy="1368152"/>
          </a:xfrm>
          <a:prstGeom prst="rect">
            <a:avLst/>
          </a:prstGeom>
        </p:spPr>
        <p:txBody>
          <a:bodyPr>
            <a:noAutofit/>
          </a:bodyPr>
          <a:lstStyle>
            <a:lvl1pPr>
              <a:lnSpc>
                <a:spcPts val="2200"/>
              </a:lnSpc>
              <a:defRPr sz="1800">
                <a:solidFill>
                  <a:schemeClr val="tx1"/>
                </a:solidFill>
              </a:defRPr>
            </a:lvl1pPr>
            <a:lvl2pPr marL="231775" indent="-227013">
              <a:lnSpc>
                <a:spcPts val="1800"/>
              </a:lnSpc>
              <a:defRPr sz="1600">
                <a:solidFill>
                  <a:schemeClr val="tx1"/>
                </a:solidFill>
              </a:defRPr>
            </a:lvl2pPr>
            <a:lvl3pPr marL="463550" indent="-231775">
              <a:lnSpc>
                <a:spcPts val="1600"/>
              </a:lnSpc>
              <a:defRPr sz="1400">
                <a:solidFill>
                  <a:schemeClr val="tx1"/>
                </a:solidFill>
              </a:defRPr>
            </a:lvl3pPr>
            <a:lvl4pPr marL="682625" indent="-219075">
              <a:lnSpc>
                <a:spcPts val="1400"/>
              </a:lnSpc>
              <a:defRPr sz="1200">
                <a:solidFill>
                  <a:schemeClr val="tx1"/>
                </a:solidFill>
              </a:defRPr>
            </a:lvl4pPr>
            <a:lvl5pPr>
              <a:lnSpc>
                <a:spcPct val="100000"/>
              </a:lnSpc>
              <a:defRPr sz="1200">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18" name="Text Placeholder 7">
            <a:extLst>
              <a:ext uri="{FF2B5EF4-FFF2-40B4-BE49-F238E27FC236}">
                <a16:creationId xmlns:a16="http://schemas.microsoft.com/office/drawing/2014/main" id="{9228FC83-C11D-47F2-8BDE-B10D125E5E87}"/>
              </a:ext>
            </a:extLst>
          </p:cNvPr>
          <p:cNvSpPr>
            <a:spLocks noGrp="1"/>
          </p:cNvSpPr>
          <p:nvPr>
            <p:ph type="body" sz="quarter" idx="37" hasCustomPrompt="1"/>
          </p:nvPr>
        </p:nvSpPr>
        <p:spPr>
          <a:xfrm>
            <a:off x="417591" y="5076998"/>
            <a:ext cx="5678409" cy="1368152"/>
          </a:xfrm>
          <a:prstGeom prst="rect">
            <a:avLst/>
          </a:prstGeom>
        </p:spPr>
        <p:txBody>
          <a:bodyPr>
            <a:noAutofit/>
          </a:bodyPr>
          <a:lstStyle>
            <a:lvl1pPr>
              <a:lnSpc>
                <a:spcPts val="2200"/>
              </a:lnSpc>
              <a:defRPr sz="1800">
                <a:solidFill>
                  <a:schemeClr val="tx1"/>
                </a:solidFill>
              </a:defRPr>
            </a:lvl1pPr>
            <a:lvl2pPr marL="231775" indent="-227013">
              <a:lnSpc>
                <a:spcPts val="1800"/>
              </a:lnSpc>
              <a:defRPr sz="1600">
                <a:solidFill>
                  <a:schemeClr val="tx1"/>
                </a:solidFill>
              </a:defRPr>
            </a:lvl2pPr>
            <a:lvl3pPr marL="463550" indent="-231775">
              <a:lnSpc>
                <a:spcPts val="1600"/>
              </a:lnSpc>
              <a:defRPr sz="1400">
                <a:solidFill>
                  <a:schemeClr val="tx1"/>
                </a:solidFill>
              </a:defRPr>
            </a:lvl3pPr>
            <a:lvl4pPr marL="682625" indent="-219075">
              <a:lnSpc>
                <a:spcPts val="1400"/>
              </a:lnSpc>
              <a:defRPr sz="1200">
                <a:solidFill>
                  <a:schemeClr val="tx1"/>
                </a:solidFill>
              </a:defRPr>
            </a:lvl4pPr>
            <a:lvl5pPr>
              <a:lnSpc>
                <a:spcPct val="100000"/>
              </a:lnSpc>
              <a:defRPr sz="1200">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pic>
        <p:nvPicPr>
          <p:cNvPr id="23" name="Graphic 4">
            <a:extLst>
              <a:ext uri="{FF2B5EF4-FFF2-40B4-BE49-F238E27FC236}">
                <a16:creationId xmlns:a16="http://schemas.microsoft.com/office/drawing/2014/main" id="{25EEA1D4-3AF7-42D7-AE97-AE404AECFAEB}"/>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81836" t="-4713" b="16530"/>
          <a:stretch/>
        </p:blipFill>
        <p:spPr>
          <a:xfrm>
            <a:off x="11547793" y="188640"/>
            <a:ext cx="424356" cy="459624"/>
          </a:xfrm>
          <a:prstGeom prst="rect">
            <a:avLst/>
          </a:prstGeom>
        </p:spPr>
      </p:pic>
      <p:sp>
        <p:nvSpPr>
          <p:cNvPr id="2" name="Date Placeholder 1"/>
          <p:cNvSpPr>
            <a:spLocks noGrp="1"/>
          </p:cNvSpPr>
          <p:nvPr>
            <p:ph type="dt" sz="half" idx="38"/>
          </p:nvPr>
        </p:nvSpPr>
        <p:spPr>
          <a:xfrm>
            <a:off x="407988" y="6555971"/>
            <a:ext cx="2829007" cy="219456"/>
          </a:xfrm>
          <a:prstGeom prst="rect">
            <a:avLst/>
          </a:prstGeom>
        </p:spPr>
        <p:txBody>
          <a:bodyPr/>
          <a:lstStyle/>
          <a:p>
            <a:pPr>
              <a:lnSpc>
                <a:spcPct val="85000"/>
              </a:lnSpc>
            </a:pPr>
            <a:fld id="{C9097BA3-C70A-46AB-A426-4AD5C73A5464}" type="datetime1">
              <a:rPr lang="en-GB" smtClean="0"/>
              <a:t>18/12/2020</a:t>
            </a:fld>
            <a:endParaRPr lang="en-US" dirty="0"/>
          </a:p>
        </p:txBody>
      </p:sp>
      <p:sp>
        <p:nvSpPr>
          <p:cNvPr id="3" name="Footer Placeholder 2"/>
          <p:cNvSpPr>
            <a:spLocks noGrp="1"/>
          </p:cNvSpPr>
          <p:nvPr>
            <p:ph type="ftr" sz="quarter" idx="39"/>
          </p:nvPr>
        </p:nvSpPr>
        <p:spPr>
          <a:xfrm>
            <a:off x="9324107" y="6555758"/>
            <a:ext cx="2223686" cy="219456"/>
          </a:xfrm>
          <a:prstGeom prst="rect">
            <a:avLst/>
          </a:prstGeom>
        </p:spPr>
        <p:txBody>
          <a:bodyPr/>
          <a:lstStyle/>
          <a:p>
            <a:r>
              <a:rPr lang="en-US" dirty="0"/>
              <a:t>Slide # </a:t>
            </a:r>
          </a:p>
        </p:txBody>
      </p:sp>
      <p:sp>
        <p:nvSpPr>
          <p:cNvPr id="4" name="Slide Number Placeholder 3"/>
          <p:cNvSpPr>
            <a:spLocks noGrp="1"/>
          </p:cNvSpPr>
          <p:nvPr>
            <p:ph type="sldNum" sz="quarter" idx="40"/>
          </p:nvPr>
        </p:nvSpPr>
        <p:spPr>
          <a:xfrm>
            <a:off x="11784013" y="6555758"/>
            <a:ext cx="123754" cy="215444"/>
          </a:xfrm>
          <a:prstGeom prst="rect">
            <a:avLst/>
          </a:prstGeom>
        </p:spPr>
        <p:txBody>
          <a:bodyPr/>
          <a:lstStyle/>
          <a:p>
            <a:pPr algn="r"/>
            <a:fld id="{DD205EFF-948D-4AF6-B54C-65639188FB5F}" type="slidenum">
              <a:rPr lang="en-US" smtClean="0"/>
              <a:pPr algn="r"/>
              <a:t>‹#›</a:t>
            </a:fld>
            <a:endParaRPr lang="en-US" dirty="0"/>
          </a:p>
        </p:txBody>
      </p:sp>
      <p:sp>
        <p:nvSpPr>
          <p:cNvPr id="5" name="Title 4"/>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154194010"/>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10" name="Picture Placeholder 17">
            <a:extLst>
              <a:ext uri="{FF2B5EF4-FFF2-40B4-BE49-F238E27FC236}">
                <a16:creationId xmlns:a16="http://schemas.microsoft.com/office/drawing/2014/main" id="{218E0C47-FBAF-440E-A6A0-9D14AE6071F8}"/>
              </a:ext>
            </a:extLst>
          </p:cNvPr>
          <p:cNvSpPr>
            <a:spLocks noGrp="1"/>
          </p:cNvSpPr>
          <p:nvPr>
            <p:ph type="pic" sz="quarter" idx="10"/>
          </p:nvPr>
        </p:nvSpPr>
        <p:spPr>
          <a:xfrm>
            <a:off x="0" y="-1"/>
            <a:ext cx="12192000" cy="6857998"/>
          </a:xfrm>
          <a:prstGeom prst="rect">
            <a:avLst/>
          </a:prstGeom>
          <a:noFill/>
        </p:spPr>
        <p:txBody>
          <a:bodyPr anchor="ctr"/>
          <a:lstStyle>
            <a:lvl1pPr algn="ctr">
              <a:defRPr/>
            </a:lvl1pPr>
          </a:lstStyle>
          <a:p>
            <a:r>
              <a:rPr lang="en-US" dirty="0"/>
              <a:t>Click icon to add picture</a:t>
            </a:r>
            <a:endParaRPr lang="pt-PT" dirty="0"/>
          </a:p>
        </p:txBody>
      </p:sp>
      <p:sp>
        <p:nvSpPr>
          <p:cNvPr id="14" name="Text Placeholder 7">
            <a:extLst>
              <a:ext uri="{FF2B5EF4-FFF2-40B4-BE49-F238E27FC236}">
                <a16:creationId xmlns:a16="http://schemas.microsoft.com/office/drawing/2014/main" id="{0BF72C50-3F98-41E6-A3C8-32663046C696}"/>
              </a:ext>
            </a:extLst>
          </p:cNvPr>
          <p:cNvSpPr>
            <a:spLocks noGrp="1"/>
          </p:cNvSpPr>
          <p:nvPr>
            <p:ph type="body" sz="quarter" idx="33" hasCustomPrompt="1"/>
          </p:nvPr>
        </p:nvSpPr>
        <p:spPr>
          <a:xfrm>
            <a:off x="7712546" y="404813"/>
            <a:ext cx="3640038" cy="799873"/>
          </a:xfrm>
          <a:prstGeom prst="rect">
            <a:avLst/>
          </a:prstGeom>
        </p:spPr>
        <p:txBody>
          <a:bodyPr>
            <a:noAutofit/>
          </a:bodyPr>
          <a:lstStyle>
            <a:lvl1pPr algn="r">
              <a:lnSpc>
                <a:spcPts val="1800"/>
              </a:lnSpc>
              <a:defRPr sz="1600" b="1">
                <a:solidFill>
                  <a:schemeClr val="accent3"/>
                </a:solidFill>
              </a:defRPr>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Click to insert text</a:t>
            </a:r>
          </a:p>
        </p:txBody>
      </p:sp>
      <p:sp>
        <p:nvSpPr>
          <p:cNvPr id="15"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407988" y="404813"/>
            <a:ext cx="6984156" cy="863600"/>
          </a:xfrm>
          <a:prstGeom prst="rect">
            <a:avLst/>
          </a:prstGeom>
        </p:spPr>
        <p:txBody>
          <a:bodyPr vert="horz" lIns="0" tIns="0" rIns="0" bIns="0" rtlCol="0" anchor="t">
            <a:normAutofit/>
          </a:bodyPr>
          <a:lstStyle>
            <a:lvl1pPr>
              <a:defRPr lang="pt-PT" dirty="0"/>
            </a:lvl1pPr>
          </a:lstStyle>
          <a:p>
            <a:pPr lvl="0">
              <a:lnSpc>
                <a:spcPts val="3000"/>
              </a:lnSpc>
            </a:pPr>
            <a:r>
              <a:rPr lang="en-US" dirty="0"/>
              <a:t>Click to add title</a:t>
            </a:r>
            <a:endParaRPr lang="pt-PT" dirty="0"/>
          </a:p>
        </p:txBody>
      </p:sp>
      <p:sp>
        <p:nvSpPr>
          <p:cNvPr id="16" name="Text Placeholder 7">
            <a:extLst>
              <a:ext uri="{FF2B5EF4-FFF2-40B4-BE49-F238E27FC236}">
                <a16:creationId xmlns:a16="http://schemas.microsoft.com/office/drawing/2014/main" id="{9228FC83-C11D-47F2-8BDE-B10D125E5E87}"/>
              </a:ext>
            </a:extLst>
          </p:cNvPr>
          <p:cNvSpPr>
            <a:spLocks noGrp="1"/>
          </p:cNvSpPr>
          <p:nvPr>
            <p:ph type="body" sz="quarter" idx="35" hasCustomPrompt="1"/>
          </p:nvPr>
        </p:nvSpPr>
        <p:spPr>
          <a:xfrm>
            <a:off x="417592" y="1430234"/>
            <a:ext cx="3008302" cy="5011014"/>
          </a:xfrm>
          <a:prstGeom prst="rect">
            <a:avLst/>
          </a:prstGeom>
        </p:spPr>
        <p:txBody>
          <a:bodyPr>
            <a:noAutofit/>
          </a:bodyPr>
          <a:lstStyle>
            <a:lvl1pPr>
              <a:lnSpc>
                <a:spcPts val="2200"/>
              </a:lnSpc>
              <a:defRPr sz="1800">
                <a:solidFill>
                  <a:schemeClr val="tx1"/>
                </a:solidFill>
              </a:defRPr>
            </a:lvl1pPr>
            <a:lvl2pPr marL="231775" indent="-227013">
              <a:lnSpc>
                <a:spcPts val="1800"/>
              </a:lnSpc>
              <a:defRPr sz="1600">
                <a:solidFill>
                  <a:schemeClr val="tx1"/>
                </a:solidFill>
              </a:defRPr>
            </a:lvl2pPr>
            <a:lvl3pPr marL="463550" indent="-231775">
              <a:lnSpc>
                <a:spcPts val="1600"/>
              </a:lnSpc>
              <a:defRPr sz="1400">
                <a:solidFill>
                  <a:schemeClr val="tx1"/>
                </a:solidFill>
              </a:defRPr>
            </a:lvl3pPr>
            <a:lvl4pPr marL="682625" indent="-219075">
              <a:lnSpc>
                <a:spcPts val="1400"/>
              </a:lnSpc>
              <a:defRPr sz="1200">
                <a:solidFill>
                  <a:schemeClr val="tx1"/>
                </a:solidFill>
              </a:defRPr>
            </a:lvl4pPr>
            <a:lvl5pPr>
              <a:lnSpc>
                <a:spcPct val="100000"/>
              </a:lnSpc>
              <a:defRPr sz="1200">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2" name="Date Placeholder 1"/>
          <p:cNvSpPr>
            <a:spLocks noGrp="1"/>
          </p:cNvSpPr>
          <p:nvPr>
            <p:ph type="dt" sz="half" idx="36"/>
          </p:nvPr>
        </p:nvSpPr>
        <p:spPr>
          <a:xfrm>
            <a:off x="407988" y="6555971"/>
            <a:ext cx="2829007" cy="219456"/>
          </a:xfrm>
          <a:prstGeom prst="rect">
            <a:avLst/>
          </a:prstGeom>
        </p:spPr>
        <p:txBody>
          <a:bodyPr/>
          <a:lstStyle/>
          <a:p>
            <a:pPr>
              <a:lnSpc>
                <a:spcPct val="85000"/>
              </a:lnSpc>
            </a:pPr>
            <a:fld id="{7093C0BB-13B3-4C18-BEF7-41FB27AFBFC5}" type="datetime1">
              <a:rPr lang="en-GB" smtClean="0"/>
              <a:t>18/12/2020</a:t>
            </a:fld>
            <a:endParaRPr lang="en-US" dirty="0"/>
          </a:p>
        </p:txBody>
      </p:sp>
      <p:sp>
        <p:nvSpPr>
          <p:cNvPr id="3" name="Footer Placeholder 2"/>
          <p:cNvSpPr>
            <a:spLocks noGrp="1"/>
          </p:cNvSpPr>
          <p:nvPr>
            <p:ph type="ftr" sz="quarter" idx="37"/>
          </p:nvPr>
        </p:nvSpPr>
        <p:spPr>
          <a:xfrm>
            <a:off x="9324107" y="6555758"/>
            <a:ext cx="2223686" cy="219456"/>
          </a:xfrm>
          <a:prstGeom prst="rect">
            <a:avLst/>
          </a:prstGeom>
        </p:spPr>
        <p:txBody>
          <a:bodyPr/>
          <a:lstStyle/>
          <a:p>
            <a:r>
              <a:rPr lang="en-US" dirty="0"/>
              <a:t>Slide # </a:t>
            </a:r>
          </a:p>
        </p:txBody>
      </p:sp>
      <p:sp>
        <p:nvSpPr>
          <p:cNvPr id="4" name="Slide Number Placeholder 3"/>
          <p:cNvSpPr>
            <a:spLocks noGrp="1"/>
          </p:cNvSpPr>
          <p:nvPr>
            <p:ph type="sldNum" sz="quarter" idx="38"/>
          </p:nvPr>
        </p:nvSpPr>
        <p:spPr>
          <a:xfrm>
            <a:off x="11784013" y="6555758"/>
            <a:ext cx="123754" cy="215444"/>
          </a:xfrm>
          <a:prstGeom prst="rect">
            <a:avLst/>
          </a:prstGeom>
        </p:spPr>
        <p:txBody>
          <a:bodyPr/>
          <a:lstStyle/>
          <a:p>
            <a:pPr algn="r"/>
            <a:fld id="{DD205EFF-948D-4AF6-B54C-65639188FB5F}" type="slidenum">
              <a:rPr lang="en-US" smtClean="0"/>
              <a:pPr algn="r"/>
              <a:t>‹#›</a:t>
            </a:fld>
            <a:endParaRPr lang="en-US" dirty="0"/>
          </a:p>
        </p:txBody>
      </p:sp>
    </p:spTree>
    <p:extLst>
      <p:ext uri="{BB962C8B-B14F-4D97-AF65-F5344CB8AC3E}">
        <p14:creationId xmlns:p14="http://schemas.microsoft.com/office/powerpoint/2010/main" val="3323741634"/>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Image and Text2 (fixed)">
    <p:spTree>
      <p:nvGrpSpPr>
        <p:cNvPr id="1" name=""/>
        <p:cNvGrpSpPr/>
        <p:nvPr/>
      </p:nvGrpSpPr>
      <p:grpSpPr>
        <a:xfrm>
          <a:off x="0" y="0"/>
          <a:ext cx="0" cy="0"/>
          <a:chOff x="0" y="0"/>
          <a:chExt cx="0" cy="0"/>
        </a:xfrm>
      </p:grpSpPr>
      <p:graphicFrame>
        <p:nvGraphicFramePr>
          <p:cNvPr id="10" name="Object 9" hidden="1"/>
          <p:cNvGraphicFramePr>
            <a:graphicFrameLocks noChangeAspect="1"/>
          </p:cNvGraphicFramePr>
          <p:nvPr userDrawn="1">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50627" name="think-cell Slide" r:id="rId4" imgW="270" imgH="270" progId="TCLayout.ActiveDocument.1">
                  <p:embed/>
                </p:oleObj>
              </mc:Choice>
              <mc:Fallback>
                <p:oleObj name="think-cell Slide" r:id="rId4" imgW="270" imgH="270" progId="TCLayout.ActiveDocument.1">
                  <p:embed/>
                  <p:pic>
                    <p:nvPicPr>
                      <p:cNvPr id="10" name="Object 9"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9" name="Graphic 8">
            <a:extLst>
              <a:ext uri="{FF2B5EF4-FFF2-40B4-BE49-F238E27FC236}">
                <a16:creationId xmlns:a16="http://schemas.microsoft.com/office/drawing/2014/main" id="{BEB011C7-5067-4A7D-A5A2-FB9132A5D7A3}"/>
              </a:ext>
            </a:extLst>
          </p:cNvPr>
          <p:cNvPicPr>
            <a:picLocks noChangeAspect="1"/>
          </p:cNvPicPr>
          <p:nvPr userDrawn="1"/>
        </p:nvPicPr>
        <p:blipFill>
          <a:blip r:embed="rId6">
            <a:extLst>
              <a:ext uri="{96DAC541-7B7A-43D3-8B79-37D633B846F1}">
                <asvg:svgBlip xmlns:asvg="http://schemas.microsoft.com/office/drawing/2016/SVG/main" r:embed="rId7"/>
              </a:ext>
            </a:extLst>
          </a:blip>
          <a:srcRect t="45009" r="3903"/>
          <a:stretch>
            <a:fillRect/>
          </a:stretch>
        </p:blipFill>
        <p:spPr>
          <a:xfrm rot="20633129">
            <a:off x="6623457" y="-854950"/>
            <a:ext cx="5712032" cy="3331781"/>
          </a:xfrm>
          <a:custGeom>
            <a:avLst/>
            <a:gdLst>
              <a:gd name="connsiteX0" fmla="*/ 0 w 6455155"/>
              <a:gd name="connsiteY0" fmla="*/ 0 h 3765238"/>
              <a:gd name="connsiteX1" fmla="*/ 6455155 w 6455155"/>
              <a:gd name="connsiteY1" fmla="*/ 1864957 h 3765238"/>
              <a:gd name="connsiteX2" fmla="*/ 5906145 w 6455155"/>
              <a:gd name="connsiteY2" fmla="*/ 3765238 h 3765238"/>
              <a:gd name="connsiteX3" fmla="*/ 2661149 w 6455155"/>
              <a:gd name="connsiteY3" fmla="*/ 3765238 h 3765238"/>
              <a:gd name="connsiteX4" fmla="*/ 0 w 6455155"/>
              <a:gd name="connsiteY4" fmla="*/ 2996406 h 3765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55155" h="3765238">
                <a:moveTo>
                  <a:pt x="0" y="0"/>
                </a:moveTo>
                <a:lnTo>
                  <a:pt x="6455155" y="1864957"/>
                </a:lnTo>
                <a:lnTo>
                  <a:pt x="5906145" y="3765238"/>
                </a:lnTo>
                <a:lnTo>
                  <a:pt x="2661149" y="3765238"/>
                </a:lnTo>
                <a:lnTo>
                  <a:pt x="0" y="2996406"/>
                </a:lnTo>
                <a:close/>
              </a:path>
            </a:pathLst>
          </a:custGeom>
        </p:spPr>
      </p:pic>
      <p:sp>
        <p:nvSpPr>
          <p:cNvPr id="14" name="Text Placeholder 7">
            <a:extLst>
              <a:ext uri="{FF2B5EF4-FFF2-40B4-BE49-F238E27FC236}">
                <a16:creationId xmlns:a16="http://schemas.microsoft.com/office/drawing/2014/main" id="{0BF72C50-3F98-41E6-A3C8-32663046C696}"/>
              </a:ext>
            </a:extLst>
          </p:cNvPr>
          <p:cNvSpPr>
            <a:spLocks noGrp="1"/>
          </p:cNvSpPr>
          <p:nvPr>
            <p:ph type="body" sz="quarter" idx="33" hasCustomPrompt="1"/>
          </p:nvPr>
        </p:nvSpPr>
        <p:spPr>
          <a:xfrm>
            <a:off x="7712546" y="251439"/>
            <a:ext cx="3594084" cy="953247"/>
          </a:xfrm>
          <a:prstGeom prst="rect">
            <a:avLst/>
          </a:prstGeom>
        </p:spPr>
        <p:txBody>
          <a:bodyPr>
            <a:noAutofit/>
          </a:bodyPr>
          <a:lstStyle>
            <a:lvl1pPr>
              <a:lnSpc>
                <a:spcPct val="100000"/>
              </a:lnSpc>
              <a:defRPr sz="1600" b="1">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Click to insert text</a:t>
            </a:r>
          </a:p>
        </p:txBody>
      </p:sp>
      <p:sp>
        <p:nvSpPr>
          <p:cNvPr id="17" name="Text Placeholder 7">
            <a:extLst>
              <a:ext uri="{FF2B5EF4-FFF2-40B4-BE49-F238E27FC236}">
                <a16:creationId xmlns:a16="http://schemas.microsoft.com/office/drawing/2014/main" id="{9228FC83-C11D-47F2-8BDE-B10D125E5E87}"/>
              </a:ext>
            </a:extLst>
          </p:cNvPr>
          <p:cNvSpPr>
            <a:spLocks noGrp="1"/>
          </p:cNvSpPr>
          <p:nvPr>
            <p:ph type="body" sz="quarter" idx="35" hasCustomPrompt="1"/>
          </p:nvPr>
        </p:nvSpPr>
        <p:spPr>
          <a:xfrm>
            <a:off x="417592" y="1430234"/>
            <a:ext cx="3008302" cy="5011014"/>
          </a:xfrm>
          <a:prstGeom prst="rect">
            <a:avLst/>
          </a:prstGeom>
        </p:spPr>
        <p:txBody>
          <a:bodyPr>
            <a:noAutofit/>
          </a:bodyPr>
          <a:lstStyle>
            <a:lvl1pPr>
              <a:lnSpc>
                <a:spcPts val="2200"/>
              </a:lnSpc>
              <a:defRPr sz="1800">
                <a:solidFill>
                  <a:schemeClr val="tx1"/>
                </a:solidFill>
              </a:defRPr>
            </a:lvl1pPr>
            <a:lvl2pPr marL="231775" indent="-227013">
              <a:lnSpc>
                <a:spcPts val="1800"/>
              </a:lnSpc>
              <a:defRPr sz="1600">
                <a:solidFill>
                  <a:schemeClr val="tx1"/>
                </a:solidFill>
              </a:defRPr>
            </a:lvl2pPr>
            <a:lvl3pPr marL="463550" indent="-231775">
              <a:lnSpc>
                <a:spcPts val="1600"/>
              </a:lnSpc>
              <a:defRPr sz="1400">
                <a:solidFill>
                  <a:schemeClr val="tx1"/>
                </a:solidFill>
              </a:defRPr>
            </a:lvl3pPr>
            <a:lvl4pPr marL="682625" indent="-219075">
              <a:lnSpc>
                <a:spcPts val="1400"/>
              </a:lnSpc>
              <a:defRPr sz="1200">
                <a:solidFill>
                  <a:schemeClr val="tx1"/>
                </a:solidFill>
              </a:defRPr>
            </a:lvl4pPr>
            <a:lvl5pPr>
              <a:lnSpc>
                <a:spcPct val="100000"/>
              </a:lnSpc>
              <a:defRPr sz="1200">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pic>
        <p:nvPicPr>
          <p:cNvPr id="18" name="Graphic 4">
            <a:extLst>
              <a:ext uri="{FF2B5EF4-FFF2-40B4-BE49-F238E27FC236}">
                <a16:creationId xmlns:a16="http://schemas.microsoft.com/office/drawing/2014/main" id="{25EEA1D4-3AF7-42D7-AE97-AE404AECFAEB}"/>
              </a:ext>
            </a:extLst>
          </p:cNvPr>
          <p:cNvPicPr>
            <a:picLocks noChangeAspect="1"/>
          </p:cNvPicPr>
          <p:nvPr userDrawn="1"/>
        </p:nvPicPr>
        <p:blipFill rotWithShape="1">
          <a:blip r:embed="rId8">
            <a:extLst>
              <a:ext uri="{96DAC541-7B7A-43D3-8B79-37D633B846F1}">
                <asvg:svgBlip xmlns:asvg="http://schemas.microsoft.com/office/drawing/2016/SVG/main" r:embed="rId9"/>
              </a:ext>
            </a:extLst>
          </a:blip>
          <a:srcRect l="81836" t="-4713" b="16530"/>
          <a:stretch/>
        </p:blipFill>
        <p:spPr>
          <a:xfrm>
            <a:off x="11547793" y="188640"/>
            <a:ext cx="424356" cy="459624"/>
          </a:xfrm>
          <a:prstGeom prst="rect">
            <a:avLst/>
          </a:prstGeom>
        </p:spPr>
      </p:pic>
      <p:sp>
        <p:nvSpPr>
          <p:cNvPr id="2" name="Date Placeholder 1"/>
          <p:cNvSpPr>
            <a:spLocks noGrp="1"/>
          </p:cNvSpPr>
          <p:nvPr>
            <p:ph type="dt" sz="half" idx="36"/>
          </p:nvPr>
        </p:nvSpPr>
        <p:spPr>
          <a:xfrm>
            <a:off x="407988" y="6555971"/>
            <a:ext cx="2829007" cy="219456"/>
          </a:xfrm>
          <a:prstGeom prst="rect">
            <a:avLst/>
          </a:prstGeom>
        </p:spPr>
        <p:txBody>
          <a:bodyPr/>
          <a:lstStyle/>
          <a:p>
            <a:pPr>
              <a:lnSpc>
                <a:spcPct val="85000"/>
              </a:lnSpc>
            </a:pPr>
            <a:fld id="{E4F708F5-3BA1-4583-8923-893DDE035770}" type="datetime1">
              <a:rPr lang="en-GB" smtClean="0"/>
              <a:t>18/12/2020</a:t>
            </a:fld>
            <a:endParaRPr lang="en-US" dirty="0"/>
          </a:p>
        </p:txBody>
      </p:sp>
      <p:sp>
        <p:nvSpPr>
          <p:cNvPr id="4" name="Footer Placeholder 3"/>
          <p:cNvSpPr>
            <a:spLocks noGrp="1"/>
          </p:cNvSpPr>
          <p:nvPr>
            <p:ph type="ftr" sz="quarter" idx="37"/>
          </p:nvPr>
        </p:nvSpPr>
        <p:spPr>
          <a:xfrm>
            <a:off x="9324107" y="6555758"/>
            <a:ext cx="2223686" cy="219456"/>
          </a:xfrm>
          <a:prstGeom prst="rect">
            <a:avLst/>
          </a:prstGeom>
        </p:spPr>
        <p:txBody>
          <a:bodyPr/>
          <a:lstStyle/>
          <a:p>
            <a:r>
              <a:rPr lang="en-US" dirty="0"/>
              <a:t>Slide # </a:t>
            </a:r>
          </a:p>
        </p:txBody>
      </p:sp>
      <p:sp>
        <p:nvSpPr>
          <p:cNvPr id="5" name="Slide Number Placeholder 4"/>
          <p:cNvSpPr>
            <a:spLocks noGrp="1"/>
          </p:cNvSpPr>
          <p:nvPr>
            <p:ph type="sldNum" sz="quarter" idx="38"/>
          </p:nvPr>
        </p:nvSpPr>
        <p:spPr>
          <a:xfrm>
            <a:off x="11784013" y="6555758"/>
            <a:ext cx="123754" cy="215444"/>
          </a:xfrm>
          <a:prstGeom prst="rect">
            <a:avLst/>
          </a:prstGeom>
        </p:spPr>
        <p:txBody>
          <a:bodyPr/>
          <a:lstStyle/>
          <a:p>
            <a:pPr algn="r"/>
            <a:fld id="{DD205EFF-948D-4AF6-B54C-65639188FB5F}" type="slidenum">
              <a:rPr lang="en-US" smtClean="0"/>
              <a:pPr algn="r"/>
              <a:t>‹#›</a:t>
            </a:fld>
            <a:endParaRPr lang="en-US" dirty="0"/>
          </a:p>
        </p:txBody>
      </p:sp>
      <p:cxnSp>
        <p:nvCxnSpPr>
          <p:cNvPr id="20"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11568760"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6" name="Title 5"/>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22498779"/>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userDrawn="1">
  <p:cSld name="Title with numbering,  subtitle and content">
    <p:spTree>
      <p:nvGrpSpPr>
        <p:cNvPr id="1" name=""/>
        <p:cNvGrpSpPr/>
        <p:nvPr/>
      </p:nvGrpSpPr>
      <p:grpSpPr>
        <a:xfrm>
          <a:off x="0" y="0"/>
          <a:ext cx="0" cy="0"/>
          <a:chOff x="0" y="0"/>
          <a:chExt cx="0" cy="0"/>
        </a:xfrm>
      </p:grpSpPr>
      <p:graphicFrame>
        <p:nvGraphicFramePr>
          <p:cNvPr id="15" name="Object 14" hidden="1"/>
          <p:cNvGraphicFramePr>
            <a:graphicFrameLocks noChangeAspect="1"/>
          </p:cNvGraphicFramePr>
          <p:nvPr>
            <p:custDataLst>
              <p:tags r:id="rId2"/>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spid="_x0000_s156770" name="think-cell Slide" r:id="rId4" imgW="270" imgH="270" progId="TCLayout.ActiveDocument.1">
                  <p:embed/>
                </p:oleObj>
              </mc:Choice>
              <mc:Fallback>
                <p:oleObj name="think-cell Slide" r:id="rId4" imgW="270" imgH="270" progId="TCLayout.ActiveDocument.1">
                  <p:embed/>
                  <p:pic>
                    <p:nvPicPr>
                      <p:cNvPr id="15" name="Object 14"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 name="Rectangle 17"/>
          <p:cNvSpPr/>
          <p:nvPr userDrawn="1"/>
        </p:nvSpPr>
        <p:spPr>
          <a:xfrm>
            <a:off x="0" y="0"/>
            <a:ext cx="919998" cy="4286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1510" name="Freeform 6"/>
          <p:cNvSpPr>
            <a:spLocks/>
          </p:cNvSpPr>
          <p:nvPr userDrawn="1"/>
        </p:nvSpPr>
        <p:spPr bwMode="auto">
          <a:xfrm>
            <a:off x="0" y="0"/>
            <a:ext cx="919998" cy="1146174"/>
          </a:xfrm>
          <a:custGeom>
            <a:avLst/>
            <a:gdLst/>
            <a:ahLst/>
            <a:cxnLst>
              <a:cxn ang="0">
                <a:pos x="1681" y="25"/>
              </a:cxn>
              <a:cxn ang="0">
                <a:pos x="1655" y="0"/>
              </a:cxn>
              <a:cxn ang="0">
                <a:pos x="22" y="0"/>
              </a:cxn>
              <a:cxn ang="0">
                <a:pos x="0" y="23"/>
              </a:cxn>
              <a:cxn ang="0">
                <a:pos x="0" y="2095"/>
              </a:cxn>
              <a:cxn ang="0">
                <a:pos x="336" y="2085"/>
              </a:cxn>
              <a:cxn ang="0">
                <a:pos x="682" y="2056"/>
              </a:cxn>
              <a:cxn ang="0">
                <a:pos x="897" y="2032"/>
              </a:cxn>
              <a:cxn ang="0">
                <a:pos x="1082" y="2005"/>
              </a:cxn>
              <a:cxn ang="0">
                <a:pos x="1332" y="1960"/>
              </a:cxn>
              <a:cxn ang="0">
                <a:pos x="1567" y="1911"/>
              </a:cxn>
              <a:cxn ang="0">
                <a:pos x="1680" y="1883"/>
              </a:cxn>
              <a:cxn ang="0">
                <a:pos x="1681" y="25"/>
              </a:cxn>
            </a:cxnLst>
            <a:rect l="0" t="0" r="r" b="b"/>
            <a:pathLst>
              <a:path w="1681" h="2095">
                <a:moveTo>
                  <a:pt x="1681" y="25"/>
                </a:moveTo>
                <a:cubicBezTo>
                  <a:pt x="1681" y="3"/>
                  <a:pt x="1675" y="0"/>
                  <a:pt x="1655" y="0"/>
                </a:cubicBezTo>
                <a:cubicBezTo>
                  <a:pt x="1111" y="1"/>
                  <a:pt x="567" y="1"/>
                  <a:pt x="22" y="0"/>
                </a:cubicBezTo>
                <a:cubicBezTo>
                  <a:pt x="5" y="0"/>
                  <a:pt x="0" y="3"/>
                  <a:pt x="0" y="23"/>
                </a:cubicBezTo>
                <a:cubicBezTo>
                  <a:pt x="0" y="713"/>
                  <a:pt x="0" y="1404"/>
                  <a:pt x="0" y="2095"/>
                </a:cubicBezTo>
                <a:cubicBezTo>
                  <a:pt x="112" y="2091"/>
                  <a:pt x="224" y="2088"/>
                  <a:pt x="336" y="2085"/>
                </a:cubicBezTo>
                <a:cubicBezTo>
                  <a:pt x="452" y="2081"/>
                  <a:pt x="567" y="2068"/>
                  <a:pt x="682" y="2056"/>
                </a:cubicBezTo>
                <a:cubicBezTo>
                  <a:pt x="754" y="2049"/>
                  <a:pt x="826" y="2045"/>
                  <a:pt x="897" y="2032"/>
                </a:cubicBezTo>
                <a:cubicBezTo>
                  <a:pt x="958" y="2020"/>
                  <a:pt x="1021" y="2018"/>
                  <a:pt x="1082" y="2005"/>
                </a:cubicBezTo>
                <a:cubicBezTo>
                  <a:pt x="1165" y="1989"/>
                  <a:pt x="1249" y="1977"/>
                  <a:pt x="1332" y="1960"/>
                </a:cubicBezTo>
                <a:cubicBezTo>
                  <a:pt x="1410" y="1945"/>
                  <a:pt x="1489" y="1928"/>
                  <a:pt x="1567" y="1911"/>
                </a:cubicBezTo>
                <a:cubicBezTo>
                  <a:pt x="1605" y="1904"/>
                  <a:pt x="1643" y="1895"/>
                  <a:pt x="1680" y="1883"/>
                </a:cubicBezTo>
                <a:cubicBezTo>
                  <a:pt x="1680" y="1263"/>
                  <a:pt x="1680" y="644"/>
                  <a:pt x="1681" y="25"/>
                </a:cubicBez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2" name="Title 1"/>
          <p:cNvSpPr>
            <a:spLocks noGrp="1"/>
          </p:cNvSpPr>
          <p:nvPr>
            <p:ph type="title"/>
          </p:nvPr>
        </p:nvSpPr>
        <p:spPr>
          <a:xfrm>
            <a:off x="974872" y="0"/>
            <a:ext cx="10377711" cy="1104900"/>
          </a:xfrm>
        </p:spPr>
        <p:txBody>
          <a:bodyPr/>
          <a:lstStyle/>
          <a:p>
            <a:r>
              <a:rPr lang="en-US"/>
              <a:t>Click to edit Master title style</a:t>
            </a:r>
            <a:endParaRPr lang="en-GB" dirty="0"/>
          </a:p>
        </p:txBody>
      </p:sp>
      <p:sp>
        <p:nvSpPr>
          <p:cNvPr id="4" name="Text Placeholder 3"/>
          <p:cNvSpPr>
            <a:spLocks noGrp="1"/>
          </p:cNvSpPr>
          <p:nvPr>
            <p:ph type="body" sz="quarter" idx="10"/>
          </p:nvPr>
        </p:nvSpPr>
        <p:spPr>
          <a:xfrm>
            <a:off x="227348" y="1815351"/>
            <a:ext cx="11737303" cy="44662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Espace réservé du texte 4"/>
          <p:cNvSpPr>
            <a:spLocks noGrp="1"/>
          </p:cNvSpPr>
          <p:nvPr>
            <p:ph type="body" sz="quarter" idx="11" hasCustomPrompt="1"/>
          </p:nvPr>
        </p:nvSpPr>
        <p:spPr>
          <a:xfrm>
            <a:off x="974872" y="1148607"/>
            <a:ext cx="11001227" cy="504056"/>
          </a:xfrm>
          <a:prstGeom prst="rect">
            <a:avLst/>
          </a:prstGeom>
        </p:spPr>
        <p:txBody>
          <a:bodyPr/>
          <a:lstStyle>
            <a:lvl1pPr>
              <a:defRPr>
                <a:solidFill>
                  <a:schemeClr val="accent2"/>
                </a:solidFill>
              </a:defRPr>
            </a:lvl1pPr>
          </a:lstStyle>
          <a:p>
            <a:pPr lvl="0"/>
            <a:r>
              <a:rPr lang="en-US" dirty="0"/>
              <a:t>Click to edit Master subtitle styles</a:t>
            </a:r>
          </a:p>
        </p:txBody>
      </p:sp>
      <p:sp>
        <p:nvSpPr>
          <p:cNvPr id="17" name="Text Placeholder 16"/>
          <p:cNvSpPr>
            <a:spLocks noGrp="1"/>
          </p:cNvSpPr>
          <p:nvPr>
            <p:ph type="body" sz="quarter" idx="12" hasCustomPrompt="1"/>
          </p:nvPr>
        </p:nvSpPr>
        <p:spPr>
          <a:xfrm>
            <a:off x="0" y="48742"/>
            <a:ext cx="914400" cy="914400"/>
          </a:xfrm>
        </p:spPr>
        <p:txBody>
          <a:bodyPr anchor="ctr">
            <a:normAutofit/>
          </a:bodyPr>
          <a:lstStyle>
            <a:lvl1pPr marL="0" indent="0" algn="ctr" defTabSz="914400" rtl="0" eaLnBrk="1" latinLnBrk="0" hangingPunct="1">
              <a:lnSpc>
                <a:spcPct val="90000"/>
              </a:lnSpc>
              <a:spcBef>
                <a:spcPts val="1000"/>
              </a:spcBef>
              <a:buFont typeface="Arial" panose="020B0604020202020204" pitchFamily="34" charset="0"/>
              <a:buNone/>
              <a:defRPr lang="en-GB" sz="4000" kern="1200" dirty="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dirty="0"/>
              <a:t>#</a:t>
            </a:r>
            <a:endParaRPr lang="en-GB" dirty="0"/>
          </a:p>
        </p:txBody>
      </p:sp>
    </p:spTree>
    <p:extLst>
      <p:ext uri="{BB962C8B-B14F-4D97-AF65-F5344CB8AC3E}">
        <p14:creationId xmlns:p14="http://schemas.microsoft.com/office/powerpoint/2010/main" val="3090282477"/>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227349" y="2205319"/>
            <a:ext cx="5341256" cy="4076234"/>
          </a:xfrm>
          <a:prstGeom prst="rect">
            <a:avLst/>
          </a:prstGeom>
        </p:spPr>
        <p:txBody>
          <a:bodyPr>
            <a:noAutofit/>
          </a:bodyPr>
          <a:lstStyle>
            <a:lvl1pPr>
              <a:lnSpc>
                <a:spcPct val="100000"/>
              </a:lnSpc>
              <a:spcBef>
                <a:spcPts val="0"/>
              </a:spcBef>
              <a:defRPr sz="1600"/>
            </a:lvl1pPr>
            <a:lvl2pPr>
              <a:lnSpc>
                <a:spcPct val="100000"/>
              </a:lnSpc>
              <a:spcBef>
                <a:spcPts val="0"/>
              </a:spcBef>
              <a:defRPr sz="1600"/>
            </a:lvl2pPr>
            <a:lvl3pPr>
              <a:lnSpc>
                <a:spcPct val="100000"/>
              </a:lnSpc>
              <a:spcBef>
                <a:spcPts val="0"/>
              </a:spcBef>
              <a:defRPr sz="1600"/>
            </a:lvl3pPr>
            <a:lvl4pPr>
              <a:lnSpc>
                <a:spcPct val="100000"/>
              </a:lnSpc>
              <a:spcBef>
                <a:spcPts val="0"/>
              </a:spcBef>
              <a:defRPr sz="1600"/>
            </a:lvl4pPr>
            <a:lvl5pPr>
              <a:lnSpc>
                <a:spcPct val="100000"/>
              </a:lnSpc>
              <a:spcBef>
                <a:spcPts val="0"/>
              </a:spcBef>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227349" y="1420989"/>
            <a:ext cx="5341256" cy="743987"/>
          </a:xfrm>
          <a:prstGeom prst="rect">
            <a:avLst/>
          </a:prstGeom>
        </p:spPr>
        <p:txBody>
          <a:bodyPr anchor="b" anchorCtr="0">
            <a:noAutofit/>
          </a:bodyPr>
          <a:lstStyle>
            <a:lvl1pPr>
              <a:lnSpc>
                <a:spcPct val="100000"/>
              </a:lnSpc>
              <a:defRPr sz="1800" b="1">
                <a:solidFill>
                  <a:srgbClr val="12ABDB"/>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474016" y="1420989"/>
            <a:ext cx="5341256" cy="743987"/>
          </a:xfrm>
          <a:prstGeom prst="rect">
            <a:avLst/>
          </a:prstGeom>
        </p:spPr>
        <p:txBody>
          <a:bodyPr anchor="b" anchorCtr="0">
            <a:noAutofit/>
          </a:bodyPr>
          <a:lstStyle>
            <a:lvl1pPr>
              <a:lnSpc>
                <a:spcPct val="100000"/>
              </a:lnSpc>
              <a:defRPr sz="1800" b="1">
                <a:solidFill>
                  <a:srgbClr val="12ABDB"/>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insert title</a:t>
            </a:r>
          </a:p>
        </p:txBody>
      </p:sp>
      <p:pic>
        <p:nvPicPr>
          <p:cNvPr id="10" name="Graphic 9">
            <a:extLst>
              <a:ext uri="{FF2B5EF4-FFF2-40B4-BE49-F238E27FC236}">
                <a16:creationId xmlns:a16="http://schemas.microsoft.com/office/drawing/2014/main" id="{DDCA2B41-0A1F-45C2-A74A-EB99E41096F1}"/>
              </a:ext>
            </a:extLst>
          </p:cNvPr>
          <p:cNvPicPr>
            <a:picLocks noChangeAspect="1"/>
          </p:cNvPicPr>
          <p:nvPr userDrawn="1"/>
        </p:nvPicPr>
        <p:blipFill rotWithShape="1">
          <a:blip r:embed="rId2" cstate="print">
            <a:extLst>
              <a:ext uri="{96DAC541-7B7A-43D3-8B79-37D633B846F1}">
                <asvg:svgBlip xmlns:asvg="http://schemas.microsoft.com/office/drawing/2016/SVG/main" r:embed="rId3"/>
              </a:ext>
            </a:extLst>
          </a:blip>
          <a:srcRect l="81836" t="-4713" b="16530"/>
          <a:stretch/>
        </p:blipFill>
        <p:spPr>
          <a:xfrm>
            <a:off x="11491419" y="164829"/>
            <a:ext cx="424356" cy="459624"/>
          </a:xfrm>
          <a:prstGeom prst="rect">
            <a:avLst/>
          </a:prstGeom>
        </p:spPr>
      </p:pic>
      <p:sp>
        <p:nvSpPr>
          <p:cNvPr id="2" name="Titre 1"/>
          <p:cNvSpPr>
            <a:spLocks noGrp="1"/>
          </p:cNvSpPr>
          <p:nvPr>
            <p:ph type="title"/>
          </p:nvPr>
        </p:nvSpPr>
        <p:spPr>
          <a:xfrm>
            <a:off x="227349" y="0"/>
            <a:ext cx="11125236" cy="1104900"/>
          </a:xfrm>
        </p:spPr>
        <p:txBody>
          <a:bodyPr/>
          <a:lstStyle/>
          <a:p>
            <a:r>
              <a:rPr lang="en-US"/>
              <a:t>Click to edit Master title style</a:t>
            </a:r>
            <a:endParaRPr lang="en-US" dirty="0"/>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474016" y="2205319"/>
            <a:ext cx="5341256" cy="4076234"/>
          </a:xfrm>
          <a:prstGeom prst="rect">
            <a:avLst/>
          </a:prstGeom>
        </p:spPr>
        <p:txBody>
          <a:bodyPr>
            <a:noAutofit/>
          </a:bodyPr>
          <a:lstStyle>
            <a:lvl1pPr>
              <a:lnSpc>
                <a:spcPct val="100000"/>
              </a:lnSpc>
              <a:spcBef>
                <a:spcPts val="0"/>
              </a:spcBef>
              <a:defRPr sz="1600"/>
            </a:lvl1pPr>
            <a:lvl2pPr>
              <a:lnSpc>
                <a:spcPct val="100000"/>
              </a:lnSpc>
              <a:spcBef>
                <a:spcPts val="0"/>
              </a:spcBef>
              <a:defRPr sz="1600"/>
            </a:lvl2pPr>
            <a:lvl3pPr>
              <a:lnSpc>
                <a:spcPct val="100000"/>
              </a:lnSpc>
              <a:spcBef>
                <a:spcPts val="0"/>
              </a:spcBef>
              <a:defRPr sz="1600"/>
            </a:lvl3pPr>
            <a:lvl4pPr>
              <a:lnSpc>
                <a:spcPct val="100000"/>
              </a:lnSpc>
              <a:spcBef>
                <a:spcPts val="0"/>
              </a:spcBef>
              <a:defRPr sz="1600"/>
            </a:lvl4pPr>
            <a:lvl5pPr>
              <a:lnSpc>
                <a:spcPct val="100000"/>
              </a:lnSpc>
              <a:spcBef>
                <a:spcPts val="0"/>
              </a:spcBef>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67877450"/>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userDrawn="1">
  <p:cSld name="Content-Single Profile">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F5F5AEA1-6A77-4676-B8B3-EF658F5F8430}"/>
              </a:ext>
            </a:extLst>
          </p:cNvPr>
          <p:cNvSpPr/>
          <p:nvPr userDrawn="1"/>
        </p:nvSpPr>
        <p:spPr>
          <a:xfrm flipV="1">
            <a:off x="1" y="0"/>
            <a:ext cx="5204012" cy="3119718"/>
          </a:xfrm>
          <a:custGeom>
            <a:avLst/>
            <a:gdLst>
              <a:gd name="connsiteX0" fmla="*/ 2836724 w 6262141"/>
              <a:gd name="connsiteY0" fmla="*/ 775 h 4159686"/>
              <a:gd name="connsiteX1" fmla="*/ 3822188 w 6262141"/>
              <a:gd name="connsiteY1" fmla="*/ 22965 h 4159686"/>
              <a:gd name="connsiteX2" fmla="*/ 5982756 w 6262141"/>
              <a:gd name="connsiteY2" fmla="*/ 3706589 h 4159686"/>
              <a:gd name="connsiteX3" fmla="*/ 6262141 w 6262141"/>
              <a:gd name="connsiteY3" fmla="*/ 4159686 h 4159686"/>
              <a:gd name="connsiteX4" fmla="*/ 0 w 6262141"/>
              <a:gd name="connsiteY4" fmla="*/ 4159686 h 4159686"/>
              <a:gd name="connsiteX5" fmla="*/ 0 w 6262141"/>
              <a:gd name="connsiteY5" fmla="*/ 3700458 h 4159686"/>
              <a:gd name="connsiteX6" fmla="*/ 0 w 6262141"/>
              <a:gd name="connsiteY6" fmla="*/ 3329154 h 4159686"/>
              <a:gd name="connsiteX7" fmla="*/ 0 w 6262141"/>
              <a:gd name="connsiteY7" fmla="*/ 2944589 h 4159686"/>
              <a:gd name="connsiteX8" fmla="*/ 0 w 6262141"/>
              <a:gd name="connsiteY8" fmla="*/ 2546533 h 4159686"/>
              <a:gd name="connsiteX9" fmla="*/ 0 w 6262141"/>
              <a:gd name="connsiteY9" fmla="*/ 2134752 h 4159686"/>
              <a:gd name="connsiteX10" fmla="*/ 0 w 6262141"/>
              <a:gd name="connsiteY10" fmla="*/ 1709014 h 4159686"/>
              <a:gd name="connsiteX11" fmla="*/ 0 w 6262141"/>
              <a:gd name="connsiteY11" fmla="*/ 1269085 h 4159686"/>
              <a:gd name="connsiteX12" fmla="*/ 0 w 6262141"/>
              <a:gd name="connsiteY12" fmla="*/ 814735 h 4159686"/>
              <a:gd name="connsiteX13" fmla="*/ 0 w 6262141"/>
              <a:gd name="connsiteY13" fmla="*/ 345728 h 4159686"/>
              <a:gd name="connsiteX14" fmla="*/ 2836724 w 6262141"/>
              <a:gd name="connsiteY14" fmla="*/ 775 h 4159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62141" h="4159686">
                <a:moveTo>
                  <a:pt x="2836724" y="775"/>
                </a:moveTo>
                <a:cubicBezTo>
                  <a:pt x="3163345" y="-2587"/>
                  <a:pt x="3492318" y="5034"/>
                  <a:pt x="3822188" y="22965"/>
                </a:cubicBezTo>
                <a:cubicBezTo>
                  <a:pt x="4104550" y="1058496"/>
                  <a:pt x="5095168" y="2317803"/>
                  <a:pt x="5982756" y="3706589"/>
                </a:cubicBezTo>
                <a:lnTo>
                  <a:pt x="6262141" y="4159686"/>
                </a:lnTo>
                <a:lnTo>
                  <a:pt x="0" y="4159686"/>
                </a:lnTo>
                <a:lnTo>
                  <a:pt x="0" y="3700458"/>
                </a:lnTo>
                <a:lnTo>
                  <a:pt x="0" y="3329154"/>
                </a:lnTo>
                <a:lnTo>
                  <a:pt x="0" y="2944589"/>
                </a:lnTo>
                <a:lnTo>
                  <a:pt x="0" y="2546533"/>
                </a:lnTo>
                <a:lnTo>
                  <a:pt x="0" y="2134752"/>
                </a:lnTo>
                <a:lnTo>
                  <a:pt x="0" y="1709014"/>
                </a:lnTo>
                <a:lnTo>
                  <a:pt x="0" y="1269085"/>
                </a:lnTo>
                <a:lnTo>
                  <a:pt x="0" y="814735"/>
                </a:lnTo>
                <a:lnTo>
                  <a:pt x="0" y="345728"/>
                </a:lnTo>
                <a:cubicBezTo>
                  <a:pt x="898178" y="119794"/>
                  <a:pt x="1856863" y="10862"/>
                  <a:pt x="2836724" y="775"/>
                </a:cubicBezTo>
                <a:close/>
              </a:path>
            </a:pathLst>
          </a:custGeom>
          <a:solidFill>
            <a:srgbClr val="12AB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dirty="0"/>
          </a:p>
        </p:txBody>
      </p:sp>
      <p:sp>
        <p:nvSpPr>
          <p:cNvPr id="26" name="Text Placeholder 4">
            <a:extLst>
              <a:ext uri="{FF2B5EF4-FFF2-40B4-BE49-F238E27FC236}">
                <a16:creationId xmlns:a16="http://schemas.microsoft.com/office/drawing/2014/main" id="{7E551D69-F21D-4601-B4BD-97ECB52F39D6}"/>
              </a:ext>
            </a:extLst>
          </p:cNvPr>
          <p:cNvSpPr>
            <a:spLocks noGrp="1"/>
          </p:cNvSpPr>
          <p:nvPr>
            <p:ph type="body" sz="quarter" idx="14" hasCustomPrompt="1"/>
          </p:nvPr>
        </p:nvSpPr>
        <p:spPr>
          <a:xfrm>
            <a:off x="783129" y="5367326"/>
            <a:ext cx="3296647" cy="331986"/>
          </a:xfrm>
          <a:prstGeom prst="rect">
            <a:avLst/>
          </a:prstGeom>
          <a:noFill/>
        </p:spPr>
        <p:txBody>
          <a:bodyPr anchor="ctr">
            <a:noAutofit/>
          </a:bodyPr>
          <a:lstStyle>
            <a:lvl1pPr algn="l">
              <a:defRPr sz="1600" b="1">
                <a:solidFill>
                  <a:schemeClr val="accent2"/>
                </a:solidFill>
              </a:defRPr>
            </a:lvl1pPr>
            <a:lvl2pPr>
              <a:defRPr sz="1400"/>
            </a:lvl2pPr>
            <a:lvl3pPr>
              <a:defRPr sz="1200"/>
            </a:lvl3pPr>
            <a:lvl4pPr>
              <a:defRPr sz="1100"/>
            </a:lvl4pPr>
            <a:lvl5pPr>
              <a:defRPr sz="1100"/>
            </a:lvl5pPr>
          </a:lstStyle>
          <a:p>
            <a:pPr lvl="0"/>
            <a:r>
              <a:rPr lang="en-US" dirty="0"/>
              <a:t>Insert education </a:t>
            </a:r>
          </a:p>
        </p:txBody>
      </p:sp>
      <p:sp>
        <p:nvSpPr>
          <p:cNvPr id="23" name="Text Placeholder 4">
            <a:extLst>
              <a:ext uri="{FF2B5EF4-FFF2-40B4-BE49-F238E27FC236}">
                <a16:creationId xmlns:a16="http://schemas.microsoft.com/office/drawing/2014/main" id="{BC359575-5CC3-4B2F-91E7-19D6A150BE7B}"/>
              </a:ext>
            </a:extLst>
          </p:cNvPr>
          <p:cNvSpPr>
            <a:spLocks noGrp="1"/>
          </p:cNvSpPr>
          <p:nvPr>
            <p:ph type="body" sz="quarter" idx="13" hasCustomPrompt="1"/>
          </p:nvPr>
        </p:nvSpPr>
        <p:spPr>
          <a:xfrm>
            <a:off x="783129" y="4005250"/>
            <a:ext cx="3296647" cy="412363"/>
          </a:xfrm>
          <a:prstGeom prst="rect">
            <a:avLst/>
          </a:prstGeom>
          <a:noFill/>
        </p:spPr>
        <p:txBody>
          <a:bodyPr anchor="ctr">
            <a:noAutofit/>
          </a:bodyPr>
          <a:lstStyle>
            <a:lvl1pPr algn="l">
              <a:defRPr sz="2000" b="1">
                <a:solidFill>
                  <a:schemeClr val="accent2"/>
                </a:solidFill>
              </a:defRPr>
            </a:lvl1pPr>
            <a:lvl2pPr>
              <a:defRPr sz="1400"/>
            </a:lvl2pPr>
            <a:lvl3pPr>
              <a:defRPr sz="1200"/>
            </a:lvl3pPr>
            <a:lvl4pPr>
              <a:defRPr sz="1100"/>
            </a:lvl4pPr>
            <a:lvl5pPr>
              <a:defRPr sz="1100"/>
            </a:lvl5pPr>
          </a:lstStyle>
          <a:p>
            <a:pPr lvl="0"/>
            <a:r>
              <a:rPr lang="en-US" dirty="0"/>
              <a:t>Insert Name</a:t>
            </a:r>
          </a:p>
        </p:txBody>
      </p:sp>
      <p:sp>
        <p:nvSpPr>
          <p:cNvPr id="24" name="Text Placeholder 7">
            <a:extLst>
              <a:ext uri="{FF2B5EF4-FFF2-40B4-BE49-F238E27FC236}">
                <a16:creationId xmlns:a16="http://schemas.microsoft.com/office/drawing/2014/main" id="{53745724-67BB-4475-9660-FEEE12268615}"/>
              </a:ext>
            </a:extLst>
          </p:cNvPr>
          <p:cNvSpPr>
            <a:spLocks noGrp="1"/>
          </p:cNvSpPr>
          <p:nvPr>
            <p:ph type="body" sz="quarter" idx="10" hasCustomPrompt="1"/>
          </p:nvPr>
        </p:nvSpPr>
        <p:spPr>
          <a:xfrm>
            <a:off x="782081" y="4432997"/>
            <a:ext cx="3304144" cy="894840"/>
          </a:xfrm>
          <a:prstGeom prst="rect">
            <a:avLst/>
          </a:prstGeom>
        </p:spPr>
        <p:txBody>
          <a:bodyPr>
            <a:noAutofit/>
          </a:bodyPr>
          <a:lstStyle>
            <a:lvl1pPr>
              <a:lnSpc>
                <a:spcPct val="100000"/>
              </a:lnSpc>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Insert text</a:t>
            </a:r>
          </a:p>
        </p:txBody>
      </p:sp>
      <p:sp>
        <p:nvSpPr>
          <p:cNvPr id="27" name="Text Placeholder 7">
            <a:extLst>
              <a:ext uri="{FF2B5EF4-FFF2-40B4-BE49-F238E27FC236}">
                <a16:creationId xmlns:a16="http://schemas.microsoft.com/office/drawing/2014/main" id="{C78431F2-3F85-4748-A6BC-A08250A6D354}"/>
              </a:ext>
            </a:extLst>
          </p:cNvPr>
          <p:cNvSpPr>
            <a:spLocks noGrp="1"/>
          </p:cNvSpPr>
          <p:nvPr>
            <p:ph type="body" sz="quarter" idx="15" hasCustomPrompt="1"/>
          </p:nvPr>
        </p:nvSpPr>
        <p:spPr>
          <a:xfrm>
            <a:off x="782081" y="5690297"/>
            <a:ext cx="3297695" cy="713864"/>
          </a:xfrm>
          <a:prstGeom prst="rect">
            <a:avLst/>
          </a:prstGeom>
        </p:spPr>
        <p:txBody>
          <a:bodyPr>
            <a:noAutofit/>
          </a:bodyPr>
          <a:lstStyle>
            <a:lvl1pPr>
              <a:lnSpc>
                <a:spcPct val="100000"/>
              </a:lnSpc>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Insert text</a:t>
            </a:r>
          </a:p>
        </p:txBody>
      </p:sp>
      <p:sp>
        <p:nvSpPr>
          <p:cNvPr id="13" name="Oval 20">
            <a:extLst>
              <a:ext uri="{FF2B5EF4-FFF2-40B4-BE49-F238E27FC236}">
                <a16:creationId xmlns:a16="http://schemas.microsoft.com/office/drawing/2014/main" id="{1EFB3510-D39A-47CF-8191-109DDF9E53D5}"/>
              </a:ext>
            </a:extLst>
          </p:cNvPr>
          <p:cNvSpPr/>
          <p:nvPr userDrawn="1"/>
        </p:nvSpPr>
        <p:spPr>
          <a:xfrm>
            <a:off x="1381192" y="1337534"/>
            <a:ext cx="2609222" cy="2465696"/>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95E6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2292" name="AutoShape 4"/>
          <p:cNvSpPr>
            <a:spLocks noChangeAspect="1" noChangeArrowheads="1" noTextEdit="1"/>
          </p:cNvSpPr>
          <p:nvPr userDrawn="1"/>
        </p:nvSpPr>
        <p:spPr bwMode="auto">
          <a:xfrm>
            <a:off x="-7302500" y="2698750"/>
            <a:ext cx="6261100" cy="41592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endParaRPr lang="en-GB" dirty="0"/>
          </a:p>
        </p:txBody>
      </p:sp>
    </p:spTree>
    <p:extLst>
      <p:ext uri="{BB962C8B-B14F-4D97-AF65-F5344CB8AC3E}">
        <p14:creationId xmlns:p14="http://schemas.microsoft.com/office/powerpoint/2010/main" val="298515223"/>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userDrawn="1">
  <p:cSld name="Custom page with sub heading">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2"/>
            </p:custDataLst>
          </p:nvPr>
        </p:nvGraphicFramePr>
        <p:xfrm>
          <a:off x="0" y="6"/>
          <a:ext cx="195385" cy="158751"/>
        </p:xfrm>
        <a:graphic>
          <a:graphicData uri="http://schemas.openxmlformats.org/presentationml/2006/ole">
            <mc:AlternateContent xmlns:mc="http://schemas.openxmlformats.org/markup-compatibility/2006">
              <mc:Choice xmlns:v="urn:schemas-microsoft-com:vml" Requires="v">
                <p:oleObj spid="_x0000_s157794" name="think-cell Slide" r:id="rId7" imgW="360" imgH="360" progId="">
                  <p:embed/>
                </p:oleObj>
              </mc:Choice>
              <mc:Fallback>
                <p:oleObj name="think-cell Slide" r:id="rId7" imgW="360" imgH="360" progId="">
                  <p:embed/>
                  <p:pic>
                    <p:nvPicPr>
                      <p:cNvPr id="8" name="Object 7" hidden="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6"/>
                        <a:ext cx="195385" cy="15875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custDataLst>
              <p:tags r:id="rId3"/>
            </p:custDataLst>
          </p:nvPr>
        </p:nvSpPr>
        <p:spPr/>
        <p:txBody>
          <a:bodyPr/>
          <a:lstStyle>
            <a:lvl1pPr>
              <a:defRPr>
                <a:latin typeface="Calibri"/>
                <a:ea typeface="Calibri"/>
                <a:cs typeface="Calibri"/>
              </a:defRPr>
            </a:lvl1pPr>
          </a:lstStyle>
          <a:p>
            <a:r>
              <a:rPr lang="en-US" dirty="0"/>
              <a:t>Click to edit Master title style</a:t>
            </a:r>
            <a:endParaRPr lang="en-GB" dirty="0"/>
          </a:p>
        </p:txBody>
      </p:sp>
      <p:sp>
        <p:nvSpPr>
          <p:cNvPr id="5" name="Text Placeholder 4"/>
          <p:cNvSpPr>
            <a:spLocks noGrp="1"/>
          </p:cNvSpPr>
          <p:nvPr>
            <p:ph type="body" sz="quarter" idx="11"/>
            <p:custDataLst>
              <p:tags r:id="rId4"/>
            </p:custDataLst>
          </p:nvPr>
        </p:nvSpPr>
        <p:spPr>
          <a:xfrm>
            <a:off x="431800" y="1792975"/>
            <a:ext cx="11084078" cy="4588355"/>
          </a:xfrm>
        </p:spPr>
        <p:txBody>
          <a:bodyPr/>
          <a:lstStyle>
            <a:lvl1pPr algn="l">
              <a:defRPr>
                <a:solidFill>
                  <a:schemeClr val="tx1">
                    <a:lumMod val="85000"/>
                    <a:lumOff val="15000"/>
                  </a:schemeClr>
                </a:solidFill>
                <a:latin typeface="Calibri"/>
                <a:ea typeface="Calibri"/>
                <a:cs typeface="Calibri"/>
              </a:defRPr>
            </a:lvl1pPr>
            <a:lvl2pPr>
              <a:defRPr lang="en-US" sz="1200" kern="1200" dirty="0" smtClean="0">
                <a:solidFill>
                  <a:schemeClr val="tx1">
                    <a:lumMod val="85000"/>
                    <a:lumOff val="15000"/>
                  </a:schemeClr>
                </a:solidFill>
                <a:latin typeface="Calibri" pitchFamily="34" charset="0"/>
                <a:ea typeface="+mn-ea"/>
                <a:cs typeface="Calibri" pitchFamily="34" charset="0"/>
              </a:defRPr>
            </a:lvl2pPr>
            <a:lvl3pPr marL="712545" indent="-180915">
              <a:defRPr>
                <a:solidFill>
                  <a:schemeClr val="tx1">
                    <a:lumMod val="85000"/>
                    <a:lumOff val="15000"/>
                  </a:schemeClr>
                </a:solidFill>
                <a:latin typeface="Calibri"/>
                <a:ea typeface="Calibri"/>
                <a:cs typeface="Calibri"/>
              </a:defRPr>
            </a:lvl3pPr>
            <a:lvl4pPr marL="893460" indent="-180915">
              <a:defRPr>
                <a:solidFill>
                  <a:schemeClr val="tx1">
                    <a:lumMod val="85000"/>
                    <a:lumOff val="15000"/>
                  </a:schemeClr>
                </a:solidFill>
                <a:latin typeface="Calibri"/>
                <a:ea typeface="Calibri"/>
                <a:cs typeface="Calibri"/>
              </a:defRPr>
            </a:lvl4pPr>
            <a:lvl5pPr marL="1074372" indent="-180915">
              <a:defRPr>
                <a:solidFill>
                  <a:schemeClr val="tx1">
                    <a:lumMod val="85000"/>
                    <a:lumOff val="15000"/>
                  </a:schemeClr>
                </a:solidFill>
                <a:latin typeface="Calibri"/>
                <a:ea typeface="Calibri"/>
                <a:cs typeface="Calibri"/>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7" name="Content Placeholder 6"/>
          <p:cNvSpPr>
            <a:spLocks noGrp="1"/>
          </p:cNvSpPr>
          <p:nvPr>
            <p:ph sz="quarter" idx="12"/>
            <p:custDataLst>
              <p:tags r:id="rId5"/>
            </p:custDataLst>
          </p:nvPr>
        </p:nvSpPr>
        <p:spPr>
          <a:xfrm>
            <a:off x="431800" y="1032039"/>
            <a:ext cx="11424841" cy="395288"/>
          </a:xfrm>
          <a:noFill/>
          <a:ln w="9525">
            <a:noFill/>
            <a:miter lim="800000"/>
            <a:headEnd/>
            <a:tailEnd/>
          </a:ln>
        </p:spPr>
        <p:txBody>
          <a:bodyPr rtlCol="0">
            <a:noAutofit/>
          </a:bodyPr>
          <a:lstStyle>
            <a:lvl1pPr marL="0" indent="0" algn="ctr" rtl="0" eaLnBrk="1" fontAlgn="base" hangingPunct="1">
              <a:spcBef>
                <a:spcPct val="0"/>
              </a:spcBef>
              <a:spcAft>
                <a:spcPct val="0"/>
              </a:spcAft>
              <a:buNone/>
              <a:defRPr lang="en-GB" sz="1600" kern="1200" baseline="0" dirty="0">
                <a:solidFill>
                  <a:schemeClr val="accent2"/>
                </a:solidFill>
                <a:latin typeface="Calibri" pitchFamily="34" charset="0"/>
                <a:ea typeface="+mj-ea"/>
                <a:cs typeface="Calibri" pitchFamily="34" charset="0"/>
              </a:defRPr>
            </a:lvl1pPr>
          </a:lstStyle>
          <a:p>
            <a:pPr lvl="0"/>
            <a:r>
              <a:rPr lang="en-US"/>
              <a:t>Click to edit Master text styles</a:t>
            </a:r>
          </a:p>
        </p:txBody>
      </p:sp>
      <p:sp>
        <p:nvSpPr>
          <p:cNvPr id="6" name="Shape 12"/>
          <p:cNvSpPr txBox="1"/>
          <p:nvPr userDrawn="1"/>
        </p:nvSpPr>
        <p:spPr>
          <a:xfrm>
            <a:off x="11780746" y="6654004"/>
            <a:ext cx="125385" cy="123111"/>
          </a:xfrm>
          <a:prstGeom prst="rect">
            <a:avLst/>
          </a:prstGeom>
          <a:noFill/>
          <a:ln>
            <a:noFill/>
          </a:ln>
        </p:spPr>
        <p:txBody>
          <a:bodyPr lIns="0" tIns="0" rIns="0" bIns="0" anchor="ctr" anchorCtr="0">
            <a:noAutofit/>
          </a:bodyPr>
          <a:lstStyle/>
          <a:p>
            <a:pPr marL="0" marR="0" lvl="0" indent="0" algn="ctr" rtl="0">
              <a:buSzPct val="25000"/>
              <a:buNone/>
            </a:pPr>
            <a:r>
              <a:rPr lang="en-US" sz="1800" dirty="0">
                <a:latin typeface="Calibri"/>
                <a:ea typeface="Calibri"/>
                <a:cs typeface="Calibri"/>
              </a:rPr>
              <a:t> </a:t>
            </a:r>
          </a:p>
        </p:txBody>
      </p:sp>
    </p:spTree>
    <p:extLst>
      <p:ext uri="{BB962C8B-B14F-4D97-AF65-F5344CB8AC3E}">
        <p14:creationId xmlns:p14="http://schemas.microsoft.com/office/powerpoint/2010/main" val="3542603138"/>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userDrawn="1">
  <p:cSld name="Content &amp; Headin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
            </p:custDataLst>
          </p:nvPr>
        </p:nvGraphicFramePr>
        <p:xfrm>
          <a:off x="1" y="1"/>
          <a:ext cx="180998" cy="143985"/>
        </p:xfrm>
        <a:graphic>
          <a:graphicData uri="http://schemas.openxmlformats.org/presentationml/2006/ole">
            <mc:AlternateContent xmlns:mc="http://schemas.openxmlformats.org/markup-compatibility/2006">
              <mc:Choice xmlns:v="urn:schemas-microsoft-com:vml" Requires="v">
                <p:oleObj spid="_x0000_s158818" name="think-cell Slide" r:id="rId4" imgW="360" imgH="360" progId="">
                  <p:embed/>
                </p:oleObj>
              </mc:Choice>
              <mc:Fallback>
                <p:oleObj name="think-cell Slide" r:id="rId4" imgW="360" imgH="360" progId="">
                  <p:embed/>
                  <p:pic>
                    <p:nvPicPr>
                      <p:cNvPr id="4" name="Object 3"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 y="1"/>
                        <a:ext cx="180998"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p:txBody>
          <a:bodyPr/>
          <a:lstStyle>
            <a:lvl1pPr>
              <a:defRPr>
                <a:solidFill>
                  <a:schemeClr val="tx1"/>
                </a:solidFill>
              </a:defRPr>
            </a:lvl1pPr>
          </a:lstStyle>
          <a:p>
            <a:r>
              <a:rPr lang="en-US" noProof="0"/>
              <a:t>Click to edit Master title style</a:t>
            </a:r>
            <a:endParaRPr lang="en-US" dirty="0"/>
          </a:p>
        </p:txBody>
      </p:sp>
      <p:sp>
        <p:nvSpPr>
          <p:cNvPr id="3" name="Content Placeholder 2"/>
          <p:cNvSpPr>
            <a:spLocks noGrp="1"/>
          </p:cNvSpPr>
          <p:nvPr>
            <p:ph idx="1"/>
          </p:nvPr>
        </p:nvSpPr>
        <p:spPr>
          <a:xfrm>
            <a:off x="420078" y="2044931"/>
            <a:ext cx="11351847" cy="4222519"/>
          </a:xfrm>
        </p:spPr>
        <p:txBody>
          <a:bodyPr/>
          <a:lstStyle>
            <a:lvl1pPr>
              <a:defRPr b="0"/>
            </a:lvl1pPr>
            <a:lvl2pPr marL="457200" indent="-223838">
              <a:defRPr/>
            </a:lvl2pPr>
            <a:lvl3pPr>
              <a:defRPr/>
            </a:lvl3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8" name="Espace réservé du texte 7"/>
          <p:cNvSpPr>
            <a:spLocks noGrp="1"/>
          </p:cNvSpPr>
          <p:nvPr>
            <p:ph type="body" sz="quarter" idx="11"/>
          </p:nvPr>
        </p:nvSpPr>
        <p:spPr>
          <a:xfrm>
            <a:off x="420078" y="1495425"/>
            <a:ext cx="11351847" cy="548640"/>
          </a:xfrm>
        </p:spPr>
        <p:txBody>
          <a:bodyPr/>
          <a:lstStyle>
            <a:lvl1pPr marL="0" indent="0">
              <a:buNone/>
              <a:defRPr sz="2000" b="1">
                <a:solidFill>
                  <a:schemeClr val="accent3"/>
                </a:solidFill>
              </a:defRPr>
            </a:lvl1pPr>
          </a:lstStyle>
          <a:p>
            <a:pPr lvl="0"/>
            <a:r>
              <a:rPr lang="en-US"/>
              <a:t>Click to edit Master text styles</a:t>
            </a:r>
          </a:p>
        </p:txBody>
      </p:sp>
    </p:spTree>
    <p:extLst>
      <p:ext uri="{BB962C8B-B14F-4D97-AF65-F5344CB8AC3E}">
        <p14:creationId xmlns:p14="http://schemas.microsoft.com/office/powerpoint/2010/main" val="3064729796"/>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7" name="Text Placeholder 4"/>
          <p:cNvSpPr>
            <a:spLocks noGrp="1"/>
          </p:cNvSpPr>
          <p:nvPr>
            <p:ph type="body" sz="quarter" idx="13"/>
          </p:nvPr>
        </p:nvSpPr>
        <p:spPr>
          <a:xfrm>
            <a:off x="10033002" y="186267"/>
            <a:ext cx="1981197" cy="347133"/>
          </a:xfrm>
        </p:spPr>
        <p:txBody>
          <a:bodyPr/>
          <a:lstStyle>
            <a:lvl1pPr algn="r">
              <a:defRPr sz="933" baseline="0">
                <a:solidFill>
                  <a:schemeClr val="tx1"/>
                </a:solidFill>
              </a:defRPr>
            </a:lvl1pPr>
          </a:lstStyle>
          <a:p>
            <a:pPr lvl="0"/>
            <a:r>
              <a:rPr lang="en-US"/>
              <a:t>Click to edit Master text styles</a:t>
            </a:r>
          </a:p>
        </p:txBody>
      </p:sp>
      <p:sp>
        <p:nvSpPr>
          <p:cNvPr id="5" name="Date Placeholder 9">
            <a:extLst>
              <a:ext uri="{FF2B5EF4-FFF2-40B4-BE49-F238E27FC236}">
                <a16:creationId xmlns:a16="http://schemas.microsoft.com/office/drawing/2014/main" id="{048CED7F-D436-457F-A3BD-682FA06FE49A}"/>
              </a:ext>
            </a:extLst>
          </p:cNvPr>
          <p:cNvSpPr>
            <a:spLocks noGrp="1"/>
          </p:cNvSpPr>
          <p:nvPr>
            <p:ph type="dt" sz="half" idx="14"/>
          </p:nvPr>
        </p:nvSpPr>
        <p:spPr>
          <a:xfrm>
            <a:off x="407988" y="6555971"/>
            <a:ext cx="2829007" cy="219456"/>
          </a:xfrm>
          <a:prstGeom prst="rect">
            <a:avLst/>
          </a:prstGeom>
        </p:spPr>
        <p:txBody>
          <a:bodyPr/>
          <a:lstStyle>
            <a:lvl1pPr>
              <a:defRPr/>
            </a:lvl1pPr>
          </a:lstStyle>
          <a:p>
            <a:pPr>
              <a:defRPr/>
            </a:pPr>
            <a:fld id="{8164C8A9-CA15-45E8-AB76-FAB297E2C958}" type="datetime1">
              <a:rPr lang="en-GB" smtClean="0"/>
              <a:t>18/12/2020</a:t>
            </a:fld>
            <a:endParaRPr lang="en-GB" dirty="0"/>
          </a:p>
        </p:txBody>
      </p:sp>
      <p:sp>
        <p:nvSpPr>
          <p:cNvPr id="6" name="Slide Number Placeholder 11">
            <a:extLst>
              <a:ext uri="{FF2B5EF4-FFF2-40B4-BE49-F238E27FC236}">
                <a16:creationId xmlns:a16="http://schemas.microsoft.com/office/drawing/2014/main" id="{5FCE36E9-C0FA-47C7-8806-E5F857CDAE98}"/>
              </a:ext>
            </a:extLst>
          </p:cNvPr>
          <p:cNvSpPr>
            <a:spLocks noGrp="1"/>
          </p:cNvSpPr>
          <p:nvPr>
            <p:ph type="sldNum" sz="quarter" idx="15"/>
          </p:nvPr>
        </p:nvSpPr>
        <p:spPr>
          <a:xfrm>
            <a:off x="11784013" y="6555758"/>
            <a:ext cx="123754" cy="215444"/>
          </a:xfrm>
          <a:prstGeom prst="rect">
            <a:avLst/>
          </a:prstGeom>
        </p:spPr>
        <p:txBody>
          <a:bodyPr/>
          <a:lstStyle>
            <a:lvl1pPr>
              <a:defRPr smtClean="0"/>
            </a:lvl1pPr>
          </a:lstStyle>
          <a:p>
            <a:pPr>
              <a:defRPr/>
            </a:pPr>
            <a:fld id="{03DEE73E-DF18-44FE-B82A-6F270E6F8640}" type="slidenum">
              <a:rPr lang="en-GB" altLang="en-US"/>
              <a:pPr>
                <a:defRPr/>
              </a:pPr>
              <a:t>‹#›</a:t>
            </a:fld>
            <a:endParaRPr lang="en-GB" altLang="en-US" dirty="0"/>
          </a:p>
        </p:txBody>
      </p:sp>
    </p:spTree>
    <p:extLst>
      <p:ext uri="{BB962C8B-B14F-4D97-AF65-F5344CB8AC3E}">
        <p14:creationId xmlns:p14="http://schemas.microsoft.com/office/powerpoint/2010/main" val="3045681038"/>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userDrawn="1">
  <p:cSld name="2_Cover1">
    <p:bg>
      <p:bgPr>
        <a:solidFill>
          <a:schemeClr val="bg2"/>
        </a:solidFill>
        <a:effectLst/>
      </p:bgPr>
    </p:bg>
    <p:spTree>
      <p:nvGrpSpPr>
        <p:cNvPr id="1" name=""/>
        <p:cNvGrpSpPr/>
        <p:nvPr/>
      </p:nvGrpSpPr>
      <p:grpSpPr>
        <a:xfrm>
          <a:off x="0" y="0"/>
          <a:ext cx="0" cy="0"/>
          <a:chOff x="0" y="0"/>
          <a:chExt cx="0" cy="0"/>
        </a:xfrm>
      </p:grpSpPr>
      <p:sp>
        <p:nvSpPr>
          <p:cNvPr id="11" name="Title 1"/>
          <p:cNvSpPr>
            <a:spLocks noGrp="1"/>
          </p:cNvSpPr>
          <p:nvPr>
            <p:ph type="ctrTitle" hasCustomPrompt="1"/>
          </p:nvPr>
        </p:nvSpPr>
        <p:spPr>
          <a:xfrm>
            <a:off x="407988" y="3068960"/>
            <a:ext cx="4967932" cy="7207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oAutofit/>
          </a:bodyPr>
          <a:lstStyle>
            <a:lvl1pPr>
              <a:lnSpc>
                <a:spcPts val="3000"/>
              </a:lnSpc>
              <a:defRPr lang="en-US" sz="2600" b="0" dirty="0">
                <a:solidFill>
                  <a:srgbClr val="0070AD"/>
                </a:solidFill>
              </a:defRPr>
            </a:lvl1pPr>
          </a:lstStyle>
          <a:p>
            <a:pPr marL="0" lvl="0"/>
            <a:r>
              <a:rPr lang="en-US" dirty="0"/>
              <a:t>Click to insert title</a:t>
            </a:r>
          </a:p>
        </p:txBody>
      </p:sp>
      <p:sp>
        <p:nvSpPr>
          <p:cNvPr id="12" name="Subtitle 2"/>
          <p:cNvSpPr>
            <a:spLocks noGrp="1"/>
          </p:cNvSpPr>
          <p:nvPr>
            <p:ph type="subTitle" idx="1" hasCustomPrompt="1"/>
          </p:nvPr>
        </p:nvSpPr>
        <p:spPr>
          <a:xfrm>
            <a:off x="407988" y="3932559"/>
            <a:ext cx="4967932" cy="12239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marL="0" marR="0" indent="0" algn="l" defTabSz="914400" rtl="0" eaLnBrk="1" fontAlgn="auto" latinLnBrk="0" hangingPunct="1">
              <a:lnSpc>
                <a:spcPts val="1800"/>
              </a:lnSpc>
              <a:spcBef>
                <a:spcPts val="600"/>
              </a:spcBef>
              <a:spcAft>
                <a:spcPts val="0"/>
              </a:spcAft>
              <a:buClrTx/>
              <a:buSzTx/>
              <a:buFont typeface="Arial" panose="020B0604020202020204" pitchFamily="34" charset="0"/>
              <a:buNone/>
              <a:tabLst/>
              <a:defRPr lang="en-US" sz="1600" dirty="0">
                <a:solidFill>
                  <a:srgbClr val="0070AD"/>
                </a:solidFill>
              </a:defRPr>
            </a:lvl1pPr>
          </a:lstStyle>
          <a:p>
            <a:pPr marL="0" lvl="0"/>
            <a:r>
              <a:rPr lang="en-US" dirty="0"/>
              <a:t>Click to insert presenter, location, and date</a:t>
            </a:r>
          </a:p>
        </p:txBody>
      </p:sp>
      <p:pic>
        <p:nvPicPr>
          <p:cNvPr id="7" name="Graphic 9">
            <a:extLst>
              <a:ext uri="{FF2B5EF4-FFF2-40B4-BE49-F238E27FC236}">
                <a16:creationId xmlns:a16="http://schemas.microsoft.com/office/drawing/2014/main" id="{C3D2EC56-D17C-4A75-8178-C69397BC735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07988" y="6101472"/>
            <a:ext cx="2286000" cy="510013"/>
          </a:xfrm>
          <a:prstGeom prst="rect">
            <a:avLst/>
          </a:prstGeom>
        </p:spPr>
      </p:pic>
      <p:sp>
        <p:nvSpPr>
          <p:cNvPr id="10" name="Freeform 7"/>
          <p:cNvSpPr>
            <a:spLocks/>
          </p:cNvSpPr>
          <p:nvPr userDrawn="1"/>
        </p:nvSpPr>
        <p:spPr bwMode="auto">
          <a:xfrm>
            <a:off x="9518650" y="6842125"/>
            <a:ext cx="107950" cy="15875"/>
          </a:xfrm>
          <a:custGeom>
            <a:avLst/>
            <a:gdLst>
              <a:gd name="T0" fmla="*/ 0 w 34"/>
              <a:gd name="T1" fmla="*/ 5 h 5"/>
              <a:gd name="T2" fmla="*/ 13 w 34"/>
              <a:gd name="T3" fmla="*/ 3 h 5"/>
              <a:gd name="T4" fmla="*/ 34 w 34"/>
              <a:gd name="T5" fmla="*/ 0 h 5"/>
              <a:gd name="T6" fmla="*/ 34 w 34"/>
              <a:gd name="T7" fmla="*/ 5 h 5"/>
              <a:gd name="T8" fmla="*/ 0 w 34"/>
              <a:gd name="T9" fmla="*/ 5 h 5"/>
            </a:gdLst>
            <a:ahLst/>
            <a:cxnLst>
              <a:cxn ang="0">
                <a:pos x="T0" y="T1"/>
              </a:cxn>
              <a:cxn ang="0">
                <a:pos x="T2" y="T3"/>
              </a:cxn>
              <a:cxn ang="0">
                <a:pos x="T4" y="T5"/>
              </a:cxn>
              <a:cxn ang="0">
                <a:pos x="T6" y="T7"/>
              </a:cxn>
              <a:cxn ang="0">
                <a:pos x="T8" y="T9"/>
              </a:cxn>
            </a:cxnLst>
            <a:rect l="0" t="0" r="r" b="b"/>
            <a:pathLst>
              <a:path w="34" h="5">
                <a:moveTo>
                  <a:pt x="0" y="5"/>
                </a:moveTo>
                <a:cubicBezTo>
                  <a:pt x="4" y="4"/>
                  <a:pt x="9" y="3"/>
                  <a:pt x="13" y="3"/>
                </a:cubicBezTo>
                <a:cubicBezTo>
                  <a:pt x="20" y="2"/>
                  <a:pt x="27" y="1"/>
                  <a:pt x="34" y="0"/>
                </a:cubicBezTo>
                <a:cubicBezTo>
                  <a:pt x="34" y="1"/>
                  <a:pt x="34" y="3"/>
                  <a:pt x="34" y="5"/>
                </a:cubicBezTo>
                <a:cubicBezTo>
                  <a:pt x="23" y="5"/>
                  <a:pt x="11" y="5"/>
                  <a:pt x="0" y="5"/>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solidFill>
                <a:srgbClr val="000000"/>
              </a:solidFill>
            </a:endParaRPr>
          </a:p>
        </p:txBody>
      </p:sp>
      <p:sp>
        <p:nvSpPr>
          <p:cNvPr id="13" name="Freeform 5"/>
          <p:cNvSpPr>
            <a:spLocks/>
          </p:cNvSpPr>
          <p:nvPr userDrawn="1"/>
        </p:nvSpPr>
        <p:spPr bwMode="auto">
          <a:xfrm>
            <a:off x="5130800" y="0"/>
            <a:ext cx="7061200" cy="6861175"/>
          </a:xfrm>
          <a:custGeom>
            <a:avLst/>
            <a:gdLst>
              <a:gd name="T0" fmla="*/ 2190 w 2224"/>
              <a:gd name="T1" fmla="*/ 2161 h 2161"/>
              <a:gd name="T2" fmla="*/ 2158 w 2224"/>
              <a:gd name="T3" fmla="*/ 2161 h 2161"/>
              <a:gd name="T4" fmla="*/ 2149 w 2224"/>
              <a:gd name="T5" fmla="*/ 2159 h 2161"/>
              <a:gd name="T6" fmla="*/ 2087 w 2224"/>
              <a:gd name="T7" fmla="*/ 2151 h 2161"/>
              <a:gd name="T8" fmla="*/ 1957 w 2224"/>
              <a:gd name="T9" fmla="*/ 2117 h 2161"/>
              <a:gd name="T10" fmla="*/ 1701 w 2224"/>
              <a:gd name="T11" fmla="*/ 2001 h 2161"/>
              <a:gd name="T12" fmla="*/ 1396 w 2224"/>
              <a:gd name="T13" fmla="*/ 1804 h 2161"/>
              <a:gd name="T14" fmla="*/ 1172 w 2224"/>
              <a:gd name="T15" fmla="*/ 1625 h 2161"/>
              <a:gd name="T16" fmla="*/ 1099 w 2224"/>
              <a:gd name="T17" fmla="*/ 1563 h 2161"/>
              <a:gd name="T18" fmla="*/ 1091 w 2224"/>
              <a:gd name="T19" fmla="*/ 1557 h 2161"/>
              <a:gd name="T20" fmla="*/ 1097 w 2224"/>
              <a:gd name="T21" fmla="*/ 1547 h 2161"/>
              <a:gd name="T22" fmla="*/ 1121 w 2224"/>
              <a:gd name="T23" fmla="*/ 1500 h 2161"/>
              <a:gd name="T24" fmla="*/ 1169 w 2224"/>
              <a:gd name="T25" fmla="*/ 1345 h 2161"/>
              <a:gd name="T26" fmla="*/ 1161 w 2224"/>
              <a:gd name="T27" fmla="*/ 1234 h 2161"/>
              <a:gd name="T28" fmla="*/ 1087 w 2224"/>
              <a:gd name="T29" fmla="*/ 1109 h 2161"/>
              <a:gd name="T30" fmla="*/ 965 w 2224"/>
              <a:gd name="T31" fmla="*/ 1010 h 2161"/>
              <a:gd name="T32" fmla="*/ 752 w 2224"/>
              <a:gd name="T33" fmla="*/ 895 h 2161"/>
              <a:gd name="T34" fmla="*/ 489 w 2224"/>
              <a:gd name="T35" fmla="*/ 779 h 2161"/>
              <a:gd name="T36" fmla="*/ 347 w 2224"/>
              <a:gd name="T37" fmla="*/ 718 h 2161"/>
              <a:gd name="T38" fmla="*/ 170 w 2224"/>
              <a:gd name="T39" fmla="*/ 607 h 2161"/>
              <a:gd name="T40" fmla="*/ 54 w 2224"/>
              <a:gd name="T41" fmla="*/ 466 h 2161"/>
              <a:gd name="T42" fmla="*/ 2 w 2224"/>
              <a:gd name="T43" fmla="*/ 243 h 2161"/>
              <a:gd name="T44" fmla="*/ 16 w 2224"/>
              <a:gd name="T45" fmla="*/ 132 h 2161"/>
              <a:gd name="T46" fmla="*/ 65 w 2224"/>
              <a:gd name="T47" fmla="*/ 0 h 2161"/>
              <a:gd name="T48" fmla="*/ 2224 w 2224"/>
              <a:gd name="T49" fmla="*/ 0 h 2161"/>
              <a:gd name="T50" fmla="*/ 2224 w 2224"/>
              <a:gd name="T51" fmla="*/ 2156 h 2161"/>
              <a:gd name="T52" fmla="*/ 2203 w 2224"/>
              <a:gd name="T53" fmla="*/ 2159 h 2161"/>
              <a:gd name="T54" fmla="*/ 2190 w 2224"/>
              <a:gd name="T55" fmla="*/ 2161 h 2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224" h="2161">
                <a:moveTo>
                  <a:pt x="2190" y="2161"/>
                </a:moveTo>
                <a:cubicBezTo>
                  <a:pt x="2179" y="2161"/>
                  <a:pt x="2169" y="2161"/>
                  <a:pt x="2158" y="2161"/>
                </a:cubicBezTo>
                <a:cubicBezTo>
                  <a:pt x="2155" y="2160"/>
                  <a:pt x="2152" y="2159"/>
                  <a:pt x="2149" y="2159"/>
                </a:cubicBezTo>
                <a:cubicBezTo>
                  <a:pt x="2128" y="2156"/>
                  <a:pt x="2108" y="2155"/>
                  <a:pt x="2087" y="2151"/>
                </a:cubicBezTo>
                <a:cubicBezTo>
                  <a:pt x="2043" y="2144"/>
                  <a:pt x="1999" y="2132"/>
                  <a:pt x="1957" y="2117"/>
                </a:cubicBezTo>
                <a:cubicBezTo>
                  <a:pt x="1868" y="2087"/>
                  <a:pt x="1783" y="2047"/>
                  <a:pt x="1701" y="2001"/>
                </a:cubicBezTo>
                <a:cubicBezTo>
                  <a:pt x="1595" y="1943"/>
                  <a:pt x="1494" y="1876"/>
                  <a:pt x="1396" y="1804"/>
                </a:cubicBezTo>
                <a:cubicBezTo>
                  <a:pt x="1319" y="1747"/>
                  <a:pt x="1244" y="1688"/>
                  <a:pt x="1172" y="1625"/>
                </a:cubicBezTo>
                <a:cubicBezTo>
                  <a:pt x="1148" y="1604"/>
                  <a:pt x="1123" y="1584"/>
                  <a:pt x="1099" y="1563"/>
                </a:cubicBezTo>
                <a:cubicBezTo>
                  <a:pt x="1096" y="1561"/>
                  <a:pt x="1094" y="1559"/>
                  <a:pt x="1091" y="1557"/>
                </a:cubicBezTo>
                <a:cubicBezTo>
                  <a:pt x="1094" y="1553"/>
                  <a:pt x="1095" y="1550"/>
                  <a:pt x="1097" y="1547"/>
                </a:cubicBezTo>
                <a:cubicBezTo>
                  <a:pt x="1105" y="1531"/>
                  <a:pt x="1113" y="1516"/>
                  <a:pt x="1121" y="1500"/>
                </a:cubicBezTo>
                <a:cubicBezTo>
                  <a:pt x="1145" y="1451"/>
                  <a:pt x="1163" y="1400"/>
                  <a:pt x="1169" y="1345"/>
                </a:cubicBezTo>
                <a:cubicBezTo>
                  <a:pt x="1174" y="1307"/>
                  <a:pt x="1171" y="1270"/>
                  <a:pt x="1161" y="1234"/>
                </a:cubicBezTo>
                <a:cubicBezTo>
                  <a:pt x="1147" y="1186"/>
                  <a:pt x="1120" y="1145"/>
                  <a:pt x="1087" y="1109"/>
                </a:cubicBezTo>
                <a:cubicBezTo>
                  <a:pt x="1051" y="1070"/>
                  <a:pt x="1009" y="1039"/>
                  <a:pt x="965" y="1010"/>
                </a:cubicBezTo>
                <a:cubicBezTo>
                  <a:pt x="897" y="966"/>
                  <a:pt x="825" y="929"/>
                  <a:pt x="752" y="895"/>
                </a:cubicBezTo>
                <a:cubicBezTo>
                  <a:pt x="665" y="854"/>
                  <a:pt x="577" y="817"/>
                  <a:pt x="489" y="779"/>
                </a:cubicBezTo>
                <a:cubicBezTo>
                  <a:pt x="441" y="759"/>
                  <a:pt x="394" y="740"/>
                  <a:pt x="347" y="718"/>
                </a:cubicBezTo>
                <a:cubicBezTo>
                  <a:pt x="283" y="689"/>
                  <a:pt x="224" y="653"/>
                  <a:pt x="170" y="607"/>
                </a:cubicBezTo>
                <a:cubicBezTo>
                  <a:pt x="123" y="567"/>
                  <a:pt x="83" y="521"/>
                  <a:pt x="54" y="466"/>
                </a:cubicBezTo>
                <a:cubicBezTo>
                  <a:pt x="16" y="396"/>
                  <a:pt x="0" y="322"/>
                  <a:pt x="2" y="243"/>
                </a:cubicBezTo>
                <a:cubicBezTo>
                  <a:pt x="3" y="206"/>
                  <a:pt x="8" y="169"/>
                  <a:pt x="16" y="132"/>
                </a:cubicBezTo>
                <a:cubicBezTo>
                  <a:pt x="27" y="86"/>
                  <a:pt x="43" y="42"/>
                  <a:pt x="65" y="0"/>
                </a:cubicBezTo>
                <a:cubicBezTo>
                  <a:pt x="784" y="0"/>
                  <a:pt x="1504" y="0"/>
                  <a:pt x="2224" y="0"/>
                </a:cubicBezTo>
                <a:cubicBezTo>
                  <a:pt x="2224" y="719"/>
                  <a:pt x="2224" y="1437"/>
                  <a:pt x="2224" y="2156"/>
                </a:cubicBezTo>
                <a:cubicBezTo>
                  <a:pt x="2217" y="2157"/>
                  <a:pt x="2210" y="2158"/>
                  <a:pt x="2203" y="2159"/>
                </a:cubicBezTo>
                <a:cubicBezTo>
                  <a:pt x="2199" y="2159"/>
                  <a:pt x="2194" y="2160"/>
                  <a:pt x="2190" y="2161"/>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de-DE">
              <a:solidFill>
                <a:srgbClr val="000000"/>
              </a:solidFill>
            </a:endParaRPr>
          </a:p>
        </p:txBody>
      </p:sp>
    </p:spTree>
    <p:extLst>
      <p:ext uri="{BB962C8B-B14F-4D97-AF65-F5344CB8AC3E}">
        <p14:creationId xmlns:p14="http://schemas.microsoft.com/office/powerpoint/2010/main" val="2976830197"/>
      </p:ext>
    </p:extLst>
  </p:cSld>
  <p:clrMapOvr>
    <a:masterClrMapping/>
  </p:clrMapOvr>
  <p:extLst>
    <p:ext uri="{DCECCB84-F9BA-43D5-87BE-67443E8EF086}">
      <p15:sldGuideLst xmlns:p15="http://schemas.microsoft.com/office/powerpoint/2012/main">
        <p15:guide id="1" pos="7219">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1_Cover2">
    <p:bg>
      <p:bgPr>
        <a:solidFill>
          <a:schemeClr val="bg2"/>
        </a:solidFill>
        <a:effectLst/>
      </p:bgPr>
    </p:bg>
    <p:spTree>
      <p:nvGrpSpPr>
        <p:cNvPr id="1" name=""/>
        <p:cNvGrpSpPr/>
        <p:nvPr/>
      </p:nvGrpSpPr>
      <p:grpSpPr>
        <a:xfrm>
          <a:off x="0" y="0"/>
          <a:ext cx="0" cy="0"/>
          <a:chOff x="0" y="0"/>
          <a:chExt cx="0" cy="0"/>
        </a:xfrm>
      </p:grpSpPr>
      <p:graphicFrame>
        <p:nvGraphicFramePr>
          <p:cNvPr id="11" name="Object 10" hidden="1"/>
          <p:cNvGraphicFramePr>
            <a:graphicFrameLocks noChangeAspect="1"/>
          </p:cNvGraphicFramePr>
          <p:nvPr userDrawn="1">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26383"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0" name="Freeform 5"/>
          <p:cNvSpPr>
            <a:spLocks/>
          </p:cNvSpPr>
          <p:nvPr userDrawn="1"/>
        </p:nvSpPr>
        <p:spPr bwMode="auto">
          <a:xfrm>
            <a:off x="2238375" y="927100"/>
            <a:ext cx="9953625" cy="5930900"/>
          </a:xfrm>
          <a:custGeom>
            <a:avLst/>
            <a:gdLst>
              <a:gd name="T0" fmla="*/ 2651 w 2651"/>
              <a:gd name="T1" fmla="*/ 1579 h 1579"/>
              <a:gd name="T2" fmla="*/ 77 w 2651"/>
              <a:gd name="T3" fmla="*/ 1579 h 1579"/>
              <a:gd name="T4" fmla="*/ 74 w 2651"/>
              <a:gd name="T5" fmla="*/ 1571 h 1579"/>
              <a:gd name="T6" fmla="*/ 19 w 2651"/>
              <a:gd name="T7" fmla="*/ 1324 h 1579"/>
              <a:gd name="T8" fmla="*/ 2 w 2651"/>
              <a:gd name="T9" fmla="*/ 1163 h 1579"/>
              <a:gd name="T10" fmla="*/ 0 w 2651"/>
              <a:gd name="T11" fmla="*/ 1129 h 1579"/>
              <a:gd name="T12" fmla="*/ 0 w 2651"/>
              <a:gd name="T13" fmla="*/ 1054 h 1579"/>
              <a:gd name="T14" fmla="*/ 1 w 2651"/>
              <a:gd name="T15" fmla="*/ 1048 h 1579"/>
              <a:gd name="T16" fmla="*/ 5 w 2651"/>
              <a:gd name="T17" fmla="*/ 973 h 1579"/>
              <a:gd name="T18" fmla="*/ 29 w 2651"/>
              <a:gd name="T19" fmla="*/ 824 h 1579"/>
              <a:gd name="T20" fmla="*/ 141 w 2651"/>
              <a:gd name="T21" fmla="*/ 541 h 1579"/>
              <a:gd name="T22" fmla="*/ 316 w 2651"/>
              <a:gd name="T23" fmla="*/ 309 h 1579"/>
              <a:gd name="T24" fmla="*/ 432 w 2651"/>
              <a:gd name="T25" fmla="*/ 200 h 1579"/>
              <a:gd name="T26" fmla="*/ 625 w 2651"/>
              <a:gd name="T27" fmla="*/ 56 h 1579"/>
              <a:gd name="T28" fmla="*/ 712 w 2651"/>
              <a:gd name="T29" fmla="*/ 0 h 1579"/>
              <a:gd name="T30" fmla="*/ 714 w 2651"/>
              <a:gd name="T31" fmla="*/ 0 h 1579"/>
              <a:gd name="T32" fmla="*/ 718 w 2651"/>
              <a:gd name="T33" fmla="*/ 3 h 1579"/>
              <a:gd name="T34" fmla="*/ 921 w 2651"/>
              <a:gd name="T35" fmla="*/ 110 h 1579"/>
              <a:gd name="T36" fmla="*/ 1211 w 2651"/>
              <a:gd name="T37" fmla="*/ 250 h 1579"/>
              <a:gd name="T38" fmla="*/ 1535 w 2651"/>
              <a:gd name="T39" fmla="*/ 384 h 1579"/>
              <a:gd name="T40" fmla="*/ 1706 w 2651"/>
              <a:gd name="T41" fmla="*/ 443 h 1579"/>
              <a:gd name="T42" fmla="*/ 2045 w 2651"/>
              <a:gd name="T43" fmla="*/ 528 h 1579"/>
              <a:gd name="T44" fmla="*/ 2329 w 2651"/>
              <a:gd name="T45" fmla="*/ 552 h 1579"/>
              <a:gd name="T46" fmla="*/ 2421 w 2651"/>
              <a:gd name="T47" fmla="*/ 546 h 1579"/>
              <a:gd name="T48" fmla="*/ 2639 w 2651"/>
              <a:gd name="T49" fmla="*/ 486 h 1579"/>
              <a:gd name="T50" fmla="*/ 2651 w 2651"/>
              <a:gd name="T51" fmla="*/ 493 h 1579"/>
              <a:gd name="T52" fmla="*/ 2651 w 2651"/>
              <a:gd name="T53" fmla="*/ 1569 h 1579"/>
              <a:gd name="T54" fmla="*/ 2651 w 2651"/>
              <a:gd name="T55" fmla="*/ 1579 h 15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651" h="1579">
                <a:moveTo>
                  <a:pt x="2651" y="1579"/>
                </a:moveTo>
                <a:cubicBezTo>
                  <a:pt x="1793" y="1579"/>
                  <a:pt x="935" y="1579"/>
                  <a:pt x="77" y="1579"/>
                </a:cubicBezTo>
                <a:cubicBezTo>
                  <a:pt x="76" y="1576"/>
                  <a:pt x="75" y="1574"/>
                  <a:pt x="74" y="1571"/>
                </a:cubicBezTo>
                <a:cubicBezTo>
                  <a:pt x="51" y="1490"/>
                  <a:pt x="32" y="1407"/>
                  <a:pt x="19" y="1324"/>
                </a:cubicBezTo>
                <a:cubicBezTo>
                  <a:pt x="10" y="1270"/>
                  <a:pt x="5" y="1217"/>
                  <a:pt x="2" y="1163"/>
                </a:cubicBezTo>
                <a:cubicBezTo>
                  <a:pt x="1" y="1152"/>
                  <a:pt x="2" y="1140"/>
                  <a:pt x="0" y="1129"/>
                </a:cubicBezTo>
                <a:cubicBezTo>
                  <a:pt x="0" y="1104"/>
                  <a:pt x="0" y="1079"/>
                  <a:pt x="0" y="1054"/>
                </a:cubicBezTo>
                <a:cubicBezTo>
                  <a:pt x="0" y="1052"/>
                  <a:pt x="1" y="1050"/>
                  <a:pt x="1" y="1048"/>
                </a:cubicBezTo>
                <a:cubicBezTo>
                  <a:pt x="1" y="1023"/>
                  <a:pt x="3" y="998"/>
                  <a:pt x="5" y="973"/>
                </a:cubicBezTo>
                <a:cubicBezTo>
                  <a:pt x="10" y="923"/>
                  <a:pt x="18" y="873"/>
                  <a:pt x="29" y="824"/>
                </a:cubicBezTo>
                <a:cubicBezTo>
                  <a:pt x="53" y="724"/>
                  <a:pt x="90" y="630"/>
                  <a:pt x="141" y="541"/>
                </a:cubicBezTo>
                <a:cubicBezTo>
                  <a:pt x="190" y="457"/>
                  <a:pt x="249" y="380"/>
                  <a:pt x="316" y="309"/>
                </a:cubicBezTo>
                <a:cubicBezTo>
                  <a:pt x="352" y="271"/>
                  <a:pt x="391" y="235"/>
                  <a:pt x="432" y="200"/>
                </a:cubicBezTo>
                <a:cubicBezTo>
                  <a:pt x="493" y="148"/>
                  <a:pt x="558" y="100"/>
                  <a:pt x="625" y="56"/>
                </a:cubicBezTo>
                <a:cubicBezTo>
                  <a:pt x="653" y="37"/>
                  <a:pt x="683" y="19"/>
                  <a:pt x="712" y="0"/>
                </a:cubicBezTo>
                <a:cubicBezTo>
                  <a:pt x="712" y="0"/>
                  <a:pt x="713" y="0"/>
                  <a:pt x="714" y="0"/>
                </a:cubicBezTo>
                <a:cubicBezTo>
                  <a:pt x="715" y="1"/>
                  <a:pt x="717" y="2"/>
                  <a:pt x="718" y="3"/>
                </a:cubicBezTo>
                <a:cubicBezTo>
                  <a:pt x="785" y="39"/>
                  <a:pt x="853" y="75"/>
                  <a:pt x="921" y="110"/>
                </a:cubicBezTo>
                <a:cubicBezTo>
                  <a:pt x="1017" y="159"/>
                  <a:pt x="1113" y="206"/>
                  <a:pt x="1211" y="250"/>
                </a:cubicBezTo>
                <a:cubicBezTo>
                  <a:pt x="1318" y="298"/>
                  <a:pt x="1425" y="344"/>
                  <a:pt x="1535" y="384"/>
                </a:cubicBezTo>
                <a:cubicBezTo>
                  <a:pt x="1591" y="405"/>
                  <a:pt x="1648" y="425"/>
                  <a:pt x="1706" y="443"/>
                </a:cubicBezTo>
                <a:cubicBezTo>
                  <a:pt x="1817" y="478"/>
                  <a:pt x="1930" y="508"/>
                  <a:pt x="2045" y="528"/>
                </a:cubicBezTo>
                <a:cubicBezTo>
                  <a:pt x="2139" y="544"/>
                  <a:pt x="2234" y="554"/>
                  <a:pt x="2329" y="552"/>
                </a:cubicBezTo>
                <a:cubicBezTo>
                  <a:pt x="2360" y="551"/>
                  <a:pt x="2390" y="549"/>
                  <a:pt x="2421" y="546"/>
                </a:cubicBezTo>
                <a:cubicBezTo>
                  <a:pt x="2497" y="537"/>
                  <a:pt x="2570" y="519"/>
                  <a:pt x="2639" y="486"/>
                </a:cubicBezTo>
                <a:cubicBezTo>
                  <a:pt x="2651" y="480"/>
                  <a:pt x="2651" y="479"/>
                  <a:pt x="2651" y="493"/>
                </a:cubicBezTo>
                <a:cubicBezTo>
                  <a:pt x="2651" y="852"/>
                  <a:pt x="2651" y="1210"/>
                  <a:pt x="2651" y="1569"/>
                </a:cubicBezTo>
                <a:cubicBezTo>
                  <a:pt x="2651" y="1572"/>
                  <a:pt x="2651" y="1576"/>
                  <a:pt x="2651" y="1579"/>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de-DE">
              <a:solidFill>
                <a:srgbClr val="000000"/>
              </a:solidFill>
            </a:endParaRPr>
          </a:p>
        </p:txBody>
      </p:sp>
      <p:pic>
        <p:nvPicPr>
          <p:cNvPr id="5" name="Graphic 9">
            <a:extLst>
              <a:ext uri="{FF2B5EF4-FFF2-40B4-BE49-F238E27FC236}">
                <a16:creationId xmlns:a16="http://schemas.microsoft.com/office/drawing/2014/main" id="{C3D2EC56-D17C-4A75-8178-C69397BC7353}"/>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407988" y="404813"/>
            <a:ext cx="2286000" cy="510013"/>
          </a:xfrm>
          <a:prstGeom prst="rect">
            <a:avLst/>
          </a:prstGeom>
        </p:spPr>
      </p:pic>
      <p:sp>
        <p:nvSpPr>
          <p:cNvPr id="14" name="Text Placeholder 13">
            <a:extLst>
              <a:ext uri="{FF2B5EF4-FFF2-40B4-BE49-F238E27FC236}">
                <a16:creationId xmlns:a16="http://schemas.microsoft.com/office/drawing/2014/main" id="{4252348C-45B4-48E3-B74B-8E834575C8AA}"/>
              </a:ext>
            </a:extLst>
          </p:cNvPr>
          <p:cNvSpPr>
            <a:spLocks noGrp="1"/>
          </p:cNvSpPr>
          <p:nvPr>
            <p:ph type="body" sz="quarter" idx="10" hasCustomPrompt="1"/>
          </p:nvPr>
        </p:nvSpPr>
        <p:spPr>
          <a:xfrm>
            <a:off x="6384032" y="4157668"/>
            <a:ext cx="5399981" cy="1079500"/>
          </a:xfrm>
        </p:spPr>
        <p:txBody>
          <a:bodyPr anchor="b">
            <a:normAutofit/>
          </a:bodyPr>
          <a:lstStyle>
            <a:lvl1pPr algn="r">
              <a:lnSpc>
                <a:spcPts val="3000"/>
              </a:lnSpc>
              <a:defRPr sz="2600">
                <a:solidFill>
                  <a:schemeClr val="bg1"/>
                </a:solidFill>
              </a:defRPr>
            </a:lvl1pPr>
          </a:lstStyle>
          <a:p>
            <a:pPr lvl="0"/>
            <a:r>
              <a:rPr lang="en-US" dirty="0"/>
              <a:t>Click to insert title</a:t>
            </a:r>
          </a:p>
        </p:txBody>
      </p:sp>
      <p:sp>
        <p:nvSpPr>
          <p:cNvPr id="15" name="Text Placeholder 13">
            <a:extLst>
              <a:ext uri="{FF2B5EF4-FFF2-40B4-BE49-F238E27FC236}">
                <a16:creationId xmlns:a16="http://schemas.microsoft.com/office/drawing/2014/main" id="{97620309-84FF-4D53-AD39-936B55216B4B}"/>
              </a:ext>
            </a:extLst>
          </p:cNvPr>
          <p:cNvSpPr>
            <a:spLocks noGrp="1"/>
          </p:cNvSpPr>
          <p:nvPr>
            <p:ph type="body" sz="quarter" idx="11" hasCustomPrompt="1"/>
          </p:nvPr>
        </p:nvSpPr>
        <p:spPr>
          <a:xfrm>
            <a:off x="6382672" y="5381481"/>
            <a:ext cx="5401341" cy="1079500"/>
          </a:xfrm>
        </p:spPr>
        <p:txBody>
          <a:bodyPr anchor="t">
            <a:normAutofit/>
          </a:bodyPr>
          <a:lstStyle>
            <a:lvl1pPr marL="0" algn="r">
              <a:lnSpc>
                <a:spcPts val="2200"/>
              </a:lnSpc>
              <a:defRPr sz="1800">
                <a:solidFill>
                  <a:schemeClr val="bg1"/>
                </a:solidFill>
              </a:defRPr>
            </a:lvl1pPr>
          </a:lstStyle>
          <a:p>
            <a:pPr marL="0" lvl="0"/>
            <a:r>
              <a:rPr lang="en-US" dirty="0"/>
              <a:t>Click to insert presenter, location, and date</a:t>
            </a:r>
          </a:p>
        </p:txBody>
      </p:sp>
    </p:spTree>
    <p:extLst>
      <p:ext uri="{BB962C8B-B14F-4D97-AF65-F5344CB8AC3E}">
        <p14:creationId xmlns:p14="http://schemas.microsoft.com/office/powerpoint/2010/main" val="3884572495"/>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1_Cover3">
    <p:bg>
      <p:bgPr>
        <a:solidFill>
          <a:schemeClr val="bg2"/>
        </a:solidFill>
        <a:effectLst/>
      </p:bgPr>
    </p:bg>
    <p:spTree>
      <p:nvGrpSpPr>
        <p:cNvPr id="1" name=""/>
        <p:cNvGrpSpPr/>
        <p:nvPr/>
      </p:nvGrpSpPr>
      <p:grpSpPr>
        <a:xfrm>
          <a:off x="0" y="0"/>
          <a:ext cx="0" cy="0"/>
          <a:chOff x="0" y="0"/>
          <a:chExt cx="0" cy="0"/>
        </a:xfrm>
      </p:grpSpPr>
      <p:pic>
        <p:nvPicPr>
          <p:cNvPr id="6" name="Graphic 9">
            <a:extLst>
              <a:ext uri="{FF2B5EF4-FFF2-40B4-BE49-F238E27FC236}">
                <a16:creationId xmlns:a16="http://schemas.microsoft.com/office/drawing/2014/main" id="{C3D2EC56-D17C-4A75-8178-C69397BC735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07988" y="404813"/>
            <a:ext cx="2286000" cy="510013"/>
          </a:xfrm>
          <a:prstGeom prst="rect">
            <a:avLst/>
          </a:prstGeom>
        </p:spPr>
      </p:pic>
      <p:sp>
        <p:nvSpPr>
          <p:cNvPr id="10" name="Text Placeholder 13">
            <a:extLst>
              <a:ext uri="{FF2B5EF4-FFF2-40B4-BE49-F238E27FC236}">
                <a16:creationId xmlns:a16="http://schemas.microsoft.com/office/drawing/2014/main" id="{7D1DC75A-C7A4-44A4-B19C-D445335545B0}"/>
              </a:ext>
            </a:extLst>
          </p:cNvPr>
          <p:cNvSpPr>
            <a:spLocks noGrp="1"/>
          </p:cNvSpPr>
          <p:nvPr userDrawn="1">
            <p:ph type="body" sz="quarter" idx="11" hasCustomPrompt="1"/>
          </p:nvPr>
        </p:nvSpPr>
        <p:spPr>
          <a:xfrm>
            <a:off x="407988" y="2276872"/>
            <a:ext cx="5399980" cy="869950"/>
          </a:xfrm>
        </p:spPr>
        <p:txBody>
          <a:bodyPr lIns="0" tIns="0" rIns="0" bIns="0" anchor="b">
            <a:normAutofit/>
          </a:bodyPr>
          <a:lstStyle>
            <a:lvl1pPr>
              <a:lnSpc>
                <a:spcPts val="3000"/>
              </a:lnSpc>
              <a:defRPr sz="2600">
                <a:solidFill>
                  <a:schemeClr val="tx2"/>
                </a:solidFill>
              </a:defRPr>
            </a:lvl1pPr>
            <a:lvl2pPr>
              <a:defRPr sz="2400">
                <a:solidFill>
                  <a:schemeClr val="bg1"/>
                </a:solidFill>
              </a:defRPr>
            </a:lvl2pPr>
          </a:lstStyle>
          <a:p>
            <a:pPr lvl="0"/>
            <a:r>
              <a:rPr lang="en-US" dirty="0"/>
              <a:t>Click to insert title</a:t>
            </a:r>
            <a:endParaRPr lang="pt-PT" dirty="0"/>
          </a:p>
        </p:txBody>
      </p:sp>
      <p:sp>
        <p:nvSpPr>
          <p:cNvPr id="11" name="Text Placeholder 13">
            <a:extLst>
              <a:ext uri="{FF2B5EF4-FFF2-40B4-BE49-F238E27FC236}">
                <a16:creationId xmlns:a16="http://schemas.microsoft.com/office/drawing/2014/main" id="{563879A0-0979-491A-8758-371BB7AD935B}"/>
              </a:ext>
            </a:extLst>
          </p:cNvPr>
          <p:cNvSpPr>
            <a:spLocks noGrp="1"/>
          </p:cNvSpPr>
          <p:nvPr userDrawn="1">
            <p:ph type="body" sz="quarter" idx="12" hasCustomPrompt="1"/>
          </p:nvPr>
        </p:nvSpPr>
        <p:spPr>
          <a:xfrm>
            <a:off x="407988" y="3261834"/>
            <a:ext cx="5399980" cy="1196340"/>
          </a:xfrm>
        </p:spPr>
        <p:txBody>
          <a:bodyPr lIns="0" tIns="0" rIns="0" bIns="0">
            <a:normAutofit/>
          </a:bodyPr>
          <a:lstStyle>
            <a:lvl1pPr>
              <a:lnSpc>
                <a:spcPts val="1800"/>
              </a:lnSpc>
              <a:defRPr lang="pt-PT" sz="1600" kern="1200" dirty="0">
                <a:solidFill>
                  <a:srgbClr val="0070AD"/>
                </a:solidFill>
                <a:latin typeface="+mn-lt"/>
                <a:ea typeface="+mn-ea"/>
                <a:cs typeface="+mn-cs"/>
              </a:defRPr>
            </a:lvl1pPr>
            <a:lvl2pPr>
              <a:defRPr sz="1600">
                <a:solidFill>
                  <a:schemeClr val="bg1"/>
                </a:solidFill>
              </a:defRPr>
            </a:lvl2pPr>
          </a:lstStyle>
          <a:p>
            <a:pPr marL="0" marR="0" lvl="0" indent="0" algn="l" defTabSz="914400" rtl="0" eaLnBrk="1" fontAlgn="auto" latinLnBrk="0" hangingPunct="1">
              <a:lnSpc>
                <a:spcPts val="1800"/>
              </a:lnSpc>
              <a:spcBef>
                <a:spcPts val="600"/>
              </a:spcBef>
              <a:spcAft>
                <a:spcPts val="0"/>
              </a:spcAft>
              <a:buClrTx/>
              <a:buSzTx/>
              <a:buFont typeface="Arial" panose="020B0604020202020204" pitchFamily="34" charset="0"/>
              <a:buNone/>
              <a:tabLst/>
            </a:pPr>
            <a:r>
              <a:rPr lang="en-US" dirty="0"/>
              <a:t>Click to insert presenter, location, and date</a:t>
            </a:r>
            <a:endParaRPr lang="pt-PT" dirty="0"/>
          </a:p>
        </p:txBody>
      </p:sp>
      <p:sp>
        <p:nvSpPr>
          <p:cNvPr id="4" name="Freeform 11"/>
          <p:cNvSpPr>
            <a:spLocks/>
          </p:cNvSpPr>
          <p:nvPr userDrawn="1"/>
        </p:nvSpPr>
        <p:spPr bwMode="auto">
          <a:xfrm rot="16200000" flipH="1">
            <a:off x="6370124" y="13910"/>
            <a:ext cx="6353908" cy="6326091"/>
          </a:xfrm>
          <a:custGeom>
            <a:avLst/>
            <a:gdLst>
              <a:gd name="T0" fmla="*/ 909 w 1432"/>
              <a:gd name="T1" fmla="*/ 1425 h 1425"/>
              <a:gd name="T2" fmla="*/ 934 w 1432"/>
              <a:gd name="T3" fmla="*/ 0 h 1425"/>
              <a:gd name="T4" fmla="*/ 0 w 1432"/>
              <a:gd name="T5" fmla="*/ 231 h 1425"/>
              <a:gd name="T6" fmla="*/ 0 w 1432"/>
              <a:gd name="T7" fmla="*/ 1425 h 1425"/>
              <a:gd name="T8" fmla="*/ 909 w 1432"/>
              <a:gd name="T9" fmla="*/ 1425 h 1425"/>
            </a:gdLst>
            <a:ahLst/>
            <a:cxnLst>
              <a:cxn ang="0">
                <a:pos x="T0" y="T1"/>
              </a:cxn>
              <a:cxn ang="0">
                <a:pos x="T2" y="T3"/>
              </a:cxn>
              <a:cxn ang="0">
                <a:pos x="T4" y="T5"/>
              </a:cxn>
              <a:cxn ang="0">
                <a:pos x="T6" y="T7"/>
              </a:cxn>
              <a:cxn ang="0">
                <a:pos x="T8" y="T9"/>
              </a:cxn>
            </a:cxnLst>
            <a:rect l="0" t="0" r="r" b="b"/>
            <a:pathLst>
              <a:path w="1432" h="1425">
                <a:moveTo>
                  <a:pt x="909" y="1425"/>
                </a:moveTo>
                <a:cubicBezTo>
                  <a:pt x="1358" y="720"/>
                  <a:pt x="1432" y="301"/>
                  <a:pt x="934" y="0"/>
                </a:cubicBezTo>
                <a:cubicBezTo>
                  <a:pt x="392" y="295"/>
                  <a:pt x="129" y="297"/>
                  <a:pt x="0" y="231"/>
                </a:cubicBezTo>
                <a:cubicBezTo>
                  <a:pt x="0" y="1425"/>
                  <a:pt x="0" y="1425"/>
                  <a:pt x="0" y="1425"/>
                </a:cubicBezTo>
                <a:lnTo>
                  <a:pt x="909" y="1425"/>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endParaRPr lang="en-US" dirty="0">
              <a:solidFill>
                <a:srgbClr val="000000"/>
              </a:solidFill>
            </a:endParaRPr>
          </a:p>
        </p:txBody>
      </p:sp>
    </p:spTree>
    <p:extLst>
      <p:ext uri="{BB962C8B-B14F-4D97-AF65-F5344CB8AC3E}">
        <p14:creationId xmlns:p14="http://schemas.microsoft.com/office/powerpoint/2010/main" val="4224458552"/>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1_Cover4 (with image)">
    <p:bg>
      <p:bgPr>
        <a:solidFill>
          <a:schemeClr val="bg2"/>
        </a:solidFill>
        <a:effectLst/>
      </p:bgPr>
    </p:bg>
    <p:spTree>
      <p:nvGrpSpPr>
        <p:cNvPr id="1" name=""/>
        <p:cNvGrpSpPr/>
        <p:nvPr/>
      </p:nvGrpSpPr>
      <p:grpSpPr>
        <a:xfrm>
          <a:off x="0" y="0"/>
          <a:ext cx="0" cy="0"/>
          <a:chOff x="0" y="0"/>
          <a:chExt cx="0" cy="0"/>
        </a:xfrm>
      </p:grpSpPr>
      <p:pic>
        <p:nvPicPr>
          <p:cNvPr id="6" name="Graphic 9">
            <a:extLst>
              <a:ext uri="{FF2B5EF4-FFF2-40B4-BE49-F238E27FC236}">
                <a16:creationId xmlns:a16="http://schemas.microsoft.com/office/drawing/2014/main" id="{C3D2EC56-D17C-4A75-8178-C69397BC735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07988" y="404813"/>
            <a:ext cx="2286000" cy="510013"/>
          </a:xfrm>
          <a:prstGeom prst="rect">
            <a:avLst/>
          </a:prstGeom>
        </p:spPr>
      </p:pic>
      <p:sp>
        <p:nvSpPr>
          <p:cNvPr id="10" name="Text Placeholder 13">
            <a:extLst>
              <a:ext uri="{FF2B5EF4-FFF2-40B4-BE49-F238E27FC236}">
                <a16:creationId xmlns:a16="http://schemas.microsoft.com/office/drawing/2014/main" id="{7D1DC75A-C7A4-44A4-B19C-D445335545B0}"/>
              </a:ext>
            </a:extLst>
          </p:cNvPr>
          <p:cNvSpPr>
            <a:spLocks noGrp="1"/>
          </p:cNvSpPr>
          <p:nvPr userDrawn="1">
            <p:ph type="body" sz="quarter" idx="11" hasCustomPrompt="1"/>
          </p:nvPr>
        </p:nvSpPr>
        <p:spPr>
          <a:xfrm>
            <a:off x="407988" y="3555553"/>
            <a:ext cx="5399980" cy="869950"/>
          </a:xfrm>
        </p:spPr>
        <p:txBody>
          <a:bodyPr lIns="0" tIns="0" rIns="0" bIns="0" anchor="b">
            <a:normAutofit/>
          </a:bodyPr>
          <a:lstStyle>
            <a:lvl1pPr>
              <a:lnSpc>
                <a:spcPts val="3000"/>
              </a:lnSpc>
              <a:defRPr sz="2600">
                <a:solidFill>
                  <a:schemeClr val="tx2"/>
                </a:solidFill>
              </a:defRPr>
            </a:lvl1pPr>
            <a:lvl2pPr>
              <a:defRPr sz="2400">
                <a:solidFill>
                  <a:schemeClr val="bg1"/>
                </a:solidFill>
              </a:defRPr>
            </a:lvl2pPr>
          </a:lstStyle>
          <a:p>
            <a:pPr lvl="0"/>
            <a:r>
              <a:rPr lang="en-US" dirty="0"/>
              <a:t>Click to insert title</a:t>
            </a:r>
            <a:endParaRPr lang="pt-PT" dirty="0"/>
          </a:p>
        </p:txBody>
      </p:sp>
      <p:sp>
        <p:nvSpPr>
          <p:cNvPr id="11" name="Text Placeholder 13">
            <a:extLst>
              <a:ext uri="{FF2B5EF4-FFF2-40B4-BE49-F238E27FC236}">
                <a16:creationId xmlns:a16="http://schemas.microsoft.com/office/drawing/2014/main" id="{563879A0-0979-491A-8758-371BB7AD935B}"/>
              </a:ext>
            </a:extLst>
          </p:cNvPr>
          <p:cNvSpPr>
            <a:spLocks noGrp="1"/>
          </p:cNvSpPr>
          <p:nvPr userDrawn="1">
            <p:ph type="body" sz="quarter" idx="12" hasCustomPrompt="1"/>
          </p:nvPr>
        </p:nvSpPr>
        <p:spPr>
          <a:xfrm>
            <a:off x="407988" y="4540515"/>
            <a:ext cx="5399980" cy="1196340"/>
          </a:xfrm>
        </p:spPr>
        <p:txBody>
          <a:bodyPr lIns="0" tIns="0" rIns="0" bIns="0">
            <a:normAutofit/>
          </a:bodyPr>
          <a:lstStyle>
            <a:lvl1pPr>
              <a:lnSpc>
                <a:spcPts val="1800"/>
              </a:lnSpc>
              <a:defRPr sz="1600">
                <a:solidFill>
                  <a:schemeClr val="accent2"/>
                </a:solidFill>
              </a:defRPr>
            </a:lvl1pPr>
            <a:lvl2pPr>
              <a:defRPr sz="1600">
                <a:solidFill>
                  <a:schemeClr val="bg1"/>
                </a:solidFill>
              </a:defRPr>
            </a:lvl2pPr>
          </a:lstStyle>
          <a:p>
            <a:pPr lvl="0"/>
            <a:r>
              <a:rPr lang="en-US" dirty="0"/>
              <a:t>Click to insert presenter, location, and date</a:t>
            </a:r>
            <a:endParaRPr lang="pt-PT" dirty="0"/>
          </a:p>
        </p:txBody>
      </p:sp>
      <p:sp>
        <p:nvSpPr>
          <p:cNvPr id="9" name="Freeform 8"/>
          <p:cNvSpPr>
            <a:spLocks/>
          </p:cNvSpPr>
          <p:nvPr userDrawn="1"/>
        </p:nvSpPr>
        <p:spPr bwMode="auto">
          <a:xfrm rot="16200000" flipH="1">
            <a:off x="6452111" y="-68077"/>
            <a:ext cx="5668785" cy="5804940"/>
          </a:xfrm>
          <a:custGeom>
            <a:avLst/>
            <a:gdLst>
              <a:gd name="connsiteX0" fmla="*/ 0 w 5668785"/>
              <a:gd name="connsiteY0" fmla="*/ 1025493 h 5804940"/>
              <a:gd name="connsiteX1" fmla="*/ 0 w 5668785"/>
              <a:gd name="connsiteY1" fmla="*/ 5780147 h 5804940"/>
              <a:gd name="connsiteX2" fmla="*/ 0 w 5668785"/>
              <a:gd name="connsiteY2" fmla="*/ 5804940 h 5804940"/>
              <a:gd name="connsiteX3" fmla="*/ 4356105 w 5668785"/>
              <a:gd name="connsiteY3" fmla="*/ 5804940 h 5804940"/>
              <a:gd name="connsiteX4" fmla="*/ 4387147 w 5668785"/>
              <a:gd name="connsiteY4" fmla="*/ 5753960 h 5804940"/>
              <a:gd name="connsiteX5" fmla="*/ 4144239 w 5668785"/>
              <a:gd name="connsiteY5" fmla="*/ 0 h 5804940"/>
              <a:gd name="connsiteX6" fmla="*/ 0 w 5668785"/>
              <a:gd name="connsiteY6" fmla="*/ 1025493 h 5804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68785" h="5804940">
                <a:moveTo>
                  <a:pt x="0" y="1025493"/>
                </a:moveTo>
                <a:cubicBezTo>
                  <a:pt x="0" y="3841436"/>
                  <a:pt x="0" y="5161410"/>
                  <a:pt x="0" y="5780147"/>
                </a:cubicBezTo>
                <a:lnTo>
                  <a:pt x="0" y="5804940"/>
                </a:lnTo>
                <a:lnTo>
                  <a:pt x="4356105" y="5804940"/>
                </a:lnTo>
                <a:lnTo>
                  <a:pt x="4387147" y="5753960"/>
                </a:lnTo>
                <a:cubicBezTo>
                  <a:pt x="6056693" y="2965876"/>
                  <a:pt x="6215804" y="1252733"/>
                  <a:pt x="4144239" y="0"/>
                </a:cubicBezTo>
                <a:cubicBezTo>
                  <a:pt x="1739338" y="1309612"/>
                  <a:pt x="572384" y="1318491"/>
                  <a:pt x="0" y="1025493"/>
                </a:cubicBezTo>
                <a:close/>
              </a:path>
            </a:pathLst>
          </a:custGeom>
          <a:solidFill>
            <a:schemeClr val="accent4"/>
          </a:solidFill>
          <a:ln>
            <a:noFill/>
          </a:ln>
        </p:spPr>
        <p:txBody>
          <a:bodyPr vert="horz" wrap="square" lIns="91440" tIns="45720" rIns="91440" bIns="45720" numCol="1" anchor="t" anchorCtr="0" compatLnSpc="1">
            <a:prstTxWarp prst="textNoShape">
              <a:avLst/>
            </a:prstTxWarp>
            <a:noAutofit/>
          </a:bodyPr>
          <a:lstStyle/>
          <a:p>
            <a:endParaRPr lang="en-US" dirty="0">
              <a:solidFill>
                <a:srgbClr val="000000"/>
              </a:solidFill>
            </a:endParaRPr>
          </a:p>
        </p:txBody>
      </p:sp>
    </p:spTree>
    <p:extLst>
      <p:ext uri="{BB962C8B-B14F-4D97-AF65-F5344CB8AC3E}">
        <p14:creationId xmlns:p14="http://schemas.microsoft.com/office/powerpoint/2010/main" val="905759670"/>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1_Cover5 (Image placeholder)">
    <p:bg>
      <p:bgPr>
        <a:solidFill>
          <a:schemeClr val="bg1"/>
        </a:solidFill>
        <a:effectLst/>
      </p:bgPr>
    </p:bg>
    <p:spTree>
      <p:nvGrpSpPr>
        <p:cNvPr id="1" name=""/>
        <p:cNvGrpSpPr/>
        <p:nvPr/>
      </p:nvGrpSpPr>
      <p:grpSpPr>
        <a:xfrm>
          <a:off x="0" y="0"/>
          <a:ext cx="0" cy="0"/>
          <a:chOff x="0" y="0"/>
          <a:chExt cx="0" cy="0"/>
        </a:xfrm>
      </p:grpSpPr>
      <p:sp>
        <p:nvSpPr>
          <p:cNvPr id="6" name="Rectangle 5"/>
          <p:cNvSpPr/>
          <p:nvPr userDrawn="1"/>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sp>
        <p:nvSpPr>
          <p:cNvPr id="12" name="Picture Placeholder 11">
            <a:extLst>
              <a:ext uri="{FF2B5EF4-FFF2-40B4-BE49-F238E27FC236}">
                <a16:creationId xmlns:a16="http://schemas.microsoft.com/office/drawing/2014/main" id="{25D6B527-14EF-4F30-9C9C-691EC4327EE7}"/>
              </a:ext>
            </a:extLst>
          </p:cNvPr>
          <p:cNvSpPr>
            <a:spLocks noGrp="1"/>
          </p:cNvSpPr>
          <p:nvPr>
            <p:ph type="pic" sz="quarter" idx="10"/>
          </p:nvPr>
        </p:nvSpPr>
        <p:spPr>
          <a:xfrm>
            <a:off x="4298310" y="-1588"/>
            <a:ext cx="7893690" cy="6859588"/>
          </a:xfrm>
          <a:solidFill>
            <a:schemeClr val="bg2">
              <a:lumMod val="90000"/>
            </a:schemeClr>
          </a:solidFill>
        </p:spPr>
        <p:txBody>
          <a:bodyPr anchor="ctr"/>
          <a:lstStyle>
            <a:lvl1pPr algn="ctr">
              <a:defRPr/>
            </a:lvl1pPr>
          </a:lstStyle>
          <a:p>
            <a:r>
              <a:rPr lang="en-US" dirty="0"/>
              <a:t>Click icon to add picture</a:t>
            </a:r>
            <a:endParaRPr lang="pt-PT" dirty="0"/>
          </a:p>
        </p:txBody>
      </p:sp>
      <p:sp>
        <p:nvSpPr>
          <p:cNvPr id="14" name="Text Placeholder 13">
            <a:extLst>
              <a:ext uri="{FF2B5EF4-FFF2-40B4-BE49-F238E27FC236}">
                <a16:creationId xmlns:a16="http://schemas.microsoft.com/office/drawing/2014/main" id="{B83CBA49-BBF9-4CF0-9E0B-FF67BA149660}"/>
              </a:ext>
            </a:extLst>
          </p:cNvPr>
          <p:cNvSpPr>
            <a:spLocks noGrp="1"/>
          </p:cNvSpPr>
          <p:nvPr>
            <p:ph type="body" sz="quarter" idx="11" hasCustomPrompt="1"/>
          </p:nvPr>
        </p:nvSpPr>
        <p:spPr>
          <a:xfrm>
            <a:off x="407988" y="3068960"/>
            <a:ext cx="3671732" cy="863600"/>
          </a:xfrm>
        </p:spPr>
        <p:txBody>
          <a:bodyPr lIns="0" tIns="0" rIns="0" bIns="0" anchor="b">
            <a:normAutofit/>
          </a:bodyPr>
          <a:lstStyle>
            <a:lvl1pPr>
              <a:lnSpc>
                <a:spcPts val="3000"/>
              </a:lnSpc>
              <a:defRPr sz="2600">
                <a:solidFill>
                  <a:srgbClr val="0070AD"/>
                </a:solidFill>
              </a:defRPr>
            </a:lvl1pPr>
            <a:lvl2pPr>
              <a:defRPr sz="2400">
                <a:solidFill>
                  <a:srgbClr val="0070AD"/>
                </a:solidFill>
              </a:defRPr>
            </a:lvl2pPr>
          </a:lstStyle>
          <a:p>
            <a:pPr lvl="0"/>
            <a:r>
              <a:rPr lang="en-US" dirty="0"/>
              <a:t>Click to insert title</a:t>
            </a:r>
            <a:endParaRPr lang="pt-PT" dirty="0"/>
          </a:p>
        </p:txBody>
      </p:sp>
      <p:sp>
        <p:nvSpPr>
          <p:cNvPr id="15" name="Text Placeholder 13">
            <a:extLst>
              <a:ext uri="{FF2B5EF4-FFF2-40B4-BE49-F238E27FC236}">
                <a16:creationId xmlns:a16="http://schemas.microsoft.com/office/drawing/2014/main" id="{F4C94DDB-5E07-4F17-ABAA-3E9C5E8683A1}"/>
              </a:ext>
            </a:extLst>
          </p:cNvPr>
          <p:cNvSpPr>
            <a:spLocks noGrp="1"/>
          </p:cNvSpPr>
          <p:nvPr>
            <p:ph type="body" sz="quarter" idx="12" hasCustomPrompt="1"/>
          </p:nvPr>
        </p:nvSpPr>
        <p:spPr>
          <a:xfrm>
            <a:off x="407988" y="4040163"/>
            <a:ext cx="3671732" cy="1189037"/>
          </a:xfrm>
        </p:spPr>
        <p:txBody>
          <a:bodyPr lIns="0" tIns="0" rIns="0" bIns="0">
            <a:normAutofit/>
          </a:bodyPr>
          <a:lstStyle>
            <a:lvl1pPr>
              <a:lnSpc>
                <a:spcPts val="1800"/>
              </a:lnSpc>
              <a:defRPr sz="1600">
                <a:solidFill>
                  <a:srgbClr val="0070AD"/>
                </a:solidFill>
              </a:defRPr>
            </a:lvl1pPr>
            <a:lvl2pPr>
              <a:defRPr sz="1600">
                <a:solidFill>
                  <a:srgbClr val="0070AD"/>
                </a:solidFill>
              </a:defRPr>
            </a:lvl2pPr>
          </a:lstStyle>
          <a:p>
            <a:pPr lvl="0"/>
            <a:r>
              <a:rPr lang="en-US" dirty="0"/>
              <a:t>Click to insert presenter, location, and date</a:t>
            </a:r>
            <a:endParaRPr lang="pt-PT" dirty="0"/>
          </a:p>
        </p:txBody>
      </p:sp>
      <p:pic>
        <p:nvPicPr>
          <p:cNvPr id="5" name="Graphic 9">
            <a:extLst>
              <a:ext uri="{FF2B5EF4-FFF2-40B4-BE49-F238E27FC236}">
                <a16:creationId xmlns:a16="http://schemas.microsoft.com/office/drawing/2014/main" id="{C3D2EC56-D17C-4A75-8178-C69397BC735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07988" y="404813"/>
            <a:ext cx="2286000" cy="510013"/>
          </a:xfrm>
          <a:prstGeom prst="rect">
            <a:avLst/>
          </a:prstGeom>
        </p:spPr>
      </p:pic>
    </p:spTree>
    <p:extLst>
      <p:ext uri="{BB962C8B-B14F-4D97-AF65-F5344CB8AC3E}">
        <p14:creationId xmlns:p14="http://schemas.microsoft.com/office/powerpoint/2010/main" val="214941964"/>
      </p:ext>
    </p:extLst>
  </p:cSld>
  <p:clrMapOvr>
    <a:masterClrMapping/>
  </p:clrMapOvr>
  <p:extLst>
    <p:ext uri="{DCECCB84-F9BA-43D5-87BE-67443E8EF086}">
      <p15:sldGuideLst xmlns:p15="http://schemas.microsoft.com/office/powerpoint/2012/main">
        <p15:guide id="1" orient="horz" pos="2160">
          <p15:clr>
            <a:srgbClr val="FBAE40"/>
          </p15:clr>
        </p15:guide>
        <p15:guide id="2" pos="4634">
          <p15:clr>
            <a:srgbClr val="FBAE40"/>
          </p15:clr>
        </p15:guide>
        <p15:guide id="3" pos="7219">
          <p15:clr>
            <a:srgbClr val="FBAE40"/>
          </p15:clr>
        </p15:guide>
        <p15:guide id="4" orient="horz" pos="2614">
          <p15:clr>
            <a:srgbClr val="FBAE40"/>
          </p15:clr>
        </p15:guide>
        <p15:guide id="5" orient="horz" pos="3203">
          <p15:clr>
            <a:srgbClr val="FBAE40"/>
          </p15:clr>
        </p15:guide>
        <p15:guide id="6" orient="horz" pos="3952">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1_Agenda picture placeholder before form">
    <p:spTree>
      <p:nvGrpSpPr>
        <p:cNvPr id="1" name=""/>
        <p:cNvGrpSpPr/>
        <p:nvPr/>
      </p:nvGrpSpPr>
      <p:grpSpPr>
        <a:xfrm>
          <a:off x="0" y="0"/>
          <a:ext cx="0" cy="0"/>
          <a:chOff x="0" y="0"/>
          <a:chExt cx="0" cy="0"/>
        </a:xfrm>
      </p:grpSpPr>
      <p:graphicFrame>
        <p:nvGraphicFramePr>
          <p:cNvPr id="15" name="Object 14" hidden="1"/>
          <p:cNvGraphicFramePr>
            <a:graphicFrameLocks noChangeAspect="1"/>
          </p:cNvGraphicFramePr>
          <p:nvPr userDrawn="1">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27407"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1" name="Freeform 5"/>
          <p:cNvSpPr>
            <a:spLocks/>
          </p:cNvSpPr>
          <p:nvPr userDrawn="1"/>
        </p:nvSpPr>
        <p:spPr bwMode="auto">
          <a:xfrm>
            <a:off x="1" y="2276840"/>
            <a:ext cx="5476802" cy="4581160"/>
          </a:xfrm>
          <a:custGeom>
            <a:avLst/>
            <a:gdLst>
              <a:gd name="T0" fmla="*/ 2024 w 2024"/>
              <a:gd name="T1" fmla="*/ 781 h 1692"/>
              <a:gd name="T2" fmla="*/ 2024 w 2024"/>
              <a:gd name="T3" fmla="*/ 881 h 1692"/>
              <a:gd name="T4" fmla="*/ 2018 w 2024"/>
              <a:gd name="T5" fmla="*/ 950 h 1692"/>
              <a:gd name="T6" fmla="*/ 1937 w 2024"/>
              <a:gd name="T7" fmla="*/ 1296 h 1692"/>
              <a:gd name="T8" fmla="*/ 1776 w 2024"/>
              <a:gd name="T9" fmla="*/ 1675 h 1692"/>
              <a:gd name="T10" fmla="*/ 1747 w 2024"/>
              <a:gd name="T11" fmla="*/ 1692 h 1692"/>
              <a:gd name="T12" fmla="*/ 16 w 2024"/>
              <a:gd name="T13" fmla="*/ 1692 h 1692"/>
              <a:gd name="T14" fmla="*/ 0 w 2024"/>
              <a:gd name="T15" fmla="*/ 1692 h 1692"/>
              <a:gd name="T16" fmla="*/ 0 w 2024"/>
              <a:gd name="T17" fmla="*/ 367 h 1692"/>
              <a:gd name="T18" fmla="*/ 10 w 2024"/>
              <a:gd name="T19" fmla="*/ 370 h 1692"/>
              <a:gd name="T20" fmla="*/ 245 w 2024"/>
              <a:gd name="T21" fmla="*/ 420 h 1692"/>
              <a:gd name="T22" fmla="*/ 487 w 2024"/>
              <a:gd name="T23" fmla="*/ 398 h 1692"/>
              <a:gd name="T24" fmla="*/ 905 w 2024"/>
              <a:gd name="T25" fmla="*/ 272 h 1692"/>
              <a:gd name="T26" fmla="*/ 1407 w 2024"/>
              <a:gd name="T27" fmla="*/ 38 h 1692"/>
              <a:gd name="T28" fmla="*/ 1477 w 2024"/>
              <a:gd name="T29" fmla="*/ 0 h 1692"/>
              <a:gd name="T30" fmla="*/ 1482 w 2024"/>
              <a:gd name="T31" fmla="*/ 0 h 1692"/>
              <a:gd name="T32" fmla="*/ 1491 w 2024"/>
              <a:gd name="T33" fmla="*/ 6 h 1692"/>
              <a:gd name="T34" fmla="*/ 1726 w 2024"/>
              <a:gd name="T35" fmla="*/ 180 h 1692"/>
              <a:gd name="T36" fmla="*/ 1896 w 2024"/>
              <a:gd name="T37" fmla="*/ 379 h 1692"/>
              <a:gd name="T38" fmla="*/ 2019 w 2024"/>
              <a:gd name="T39" fmla="*/ 730 h 1692"/>
              <a:gd name="T40" fmla="*/ 2024 w 2024"/>
              <a:gd name="T41" fmla="*/ 781 h 1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024" h="1692">
                <a:moveTo>
                  <a:pt x="2024" y="781"/>
                </a:moveTo>
                <a:cubicBezTo>
                  <a:pt x="2024" y="815"/>
                  <a:pt x="2024" y="848"/>
                  <a:pt x="2024" y="881"/>
                </a:cubicBezTo>
                <a:cubicBezTo>
                  <a:pt x="2022" y="904"/>
                  <a:pt x="2020" y="927"/>
                  <a:pt x="2018" y="950"/>
                </a:cubicBezTo>
                <a:cubicBezTo>
                  <a:pt x="2005" y="1069"/>
                  <a:pt x="1975" y="1183"/>
                  <a:pt x="1937" y="1296"/>
                </a:cubicBezTo>
                <a:cubicBezTo>
                  <a:pt x="1892" y="1426"/>
                  <a:pt x="1837" y="1552"/>
                  <a:pt x="1776" y="1675"/>
                </a:cubicBezTo>
                <a:cubicBezTo>
                  <a:pt x="1769" y="1688"/>
                  <a:pt x="1762" y="1692"/>
                  <a:pt x="1747" y="1692"/>
                </a:cubicBezTo>
                <a:cubicBezTo>
                  <a:pt x="1170" y="1692"/>
                  <a:pt x="593" y="1692"/>
                  <a:pt x="16" y="1692"/>
                </a:cubicBezTo>
                <a:cubicBezTo>
                  <a:pt x="11" y="1692"/>
                  <a:pt x="5" y="1692"/>
                  <a:pt x="0" y="1692"/>
                </a:cubicBezTo>
                <a:cubicBezTo>
                  <a:pt x="0" y="1250"/>
                  <a:pt x="0" y="808"/>
                  <a:pt x="0" y="367"/>
                </a:cubicBezTo>
                <a:cubicBezTo>
                  <a:pt x="3" y="368"/>
                  <a:pt x="7" y="369"/>
                  <a:pt x="10" y="370"/>
                </a:cubicBezTo>
                <a:cubicBezTo>
                  <a:pt x="84" y="405"/>
                  <a:pt x="163" y="418"/>
                  <a:pt x="245" y="420"/>
                </a:cubicBezTo>
                <a:cubicBezTo>
                  <a:pt x="326" y="422"/>
                  <a:pt x="407" y="413"/>
                  <a:pt x="487" y="398"/>
                </a:cubicBezTo>
                <a:cubicBezTo>
                  <a:pt x="631" y="371"/>
                  <a:pt x="769" y="325"/>
                  <a:pt x="905" y="272"/>
                </a:cubicBezTo>
                <a:cubicBezTo>
                  <a:pt x="1077" y="205"/>
                  <a:pt x="1244" y="125"/>
                  <a:pt x="1407" y="38"/>
                </a:cubicBezTo>
                <a:cubicBezTo>
                  <a:pt x="1430" y="26"/>
                  <a:pt x="1454" y="14"/>
                  <a:pt x="1477" y="0"/>
                </a:cubicBezTo>
                <a:cubicBezTo>
                  <a:pt x="1478" y="0"/>
                  <a:pt x="1480" y="0"/>
                  <a:pt x="1482" y="0"/>
                </a:cubicBezTo>
                <a:cubicBezTo>
                  <a:pt x="1485" y="2"/>
                  <a:pt x="1488" y="4"/>
                  <a:pt x="1491" y="6"/>
                </a:cubicBezTo>
                <a:cubicBezTo>
                  <a:pt x="1574" y="57"/>
                  <a:pt x="1653" y="114"/>
                  <a:pt x="1726" y="180"/>
                </a:cubicBezTo>
                <a:cubicBezTo>
                  <a:pt x="1791" y="239"/>
                  <a:pt x="1848" y="305"/>
                  <a:pt x="1896" y="379"/>
                </a:cubicBezTo>
                <a:cubicBezTo>
                  <a:pt x="1964" y="486"/>
                  <a:pt x="2005" y="603"/>
                  <a:pt x="2019" y="730"/>
                </a:cubicBezTo>
                <a:cubicBezTo>
                  <a:pt x="2020" y="747"/>
                  <a:pt x="2022" y="764"/>
                  <a:pt x="2024" y="78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de-DE">
              <a:solidFill>
                <a:srgbClr val="000000"/>
              </a:solidFill>
            </a:endParaRPr>
          </a:p>
        </p:txBody>
      </p:sp>
      <p:sp>
        <p:nvSpPr>
          <p:cNvPr id="17" name="Picture Placeholder 16"/>
          <p:cNvSpPr>
            <a:spLocks noGrp="1"/>
          </p:cNvSpPr>
          <p:nvPr>
            <p:ph type="pic" sz="quarter" idx="23"/>
          </p:nvPr>
        </p:nvSpPr>
        <p:spPr>
          <a:xfrm>
            <a:off x="0" y="1844780"/>
            <a:ext cx="6114065" cy="5013220"/>
          </a:xfrm>
        </p:spPr>
        <p:txBody>
          <a:bodyPr anchor="ctr"/>
          <a:lstStyle>
            <a:lvl1pPr algn="ctr">
              <a:defRPr/>
            </a:lvl1pPr>
          </a:lstStyle>
          <a:p>
            <a:r>
              <a:rPr lang="en-US" dirty="0"/>
              <a:t>Click icon to add picture</a:t>
            </a:r>
            <a:endParaRPr lang="de-DE"/>
          </a:p>
        </p:txBody>
      </p:sp>
      <p:sp>
        <p:nvSpPr>
          <p:cNvPr id="18" name="Title 17"/>
          <p:cNvSpPr>
            <a:spLocks noGrp="1"/>
          </p:cNvSpPr>
          <p:nvPr>
            <p:ph type="title"/>
          </p:nvPr>
        </p:nvSpPr>
        <p:spPr/>
        <p:txBody>
          <a:bodyPr/>
          <a:lstStyle/>
          <a:p>
            <a:r>
              <a:rPr lang="en-US"/>
              <a:t>Click to edit Master title style</a:t>
            </a:r>
            <a:endParaRPr lang="de-DE"/>
          </a:p>
        </p:txBody>
      </p:sp>
      <p:cxnSp>
        <p:nvCxnSpPr>
          <p:cNvPr id="32"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11568760"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24" name="Text Placeholder 23"/>
          <p:cNvSpPr>
            <a:spLocks noGrp="1"/>
          </p:cNvSpPr>
          <p:nvPr>
            <p:ph type="body" sz="quarter" idx="24"/>
          </p:nvPr>
        </p:nvSpPr>
        <p:spPr>
          <a:xfrm>
            <a:off x="6240463" y="1412875"/>
            <a:ext cx="5543550" cy="5040313"/>
          </a:xfrm>
        </p:spPr>
        <p:txBody>
          <a:bodyPr/>
          <a:lstStyle>
            <a:lvl1pPr>
              <a:spcBef>
                <a:spcPts val="1200"/>
              </a:spcBef>
              <a:defRPr sz="1600"/>
            </a:lvl1pPr>
            <a:lvl2pPr>
              <a:spcBef>
                <a:spcPts val="1200"/>
              </a:spcBef>
              <a:defRPr sz="1600"/>
            </a:lvl2pPr>
            <a:lvl3pPr>
              <a:spcBef>
                <a:spcPts val="800"/>
              </a:spcBef>
              <a:defRPr sz="1600"/>
            </a:lvl3pPr>
            <a:lvl4pPr>
              <a:spcBef>
                <a:spcPts val="800"/>
              </a:spcBef>
              <a:defRPr sz="1400"/>
            </a:lvl4pPr>
            <a:lvl5pPr>
              <a:spcBef>
                <a:spcPts val="80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5" name="Date Placeholder 24"/>
          <p:cNvSpPr>
            <a:spLocks noGrp="1"/>
          </p:cNvSpPr>
          <p:nvPr>
            <p:ph type="dt" sz="half" idx="25"/>
          </p:nvPr>
        </p:nvSpPr>
        <p:spPr>
          <a:xfrm>
            <a:off x="407988" y="6555971"/>
            <a:ext cx="2829007" cy="219456"/>
          </a:xfrm>
          <a:prstGeom prst="rect">
            <a:avLst/>
          </a:prstGeom>
        </p:spPr>
        <p:txBody>
          <a:bodyPr/>
          <a:lstStyle/>
          <a:p>
            <a:pPr>
              <a:lnSpc>
                <a:spcPct val="85000"/>
              </a:lnSpc>
            </a:pPr>
            <a:fld id="{84028F6A-F4DD-450A-BF25-A556537EA7A2}" type="datetime1">
              <a:rPr lang="en-GB"/>
              <a:pPr>
                <a:lnSpc>
                  <a:spcPct val="85000"/>
                </a:lnSpc>
              </a:pPr>
              <a:t>18/12/2020</a:t>
            </a:fld>
            <a:endParaRPr lang="en-US" dirty="0"/>
          </a:p>
        </p:txBody>
      </p:sp>
      <p:sp>
        <p:nvSpPr>
          <p:cNvPr id="27" name="Slide Number Placeholder 26"/>
          <p:cNvSpPr>
            <a:spLocks noGrp="1"/>
          </p:cNvSpPr>
          <p:nvPr>
            <p:ph type="sldNum" sz="quarter" idx="27"/>
          </p:nvPr>
        </p:nvSpPr>
        <p:spPr>
          <a:xfrm>
            <a:off x="11784013" y="6555758"/>
            <a:ext cx="123754" cy="215444"/>
          </a:xfrm>
          <a:prstGeom prst="rect">
            <a:avLst/>
          </a:prstGeom>
        </p:spPr>
        <p:txBody>
          <a:bodyPr/>
          <a:lstStyle/>
          <a:p>
            <a:fld id="{DD205EFF-948D-4AF6-B54C-65639188FB5F}" type="slidenum">
              <a:rPr lang="en-US">
                <a:solidFill>
                  <a:srgbClr val="EDEDED">
                    <a:lumMod val="50000"/>
                  </a:srgbClr>
                </a:solidFill>
              </a:rPr>
              <a:pPr/>
              <a:t>‹#›</a:t>
            </a:fld>
            <a:endParaRPr lang="en-US" dirty="0">
              <a:solidFill>
                <a:srgbClr val="EDEDED">
                  <a:lumMod val="50000"/>
                </a:srgbClr>
              </a:solidFill>
            </a:endParaRPr>
          </a:p>
        </p:txBody>
      </p:sp>
    </p:spTree>
    <p:extLst>
      <p:ext uri="{BB962C8B-B14F-4D97-AF65-F5344CB8AC3E}">
        <p14:creationId xmlns:p14="http://schemas.microsoft.com/office/powerpoint/2010/main" val="4116239235"/>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1_Agenda picture placeholder in form">
    <p:spTree>
      <p:nvGrpSpPr>
        <p:cNvPr id="1" name=""/>
        <p:cNvGrpSpPr/>
        <p:nvPr/>
      </p:nvGrpSpPr>
      <p:grpSpPr>
        <a:xfrm>
          <a:off x="0" y="0"/>
          <a:ext cx="0" cy="0"/>
          <a:chOff x="0" y="0"/>
          <a:chExt cx="0" cy="0"/>
        </a:xfrm>
      </p:grpSpPr>
      <p:graphicFrame>
        <p:nvGraphicFramePr>
          <p:cNvPr id="15" name="Object 14" hidden="1"/>
          <p:cNvGraphicFramePr>
            <a:graphicFrameLocks noChangeAspect="1"/>
          </p:cNvGraphicFramePr>
          <p:nvPr userDrawn="1">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28431"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6" name="Picture Placeholder 15"/>
          <p:cNvSpPr>
            <a:spLocks noGrp="1"/>
          </p:cNvSpPr>
          <p:nvPr>
            <p:ph type="pic" sz="quarter" idx="23"/>
          </p:nvPr>
        </p:nvSpPr>
        <p:spPr>
          <a:xfrm>
            <a:off x="1" y="1699130"/>
            <a:ext cx="6184327" cy="5158870"/>
          </a:xfrm>
          <a:custGeom>
            <a:avLst/>
            <a:gdLst>
              <a:gd name="connsiteX0" fmla="*/ 4509914 w 6184327"/>
              <a:gd name="connsiteY0" fmla="*/ 0 h 5158870"/>
              <a:gd name="connsiteX1" fmla="*/ 4528247 w 6184327"/>
              <a:gd name="connsiteY1" fmla="*/ 0 h 5158870"/>
              <a:gd name="connsiteX2" fmla="*/ 4555747 w 6184327"/>
              <a:gd name="connsiteY2" fmla="*/ 18337 h 5158870"/>
              <a:gd name="connsiteX3" fmla="*/ 5270733 w 6184327"/>
              <a:gd name="connsiteY3" fmla="*/ 550116 h 5158870"/>
              <a:gd name="connsiteX4" fmla="*/ 5793223 w 6184327"/>
              <a:gd name="connsiteY4" fmla="*/ 1158301 h 5158870"/>
              <a:gd name="connsiteX5" fmla="*/ 6169049 w 6184327"/>
              <a:gd name="connsiteY5" fmla="*/ 2231028 h 5158870"/>
              <a:gd name="connsiteX6" fmla="*/ 6184327 w 6184327"/>
              <a:gd name="connsiteY6" fmla="*/ 2389951 h 5158870"/>
              <a:gd name="connsiteX7" fmla="*/ 6184327 w 6184327"/>
              <a:gd name="connsiteY7" fmla="*/ 2692515 h 5158870"/>
              <a:gd name="connsiteX8" fmla="*/ 6165994 w 6184327"/>
              <a:gd name="connsiteY8" fmla="*/ 2903393 h 5158870"/>
              <a:gd name="connsiteX9" fmla="*/ 5918498 w 6184327"/>
              <a:gd name="connsiteY9" fmla="*/ 3960839 h 5158870"/>
              <a:gd name="connsiteX10" fmla="*/ 5426563 w 6184327"/>
              <a:gd name="connsiteY10" fmla="*/ 5119140 h 5158870"/>
              <a:gd name="connsiteX11" fmla="*/ 5392953 w 6184327"/>
              <a:gd name="connsiteY11" fmla="*/ 5158870 h 5158870"/>
              <a:gd name="connsiteX12" fmla="*/ 0 w 6184327"/>
              <a:gd name="connsiteY12" fmla="*/ 5158870 h 5158870"/>
              <a:gd name="connsiteX13" fmla="*/ 0 w 6184327"/>
              <a:gd name="connsiteY13" fmla="*/ 1121626 h 5158870"/>
              <a:gd name="connsiteX14" fmla="*/ 30555 w 6184327"/>
              <a:gd name="connsiteY14" fmla="*/ 1130795 h 5158870"/>
              <a:gd name="connsiteX15" fmla="*/ 745542 w 6184327"/>
              <a:gd name="connsiteY15" fmla="*/ 1283605 h 5158870"/>
              <a:gd name="connsiteX16" fmla="*/ 1488027 w 6184327"/>
              <a:gd name="connsiteY16" fmla="*/ 1216369 h 5158870"/>
              <a:gd name="connsiteX17" fmla="*/ 2765225 w 6184327"/>
              <a:gd name="connsiteY17" fmla="*/ 831287 h 5158870"/>
              <a:gd name="connsiteX18" fmla="*/ 4299085 w 6184327"/>
              <a:gd name="connsiteY18" fmla="*/ 116136 h 5158870"/>
              <a:gd name="connsiteX19" fmla="*/ 4509914 w 6184327"/>
              <a:gd name="connsiteY19" fmla="*/ 0 h 5158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184327" h="5158870">
                <a:moveTo>
                  <a:pt x="4509914" y="0"/>
                </a:moveTo>
                <a:cubicBezTo>
                  <a:pt x="4516025" y="0"/>
                  <a:pt x="4522136" y="0"/>
                  <a:pt x="4528247" y="0"/>
                </a:cubicBezTo>
                <a:cubicBezTo>
                  <a:pt x="4537414" y="6112"/>
                  <a:pt x="4546580" y="15281"/>
                  <a:pt x="4555747" y="18337"/>
                </a:cubicBezTo>
                <a:cubicBezTo>
                  <a:pt x="4809353" y="177260"/>
                  <a:pt x="5050737" y="348407"/>
                  <a:pt x="5270733" y="550116"/>
                </a:cubicBezTo>
                <a:cubicBezTo>
                  <a:pt x="5469340" y="733489"/>
                  <a:pt x="5646559" y="932142"/>
                  <a:pt x="5793223" y="1158301"/>
                </a:cubicBezTo>
                <a:cubicBezTo>
                  <a:pt x="6000997" y="1488371"/>
                  <a:pt x="6126272" y="1845946"/>
                  <a:pt x="6169049" y="2231028"/>
                </a:cubicBezTo>
                <a:cubicBezTo>
                  <a:pt x="6172105" y="2282983"/>
                  <a:pt x="6178216" y="2334939"/>
                  <a:pt x="6184327" y="2389951"/>
                </a:cubicBezTo>
                <a:cubicBezTo>
                  <a:pt x="6184327" y="2490805"/>
                  <a:pt x="6184327" y="2591660"/>
                  <a:pt x="6184327" y="2692515"/>
                </a:cubicBezTo>
                <a:cubicBezTo>
                  <a:pt x="6178216" y="2762807"/>
                  <a:pt x="6172105" y="2833100"/>
                  <a:pt x="6165994" y="2903393"/>
                </a:cubicBezTo>
                <a:cubicBezTo>
                  <a:pt x="6123217" y="3267081"/>
                  <a:pt x="6034607" y="3618544"/>
                  <a:pt x="5918498" y="3960839"/>
                </a:cubicBezTo>
                <a:cubicBezTo>
                  <a:pt x="5781001" y="4358145"/>
                  <a:pt x="5612949" y="4743227"/>
                  <a:pt x="5426563" y="5119140"/>
                </a:cubicBezTo>
                <a:cubicBezTo>
                  <a:pt x="5414341" y="5137477"/>
                  <a:pt x="5405175" y="5152758"/>
                  <a:pt x="5392953" y="5158870"/>
                </a:cubicBezTo>
                <a:lnTo>
                  <a:pt x="0" y="5158870"/>
                </a:lnTo>
                <a:lnTo>
                  <a:pt x="0" y="1121626"/>
                </a:lnTo>
                <a:cubicBezTo>
                  <a:pt x="9167" y="1124683"/>
                  <a:pt x="21389" y="1127739"/>
                  <a:pt x="30555" y="1130795"/>
                </a:cubicBezTo>
                <a:cubicBezTo>
                  <a:pt x="256662" y="1237762"/>
                  <a:pt x="498046" y="1277493"/>
                  <a:pt x="745542" y="1283605"/>
                </a:cubicBezTo>
                <a:cubicBezTo>
                  <a:pt x="996092" y="1289718"/>
                  <a:pt x="1243588" y="1262212"/>
                  <a:pt x="1488027" y="1216369"/>
                </a:cubicBezTo>
                <a:cubicBezTo>
                  <a:pt x="1928019" y="1133851"/>
                  <a:pt x="2349677" y="993266"/>
                  <a:pt x="2765225" y="831287"/>
                </a:cubicBezTo>
                <a:cubicBezTo>
                  <a:pt x="3290771" y="626522"/>
                  <a:pt x="3797983" y="382025"/>
                  <a:pt x="4299085" y="116136"/>
                </a:cubicBezTo>
                <a:cubicBezTo>
                  <a:pt x="4369361" y="79461"/>
                  <a:pt x="4442693" y="42787"/>
                  <a:pt x="4509914" y="0"/>
                </a:cubicBezTo>
                <a:close/>
              </a:path>
            </a:pathLst>
          </a:custGeom>
          <a:solidFill>
            <a:schemeClr val="bg2">
              <a:lumMod val="90000"/>
            </a:schemeClr>
          </a:solidFill>
          <a:ln>
            <a:noFill/>
          </a:ln>
        </p:spPr>
        <p:txBody>
          <a:bodyPr wrap="square" anchor="ctr">
            <a:noAutofit/>
          </a:bodyPr>
          <a:lstStyle>
            <a:lvl1pPr algn="ctr">
              <a:defRPr/>
            </a:lvl1pPr>
          </a:lstStyle>
          <a:p>
            <a:r>
              <a:rPr lang="en-US" dirty="0"/>
              <a:t>Click icon to add picture</a:t>
            </a:r>
            <a:endParaRPr lang="de-DE"/>
          </a:p>
        </p:txBody>
      </p:sp>
      <p:sp>
        <p:nvSpPr>
          <p:cNvPr id="18" name="Title 17"/>
          <p:cNvSpPr>
            <a:spLocks noGrp="1"/>
          </p:cNvSpPr>
          <p:nvPr>
            <p:ph type="title"/>
          </p:nvPr>
        </p:nvSpPr>
        <p:spPr/>
        <p:txBody>
          <a:bodyPr/>
          <a:lstStyle/>
          <a:p>
            <a:r>
              <a:rPr lang="en-US"/>
              <a:t>Click to edit Master title style</a:t>
            </a:r>
            <a:endParaRPr lang="de-DE"/>
          </a:p>
        </p:txBody>
      </p:sp>
      <p:cxnSp>
        <p:nvCxnSpPr>
          <p:cNvPr id="19"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11568760"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21" name="Text Placeholder 20"/>
          <p:cNvSpPr>
            <a:spLocks noGrp="1"/>
          </p:cNvSpPr>
          <p:nvPr>
            <p:ph type="body" sz="quarter" idx="28"/>
          </p:nvPr>
        </p:nvSpPr>
        <p:spPr>
          <a:xfrm>
            <a:off x="6240463" y="1412875"/>
            <a:ext cx="5543550" cy="5040313"/>
          </a:xfrm>
        </p:spPr>
        <p:txBody>
          <a:bodyPr/>
          <a:lstStyle>
            <a:lvl1pPr>
              <a:spcBef>
                <a:spcPts val="1200"/>
              </a:spcBef>
              <a:defRPr sz="1600"/>
            </a:lvl1pPr>
            <a:lvl2pPr>
              <a:spcBef>
                <a:spcPts val="1200"/>
              </a:spcBef>
              <a:defRPr sz="1600"/>
            </a:lvl2pPr>
            <a:lvl3pPr>
              <a:spcBef>
                <a:spcPts val="800"/>
              </a:spcBef>
              <a:defRPr sz="1600"/>
            </a:lvl3pPr>
            <a:lvl4pPr>
              <a:spcBef>
                <a:spcPts val="800"/>
              </a:spcBef>
              <a:defRPr sz="1400"/>
            </a:lvl4pPr>
            <a:lvl5pPr>
              <a:spcBef>
                <a:spcPts val="80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3" name="Date Placeholder 22"/>
          <p:cNvSpPr>
            <a:spLocks noGrp="1"/>
          </p:cNvSpPr>
          <p:nvPr>
            <p:ph type="dt" sz="half" idx="29"/>
          </p:nvPr>
        </p:nvSpPr>
        <p:spPr>
          <a:xfrm>
            <a:off x="407988" y="6555971"/>
            <a:ext cx="2829007" cy="219456"/>
          </a:xfrm>
          <a:prstGeom prst="rect">
            <a:avLst/>
          </a:prstGeom>
        </p:spPr>
        <p:txBody>
          <a:bodyPr/>
          <a:lstStyle/>
          <a:p>
            <a:pPr>
              <a:lnSpc>
                <a:spcPct val="85000"/>
              </a:lnSpc>
            </a:pPr>
            <a:fld id="{EAA61B43-E86B-423C-A8F2-C56C4B2C667D}" type="datetime1">
              <a:rPr lang="en-GB"/>
              <a:pPr>
                <a:lnSpc>
                  <a:spcPct val="85000"/>
                </a:lnSpc>
              </a:pPr>
              <a:t>18/12/2020</a:t>
            </a:fld>
            <a:endParaRPr lang="en-US" dirty="0"/>
          </a:p>
        </p:txBody>
      </p:sp>
      <p:sp>
        <p:nvSpPr>
          <p:cNvPr id="24" name="Footer Placeholder 23"/>
          <p:cNvSpPr>
            <a:spLocks noGrp="1"/>
          </p:cNvSpPr>
          <p:nvPr>
            <p:ph type="ftr" sz="quarter" idx="30"/>
          </p:nvPr>
        </p:nvSpPr>
        <p:spPr>
          <a:xfrm>
            <a:off x="9324107" y="6555758"/>
            <a:ext cx="2223686" cy="219456"/>
          </a:xfrm>
          <a:prstGeom prst="rect">
            <a:avLst/>
          </a:prstGeom>
        </p:spPr>
        <p:txBody>
          <a:bodyPr/>
          <a:lstStyle/>
          <a:p>
            <a:r>
              <a:rPr lang="en-US" dirty="0">
                <a:solidFill>
                  <a:srgbClr val="EDEDED">
                    <a:lumMod val="50000"/>
                  </a:srgbClr>
                </a:solidFill>
              </a:rPr>
              <a:t>Slide # </a:t>
            </a:r>
          </a:p>
        </p:txBody>
      </p:sp>
      <p:sp>
        <p:nvSpPr>
          <p:cNvPr id="25" name="Slide Number Placeholder 24"/>
          <p:cNvSpPr>
            <a:spLocks noGrp="1"/>
          </p:cNvSpPr>
          <p:nvPr>
            <p:ph type="sldNum" sz="quarter" idx="31"/>
          </p:nvPr>
        </p:nvSpPr>
        <p:spPr>
          <a:xfrm>
            <a:off x="11784013" y="6555758"/>
            <a:ext cx="123754" cy="215444"/>
          </a:xfrm>
          <a:prstGeom prst="rect">
            <a:avLst/>
          </a:prstGeom>
        </p:spPr>
        <p:txBody>
          <a:bodyPr/>
          <a:lstStyle/>
          <a:p>
            <a:fld id="{DD205EFF-948D-4AF6-B54C-65639188FB5F}" type="slidenum">
              <a:rPr lang="en-US">
                <a:solidFill>
                  <a:srgbClr val="EDEDED">
                    <a:lumMod val="50000"/>
                  </a:srgbClr>
                </a:solidFill>
              </a:rPr>
              <a:pPr/>
              <a:t>‹#›</a:t>
            </a:fld>
            <a:endParaRPr lang="en-US" dirty="0">
              <a:solidFill>
                <a:srgbClr val="EDEDED">
                  <a:lumMod val="50000"/>
                </a:srgbClr>
              </a:solidFill>
            </a:endParaRPr>
          </a:p>
        </p:txBody>
      </p:sp>
    </p:spTree>
    <p:extLst>
      <p:ext uri="{BB962C8B-B14F-4D97-AF65-F5344CB8AC3E}">
        <p14:creationId xmlns:p14="http://schemas.microsoft.com/office/powerpoint/2010/main" val="1052826793"/>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29455"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p:nvPr>
        </p:nvSpPr>
        <p:spPr/>
        <p:txBody>
          <a:bodyPr/>
          <a:lstStyle/>
          <a:p>
            <a:r>
              <a:rPr lang="en-US"/>
              <a:t>Click to edit Master title style</a:t>
            </a:r>
            <a:endParaRPr lang="de-DE"/>
          </a:p>
        </p:txBody>
      </p:sp>
      <p:sp>
        <p:nvSpPr>
          <p:cNvPr id="10" name="Date Placeholder 9"/>
          <p:cNvSpPr>
            <a:spLocks noGrp="1"/>
          </p:cNvSpPr>
          <p:nvPr>
            <p:ph type="dt" sz="half" idx="10"/>
          </p:nvPr>
        </p:nvSpPr>
        <p:spPr>
          <a:xfrm>
            <a:off x="172421" y="6525941"/>
            <a:ext cx="2829007" cy="219456"/>
          </a:xfrm>
          <a:prstGeom prst="rect">
            <a:avLst/>
          </a:prstGeom>
        </p:spPr>
        <p:txBody>
          <a:bodyPr/>
          <a:lstStyle/>
          <a:p>
            <a:pPr>
              <a:lnSpc>
                <a:spcPct val="85000"/>
              </a:lnSpc>
            </a:pPr>
            <a:fld id="{CB1DEE03-2C24-4EF1-A7A9-81D849BB4F91}" type="datetime1">
              <a:rPr lang="en-GB"/>
              <a:pPr>
                <a:lnSpc>
                  <a:spcPct val="85000"/>
                </a:lnSpc>
              </a:pPr>
              <a:t>18/12/2020</a:t>
            </a:fld>
            <a:endParaRPr lang="en-US" dirty="0"/>
          </a:p>
        </p:txBody>
      </p:sp>
      <p:sp>
        <p:nvSpPr>
          <p:cNvPr id="11" name="Footer Placeholder 10"/>
          <p:cNvSpPr>
            <a:spLocks noGrp="1"/>
          </p:cNvSpPr>
          <p:nvPr>
            <p:ph type="ftr" sz="quarter" idx="11"/>
          </p:nvPr>
        </p:nvSpPr>
        <p:spPr>
          <a:xfrm>
            <a:off x="9144000" y="6555758"/>
            <a:ext cx="2223686" cy="219456"/>
          </a:xfrm>
          <a:prstGeom prst="rect">
            <a:avLst/>
          </a:prstGeom>
        </p:spPr>
        <p:txBody>
          <a:bodyPr/>
          <a:lstStyle/>
          <a:p>
            <a:r>
              <a:rPr lang="en-US" dirty="0">
                <a:solidFill>
                  <a:srgbClr val="EDEDED">
                    <a:lumMod val="50000"/>
                  </a:srgbClr>
                </a:solidFill>
              </a:rPr>
              <a:t>Slide # </a:t>
            </a:r>
          </a:p>
        </p:txBody>
      </p:sp>
      <p:sp>
        <p:nvSpPr>
          <p:cNvPr id="12" name="Slide Number Placeholder 11"/>
          <p:cNvSpPr>
            <a:spLocks noGrp="1"/>
          </p:cNvSpPr>
          <p:nvPr>
            <p:ph type="sldNum" sz="quarter" idx="12"/>
          </p:nvPr>
        </p:nvSpPr>
        <p:spPr>
          <a:xfrm>
            <a:off x="11784013" y="6555758"/>
            <a:ext cx="123754" cy="215444"/>
          </a:xfrm>
          <a:prstGeom prst="rect">
            <a:avLst/>
          </a:prstGeom>
        </p:spPr>
        <p:txBody>
          <a:bodyPr/>
          <a:lstStyle/>
          <a:p>
            <a:fld id="{DD205EFF-948D-4AF6-B54C-65639188FB5F}" type="slidenum">
              <a:rPr lang="en-US">
                <a:solidFill>
                  <a:srgbClr val="EDEDED">
                    <a:lumMod val="50000"/>
                  </a:srgbClr>
                </a:solidFill>
              </a:rPr>
              <a:pPr/>
              <a:t>‹#›</a:t>
            </a:fld>
            <a:endParaRPr lang="en-US" dirty="0">
              <a:solidFill>
                <a:srgbClr val="EDEDED">
                  <a:lumMod val="50000"/>
                </a:srgbClr>
              </a:solidFill>
            </a:endParaRPr>
          </a:p>
        </p:txBody>
      </p:sp>
      <p:pic>
        <p:nvPicPr>
          <p:cNvPr id="7" name="Graphic 6"/>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4868679" y="6612250"/>
            <a:ext cx="744506" cy="221470"/>
          </a:xfrm>
          <a:prstGeom prst="rect">
            <a:avLst/>
          </a:prstGeom>
        </p:spPr>
      </p:pic>
      <p:sp>
        <p:nvSpPr>
          <p:cNvPr id="8" name="Footer Placeholder 3"/>
          <p:cNvSpPr txBox="1">
            <a:spLocks/>
          </p:cNvSpPr>
          <p:nvPr userDrawn="1"/>
        </p:nvSpPr>
        <p:spPr>
          <a:xfrm>
            <a:off x="5683130" y="6591660"/>
            <a:ext cx="1695462" cy="199306"/>
          </a:xfrm>
          <a:prstGeom prst="rect">
            <a:avLst/>
          </a:prstGeom>
        </p:spPr>
        <p:txBody>
          <a:bodyPr wrap="none" lIns="0" tIns="0" rIns="0" bIns="0" anchor="ctr">
            <a:noAutofit/>
          </a:bodyPr>
          <a:lstStyle>
            <a:defPPr>
              <a:defRPr lang="en-US"/>
            </a:defPPr>
            <a:lvl1pPr marL="0" algn="l" defTabSz="457200" rtl="0" eaLnBrk="1" latinLnBrk="0" hangingPunct="1">
              <a:defRPr lang="de-DE" sz="600" kern="1200">
                <a:solidFill>
                  <a:schemeClr val="bg2">
                    <a:lumMod val="50000"/>
                  </a:schemeClr>
                </a:solidFill>
                <a:latin typeface="+mn-lt"/>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dirty="0">
                <a:solidFill>
                  <a:srgbClr val="EDEDED">
                    <a:lumMod val="50000"/>
                  </a:srgbClr>
                </a:solidFill>
              </a:rPr>
              <a:t>in collaboration with</a:t>
            </a:r>
          </a:p>
        </p:txBody>
      </p:sp>
    </p:spTree>
    <p:extLst>
      <p:ext uri="{BB962C8B-B14F-4D97-AF65-F5344CB8AC3E}">
        <p14:creationId xmlns:p14="http://schemas.microsoft.com/office/powerpoint/2010/main" val="3955303085"/>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1_Title Subtitl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a:t>Click to edit Master </a:t>
            </a:r>
            <a:br>
              <a:rPr lang="en-US" dirty="0"/>
            </a:br>
            <a:r>
              <a:rPr lang="en-US" dirty="0"/>
              <a:t>title style</a:t>
            </a:r>
            <a:endParaRPr lang="de-DE" dirty="0"/>
          </a:p>
        </p:txBody>
      </p:sp>
      <p:sp>
        <p:nvSpPr>
          <p:cNvPr id="8" name="Text Placeholder 7"/>
          <p:cNvSpPr>
            <a:spLocks noGrp="1"/>
          </p:cNvSpPr>
          <p:nvPr>
            <p:ph type="body" sz="quarter" idx="14"/>
          </p:nvPr>
        </p:nvSpPr>
        <p:spPr>
          <a:xfrm>
            <a:off x="407988" y="1412875"/>
            <a:ext cx="11376025" cy="215444"/>
          </a:xfrm>
        </p:spPr>
        <p:txBody>
          <a:bodyPr>
            <a:spAutoFit/>
          </a:bodyPr>
          <a:lstStyle>
            <a:lvl1pPr>
              <a:defRPr>
                <a:solidFill>
                  <a:schemeClr val="accent2"/>
                </a:solidFill>
              </a:defRPr>
            </a:lvl1pPr>
          </a:lstStyle>
          <a:p>
            <a:pPr lvl="0"/>
            <a:r>
              <a:rPr lang="en-US"/>
              <a:t>Click to edit Master text styles</a:t>
            </a:r>
          </a:p>
        </p:txBody>
      </p:sp>
      <p:sp>
        <p:nvSpPr>
          <p:cNvPr id="6" name="Date Placeholder 5"/>
          <p:cNvSpPr>
            <a:spLocks noGrp="1"/>
          </p:cNvSpPr>
          <p:nvPr>
            <p:ph type="dt" sz="half" idx="15"/>
          </p:nvPr>
        </p:nvSpPr>
        <p:spPr>
          <a:xfrm>
            <a:off x="407988" y="6555971"/>
            <a:ext cx="2829007" cy="219456"/>
          </a:xfrm>
          <a:prstGeom prst="rect">
            <a:avLst/>
          </a:prstGeom>
        </p:spPr>
        <p:txBody>
          <a:bodyPr/>
          <a:lstStyle/>
          <a:p>
            <a:pPr>
              <a:lnSpc>
                <a:spcPct val="85000"/>
              </a:lnSpc>
            </a:pPr>
            <a:fld id="{CBB62B93-334A-481F-A40B-7EF71C13B416}" type="datetime1">
              <a:rPr lang="en-GB"/>
              <a:pPr>
                <a:lnSpc>
                  <a:spcPct val="85000"/>
                </a:lnSpc>
              </a:pPr>
              <a:t>18/12/2020</a:t>
            </a:fld>
            <a:endParaRPr lang="en-US" dirty="0"/>
          </a:p>
        </p:txBody>
      </p:sp>
      <p:sp>
        <p:nvSpPr>
          <p:cNvPr id="7" name="Footer Placeholder 6"/>
          <p:cNvSpPr>
            <a:spLocks noGrp="1"/>
          </p:cNvSpPr>
          <p:nvPr>
            <p:ph type="ftr" sz="quarter" idx="16"/>
          </p:nvPr>
        </p:nvSpPr>
        <p:spPr>
          <a:xfrm>
            <a:off x="9324107" y="6555758"/>
            <a:ext cx="2223686" cy="219456"/>
          </a:xfrm>
          <a:prstGeom prst="rect">
            <a:avLst/>
          </a:prstGeom>
        </p:spPr>
        <p:txBody>
          <a:bodyPr/>
          <a:lstStyle/>
          <a:p>
            <a:r>
              <a:rPr lang="en-US" dirty="0">
                <a:solidFill>
                  <a:srgbClr val="EDEDED">
                    <a:lumMod val="50000"/>
                  </a:srgbClr>
                </a:solidFill>
              </a:rPr>
              <a:t>Slide # </a:t>
            </a:r>
          </a:p>
        </p:txBody>
      </p:sp>
      <p:sp>
        <p:nvSpPr>
          <p:cNvPr id="9" name="Slide Number Placeholder 8"/>
          <p:cNvSpPr>
            <a:spLocks noGrp="1"/>
          </p:cNvSpPr>
          <p:nvPr>
            <p:ph type="sldNum" sz="quarter" idx="17"/>
          </p:nvPr>
        </p:nvSpPr>
        <p:spPr>
          <a:xfrm>
            <a:off x="11784013" y="6555758"/>
            <a:ext cx="123754" cy="215444"/>
          </a:xfrm>
          <a:prstGeom prst="rect">
            <a:avLst/>
          </a:prstGeom>
        </p:spPr>
        <p:txBody>
          <a:bodyPr/>
          <a:lstStyle/>
          <a:p>
            <a:fld id="{DD205EFF-948D-4AF6-B54C-65639188FB5F}" type="slidenum">
              <a:rPr lang="en-US">
                <a:solidFill>
                  <a:srgbClr val="EDEDED">
                    <a:lumMod val="50000"/>
                  </a:srgbClr>
                </a:solidFill>
              </a:rPr>
              <a:pPr/>
              <a:t>‹#›</a:t>
            </a:fld>
            <a:endParaRPr lang="en-US" dirty="0">
              <a:solidFill>
                <a:srgbClr val="EDEDED">
                  <a:lumMod val="50000"/>
                </a:srgbClr>
              </a:solidFill>
            </a:endParaRPr>
          </a:p>
        </p:txBody>
      </p:sp>
    </p:spTree>
    <p:extLst>
      <p:ext uri="{BB962C8B-B14F-4D97-AF65-F5344CB8AC3E}">
        <p14:creationId xmlns:p14="http://schemas.microsoft.com/office/powerpoint/2010/main" val="2264406523"/>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1_Title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de-DE" dirty="0"/>
          </a:p>
        </p:txBody>
      </p:sp>
      <p:sp>
        <p:nvSpPr>
          <p:cNvPr id="7" name="Text Placeholder 6"/>
          <p:cNvSpPr>
            <a:spLocks noGrp="1"/>
          </p:cNvSpPr>
          <p:nvPr>
            <p:ph type="body" sz="quarter" idx="13"/>
          </p:nvPr>
        </p:nvSpPr>
        <p:spPr>
          <a:xfrm>
            <a:off x="407988" y="1412875"/>
            <a:ext cx="11376025" cy="50403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6" name="Date Placeholder 5"/>
          <p:cNvSpPr>
            <a:spLocks noGrp="1"/>
          </p:cNvSpPr>
          <p:nvPr>
            <p:ph type="dt" sz="half" idx="14"/>
          </p:nvPr>
        </p:nvSpPr>
        <p:spPr>
          <a:xfrm>
            <a:off x="407988" y="6555971"/>
            <a:ext cx="2829007" cy="219456"/>
          </a:xfrm>
          <a:prstGeom prst="rect">
            <a:avLst/>
          </a:prstGeom>
        </p:spPr>
        <p:txBody>
          <a:bodyPr/>
          <a:lstStyle/>
          <a:p>
            <a:pPr>
              <a:lnSpc>
                <a:spcPct val="85000"/>
              </a:lnSpc>
            </a:pPr>
            <a:fld id="{EEFD71F5-42EC-4950-8CBB-3B94B0B3CAF5}" type="datetime1">
              <a:rPr lang="en-GB"/>
              <a:pPr>
                <a:lnSpc>
                  <a:spcPct val="85000"/>
                </a:lnSpc>
              </a:pPr>
              <a:t>18/12/2020</a:t>
            </a:fld>
            <a:endParaRPr lang="en-US" dirty="0"/>
          </a:p>
        </p:txBody>
      </p:sp>
      <p:sp>
        <p:nvSpPr>
          <p:cNvPr id="8" name="Footer Placeholder 7"/>
          <p:cNvSpPr>
            <a:spLocks noGrp="1"/>
          </p:cNvSpPr>
          <p:nvPr>
            <p:ph type="ftr" sz="quarter" idx="15"/>
          </p:nvPr>
        </p:nvSpPr>
        <p:spPr>
          <a:xfrm>
            <a:off x="9324107" y="6555758"/>
            <a:ext cx="2223686" cy="219456"/>
          </a:xfrm>
          <a:prstGeom prst="rect">
            <a:avLst/>
          </a:prstGeom>
        </p:spPr>
        <p:txBody>
          <a:bodyPr/>
          <a:lstStyle/>
          <a:p>
            <a:r>
              <a:rPr lang="en-US" dirty="0">
                <a:solidFill>
                  <a:srgbClr val="EDEDED">
                    <a:lumMod val="50000"/>
                  </a:srgbClr>
                </a:solidFill>
              </a:rPr>
              <a:t>Slide # </a:t>
            </a:r>
          </a:p>
        </p:txBody>
      </p:sp>
      <p:sp>
        <p:nvSpPr>
          <p:cNvPr id="9" name="Slide Number Placeholder 8"/>
          <p:cNvSpPr>
            <a:spLocks noGrp="1"/>
          </p:cNvSpPr>
          <p:nvPr>
            <p:ph type="sldNum" sz="quarter" idx="16"/>
          </p:nvPr>
        </p:nvSpPr>
        <p:spPr>
          <a:xfrm>
            <a:off x="11784013" y="6555758"/>
            <a:ext cx="123754" cy="215444"/>
          </a:xfrm>
          <a:prstGeom prst="rect">
            <a:avLst/>
          </a:prstGeom>
        </p:spPr>
        <p:txBody>
          <a:bodyPr/>
          <a:lstStyle/>
          <a:p>
            <a:fld id="{DD205EFF-948D-4AF6-B54C-65639188FB5F}" type="slidenum">
              <a:rPr lang="en-US">
                <a:solidFill>
                  <a:srgbClr val="EDEDED">
                    <a:lumMod val="50000"/>
                  </a:srgbClr>
                </a:solidFill>
              </a:rPr>
              <a:pPr/>
              <a:t>‹#›</a:t>
            </a:fld>
            <a:endParaRPr lang="en-US" dirty="0">
              <a:solidFill>
                <a:srgbClr val="EDEDED">
                  <a:lumMod val="50000"/>
                </a:srgbClr>
              </a:solidFill>
            </a:endParaRPr>
          </a:p>
        </p:txBody>
      </p:sp>
    </p:spTree>
    <p:extLst>
      <p:ext uri="{BB962C8B-B14F-4D97-AF65-F5344CB8AC3E}">
        <p14:creationId xmlns:p14="http://schemas.microsoft.com/office/powerpoint/2010/main" val="3266725146"/>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1_Title Subtitle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a:t>Click to edit Master </a:t>
            </a:r>
            <a:br>
              <a:rPr lang="en-US" dirty="0"/>
            </a:br>
            <a:r>
              <a:rPr lang="en-US" dirty="0"/>
              <a:t>title style</a:t>
            </a:r>
            <a:endParaRPr lang="de-DE" dirty="0"/>
          </a:p>
        </p:txBody>
      </p:sp>
      <p:sp>
        <p:nvSpPr>
          <p:cNvPr id="7" name="Text Placeholder 6"/>
          <p:cNvSpPr>
            <a:spLocks noGrp="1"/>
          </p:cNvSpPr>
          <p:nvPr>
            <p:ph type="body" sz="quarter" idx="13"/>
          </p:nvPr>
        </p:nvSpPr>
        <p:spPr>
          <a:xfrm>
            <a:off x="407988" y="1772770"/>
            <a:ext cx="11376025" cy="468041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8" name="Text Placeholder 7"/>
          <p:cNvSpPr>
            <a:spLocks noGrp="1"/>
          </p:cNvSpPr>
          <p:nvPr>
            <p:ph type="body" sz="quarter" idx="14"/>
          </p:nvPr>
        </p:nvSpPr>
        <p:spPr>
          <a:xfrm>
            <a:off x="407988" y="1412875"/>
            <a:ext cx="11376025" cy="215444"/>
          </a:xfrm>
        </p:spPr>
        <p:txBody>
          <a:bodyPr>
            <a:spAutoFit/>
          </a:bodyPr>
          <a:lstStyle>
            <a:lvl1pPr>
              <a:defRPr>
                <a:solidFill>
                  <a:schemeClr val="accent2"/>
                </a:solidFill>
              </a:defRPr>
            </a:lvl1pPr>
          </a:lstStyle>
          <a:p>
            <a:pPr lvl="0"/>
            <a:r>
              <a:rPr lang="en-US"/>
              <a:t>Click to edit Master text styles</a:t>
            </a:r>
          </a:p>
        </p:txBody>
      </p:sp>
      <p:sp>
        <p:nvSpPr>
          <p:cNvPr id="6" name="Date Placeholder 5"/>
          <p:cNvSpPr>
            <a:spLocks noGrp="1"/>
          </p:cNvSpPr>
          <p:nvPr>
            <p:ph type="dt" sz="half" idx="15"/>
          </p:nvPr>
        </p:nvSpPr>
        <p:spPr>
          <a:xfrm>
            <a:off x="407988" y="6555971"/>
            <a:ext cx="2829007" cy="219456"/>
          </a:xfrm>
          <a:prstGeom prst="rect">
            <a:avLst/>
          </a:prstGeom>
        </p:spPr>
        <p:txBody>
          <a:bodyPr/>
          <a:lstStyle/>
          <a:p>
            <a:pPr>
              <a:lnSpc>
                <a:spcPct val="85000"/>
              </a:lnSpc>
            </a:pPr>
            <a:fld id="{67D3DB11-6C7B-4A8D-86EE-39C76384C651}" type="datetime1">
              <a:rPr lang="en-GB"/>
              <a:pPr>
                <a:lnSpc>
                  <a:spcPct val="85000"/>
                </a:lnSpc>
              </a:pPr>
              <a:t>18/12/2020</a:t>
            </a:fld>
            <a:endParaRPr lang="en-US" dirty="0"/>
          </a:p>
        </p:txBody>
      </p:sp>
      <p:sp>
        <p:nvSpPr>
          <p:cNvPr id="9" name="Footer Placeholder 8"/>
          <p:cNvSpPr>
            <a:spLocks noGrp="1"/>
          </p:cNvSpPr>
          <p:nvPr>
            <p:ph type="ftr" sz="quarter" idx="16"/>
          </p:nvPr>
        </p:nvSpPr>
        <p:spPr>
          <a:xfrm>
            <a:off x="9324107" y="6555758"/>
            <a:ext cx="2223686" cy="219456"/>
          </a:xfrm>
          <a:prstGeom prst="rect">
            <a:avLst/>
          </a:prstGeom>
        </p:spPr>
        <p:txBody>
          <a:bodyPr/>
          <a:lstStyle/>
          <a:p>
            <a:r>
              <a:rPr lang="en-US" dirty="0">
                <a:solidFill>
                  <a:srgbClr val="EDEDED">
                    <a:lumMod val="50000"/>
                  </a:srgbClr>
                </a:solidFill>
              </a:rPr>
              <a:t>Slide # </a:t>
            </a:r>
          </a:p>
        </p:txBody>
      </p:sp>
      <p:sp>
        <p:nvSpPr>
          <p:cNvPr id="10" name="Slide Number Placeholder 9"/>
          <p:cNvSpPr>
            <a:spLocks noGrp="1"/>
          </p:cNvSpPr>
          <p:nvPr>
            <p:ph type="sldNum" sz="quarter" idx="17"/>
          </p:nvPr>
        </p:nvSpPr>
        <p:spPr>
          <a:xfrm>
            <a:off x="11784013" y="6555758"/>
            <a:ext cx="123754" cy="215444"/>
          </a:xfrm>
          <a:prstGeom prst="rect">
            <a:avLst/>
          </a:prstGeom>
        </p:spPr>
        <p:txBody>
          <a:bodyPr/>
          <a:lstStyle/>
          <a:p>
            <a:fld id="{DD205EFF-948D-4AF6-B54C-65639188FB5F}" type="slidenum">
              <a:rPr lang="en-US">
                <a:solidFill>
                  <a:srgbClr val="EDEDED">
                    <a:lumMod val="50000"/>
                  </a:srgbClr>
                </a:solidFill>
              </a:rPr>
              <a:pPr/>
              <a:t>‹#›</a:t>
            </a:fld>
            <a:endParaRPr lang="en-US" dirty="0">
              <a:solidFill>
                <a:srgbClr val="EDEDED">
                  <a:lumMod val="50000"/>
                </a:srgbClr>
              </a:solidFill>
            </a:endParaRPr>
          </a:p>
        </p:txBody>
      </p:sp>
    </p:spTree>
    <p:extLst>
      <p:ext uri="{BB962C8B-B14F-4D97-AF65-F5344CB8AC3E}">
        <p14:creationId xmlns:p14="http://schemas.microsoft.com/office/powerpoint/2010/main" val="4113142356"/>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2_Blank-White">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407988" y="6555971"/>
            <a:ext cx="2829007" cy="219456"/>
          </a:xfrm>
          <a:prstGeom prst="rect">
            <a:avLst/>
          </a:prstGeom>
        </p:spPr>
        <p:txBody>
          <a:bodyPr/>
          <a:lstStyle/>
          <a:p>
            <a:pPr>
              <a:lnSpc>
                <a:spcPct val="85000"/>
              </a:lnSpc>
            </a:pPr>
            <a:fld id="{D1F354DC-9931-4D81-B367-E865B702D0E2}" type="datetime1">
              <a:rPr lang="en-GB"/>
              <a:pPr>
                <a:lnSpc>
                  <a:spcPct val="85000"/>
                </a:lnSpc>
              </a:pPr>
              <a:t>18/12/2020</a:t>
            </a:fld>
            <a:endParaRPr lang="en-US" dirty="0"/>
          </a:p>
        </p:txBody>
      </p:sp>
      <p:sp>
        <p:nvSpPr>
          <p:cNvPr id="6" name="Footer Placeholder 5"/>
          <p:cNvSpPr>
            <a:spLocks noGrp="1"/>
          </p:cNvSpPr>
          <p:nvPr>
            <p:ph type="ftr" sz="quarter" idx="11"/>
          </p:nvPr>
        </p:nvSpPr>
        <p:spPr>
          <a:xfrm>
            <a:off x="9324107" y="6555758"/>
            <a:ext cx="2223686" cy="219456"/>
          </a:xfrm>
          <a:prstGeom prst="rect">
            <a:avLst/>
          </a:prstGeom>
        </p:spPr>
        <p:txBody>
          <a:bodyPr/>
          <a:lstStyle/>
          <a:p>
            <a:r>
              <a:rPr lang="en-US" dirty="0">
                <a:solidFill>
                  <a:srgbClr val="EDEDED">
                    <a:lumMod val="50000"/>
                  </a:srgbClr>
                </a:solidFill>
              </a:rPr>
              <a:t>Slide # </a:t>
            </a:r>
          </a:p>
        </p:txBody>
      </p:sp>
      <p:sp>
        <p:nvSpPr>
          <p:cNvPr id="7" name="Slide Number Placeholder 6"/>
          <p:cNvSpPr>
            <a:spLocks noGrp="1"/>
          </p:cNvSpPr>
          <p:nvPr>
            <p:ph type="sldNum" sz="quarter" idx="12"/>
          </p:nvPr>
        </p:nvSpPr>
        <p:spPr>
          <a:xfrm>
            <a:off x="11784013" y="6555758"/>
            <a:ext cx="123754" cy="215444"/>
          </a:xfrm>
          <a:prstGeom prst="rect">
            <a:avLst/>
          </a:prstGeom>
        </p:spPr>
        <p:txBody>
          <a:bodyPr/>
          <a:lstStyle/>
          <a:p>
            <a:fld id="{DD205EFF-948D-4AF6-B54C-65639188FB5F}" type="slidenum">
              <a:rPr lang="en-US">
                <a:solidFill>
                  <a:srgbClr val="EDEDED">
                    <a:lumMod val="50000"/>
                  </a:srgbClr>
                </a:solidFill>
              </a:rPr>
              <a:pPr/>
              <a:t>‹#›</a:t>
            </a:fld>
            <a:endParaRPr lang="en-US" dirty="0">
              <a:solidFill>
                <a:srgbClr val="EDEDED">
                  <a:lumMod val="50000"/>
                </a:srgbClr>
              </a:solidFill>
            </a:endParaRPr>
          </a:p>
        </p:txBody>
      </p:sp>
    </p:spTree>
    <p:extLst>
      <p:ext uri="{BB962C8B-B14F-4D97-AF65-F5344CB8AC3E}">
        <p14:creationId xmlns:p14="http://schemas.microsoft.com/office/powerpoint/2010/main" val="2700412515"/>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2_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hasCustomPrompt="1"/>
          </p:nvPr>
        </p:nvSpPr>
        <p:spPr>
          <a:xfrm>
            <a:off x="407987" y="1932114"/>
            <a:ext cx="5543551" cy="4521074"/>
          </a:xfrm>
          <a:prstGeom prst="rect">
            <a:avLst/>
          </a:prstGeom>
        </p:spPr>
        <p:txBody>
          <a:bodyPr>
            <a:noAutofit/>
          </a:bodyPr>
          <a:lstStyle>
            <a:lvl1pPr>
              <a:lnSpc>
                <a:spcPct val="100000"/>
              </a:lnSpc>
              <a:defRPr sz="1400">
                <a:solidFill>
                  <a:schemeClr val="tx1"/>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insert long text</a:t>
            </a:r>
          </a:p>
        </p:txBody>
      </p:sp>
      <p:sp>
        <p:nvSpPr>
          <p:cNvPr id="11" name="Text Placeholder 7">
            <a:extLst>
              <a:ext uri="{FF2B5EF4-FFF2-40B4-BE49-F238E27FC236}">
                <a16:creationId xmlns:a16="http://schemas.microsoft.com/office/drawing/2014/main" id="{4F279807-494A-45DD-A5C6-24F625316B92}"/>
              </a:ext>
            </a:extLst>
          </p:cNvPr>
          <p:cNvSpPr>
            <a:spLocks noGrp="1"/>
          </p:cNvSpPr>
          <p:nvPr>
            <p:ph type="body" sz="quarter" idx="11" hasCustomPrompt="1"/>
          </p:nvPr>
        </p:nvSpPr>
        <p:spPr>
          <a:xfrm>
            <a:off x="6240465" y="1932113"/>
            <a:ext cx="5516444" cy="4519865"/>
          </a:xfrm>
          <a:prstGeom prst="rect">
            <a:avLst/>
          </a:prstGeom>
        </p:spPr>
        <p:txBody>
          <a:bodyPr>
            <a:noAutofit/>
          </a:bodyPr>
          <a:lstStyle>
            <a:lvl1pPr>
              <a:lnSpc>
                <a:spcPct val="100000"/>
              </a:lnSpc>
              <a:defRPr sz="1400">
                <a:solidFill>
                  <a:schemeClr val="tx1"/>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insert long text</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7987" y="1420990"/>
            <a:ext cx="5543551" cy="360000"/>
          </a:xfrm>
          <a:prstGeom prst="rect">
            <a:avLst/>
          </a:prstGeom>
        </p:spPr>
        <p:txBody>
          <a:bodyPr>
            <a:noAutofit/>
          </a:bodyPr>
          <a:lstStyle>
            <a:lvl1pPr>
              <a:lnSpc>
                <a:spcPts val="2200"/>
              </a:lnSpc>
              <a:defRPr sz="1600" b="0">
                <a:solidFill>
                  <a:srgbClr val="12ABDB"/>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240465" y="1420990"/>
            <a:ext cx="5516444" cy="360000"/>
          </a:xfrm>
          <a:prstGeom prst="rect">
            <a:avLst/>
          </a:prstGeom>
        </p:spPr>
        <p:txBody>
          <a:bodyPr>
            <a:noAutofit/>
          </a:bodyPr>
          <a:lstStyle>
            <a:lvl1pPr>
              <a:lnSpc>
                <a:spcPts val="2200"/>
              </a:lnSpc>
              <a:defRPr sz="1600" b="0">
                <a:solidFill>
                  <a:srgbClr val="12ABDB"/>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insert title</a:t>
            </a:r>
          </a:p>
        </p:txBody>
      </p:sp>
      <p:sp>
        <p:nvSpPr>
          <p:cNvPr id="9" name="Title Placeholder 1">
            <a:extLst>
              <a:ext uri="{FF2B5EF4-FFF2-40B4-BE49-F238E27FC236}">
                <a16:creationId xmlns:a16="http://schemas.microsoft.com/office/drawing/2014/main" id="{6733E381-C11A-4F10-88ED-DDEA4B9167E2}"/>
              </a:ext>
            </a:extLst>
          </p:cNvPr>
          <p:cNvSpPr>
            <a:spLocks noGrp="1"/>
          </p:cNvSpPr>
          <p:nvPr>
            <p:ph type="title" hasCustomPrompt="1"/>
          </p:nvPr>
        </p:nvSpPr>
        <p:spPr>
          <a:xfrm>
            <a:off x="407988" y="404813"/>
            <a:ext cx="10944596" cy="865054"/>
          </a:xfrm>
          <a:prstGeom prst="rect">
            <a:avLst/>
          </a:prstGeom>
        </p:spPr>
        <p:txBody>
          <a:bodyPr vert="horz" lIns="0" tIns="0" rIns="0" bIns="0" rtlCol="0" anchor="t">
            <a:normAutofit/>
          </a:bodyPr>
          <a:lstStyle>
            <a:lvl1pPr>
              <a:defRPr lang="pt-PT" dirty="0">
                <a:solidFill>
                  <a:schemeClr val="tx2"/>
                </a:solidFill>
              </a:defRPr>
            </a:lvl1pPr>
          </a:lstStyle>
          <a:p>
            <a:pPr lvl="0">
              <a:lnSpc>
                <a:spcPts val="3000"/>
              </a:lnSpc>
            </a:pPr>
            <a:r>
              <a:rPr lang="en-US" dirty="0"/>
              <a:t>Click to insert title</a:t>
            </a:r>
            <a:endParaRPr lang="pt-PT" dirty="0"/>
          </a:p>
        </p:txBody>
      </p:sp>
      <p:sp>
        <p:nvSpPr>
          <p:cNvPr id="5" name="Date Placeholder 4"/>
          <p:cNvSpPr>
            <a:spLocks noGrp="1"/>
          </p:cNvSpPr>
          <p:nvPr>
            <p:ph type="dt" sz="half" idx="14"/>
          </p:nvPr>
        </p:nvSpPr>
        <p:spPr>
          <a:xfrm>
            <a:off x="407988" y="6555971"/>
            <a:ext cx="2829007" cy="219456"/>
          </a:xfrm>
          <a:prstGeom prst="rect">
            <a:avLst/>
          </a:prstGeom>
        </p:spPr>
        <p:txBody>
          <a:bodyPr/>
          <a:lstStyle/>
          <a:p>
            <a:pPr>
              <a:lnSpc>
                <a:spcPct val="85000"/>
              </a:lnSpc>
            </a:pPr>
            <a:fld id="{F217664D-6039-4B20-BDFB-97DCA3CC65B8}" type="datetime1">
              <a:rPr lang="en-GB"/>
              <a:pPr>
                <a:lnSpc>
                  <a:spcPct val="85000"/>
                </a:lnSpc>
              </a:pPr>
              <a:t>18/12/2020</a:t>
            </a:fld>
            <a:endParaRPr lang="en-US" dirty="0"/>
          </a:p>
        </p:txBody>
      </p:sp>
      <p:sp>
        <p:nvSpPr>
          <p:cNvPr id="6" name="Footer Placeholder 5"/>
          <p:cNvSpPr>
            <a:spLocks noGrp="1"/>
          </p:cNvSpPr>
          <p:nvPr>
            <p:ph type="ftr" sz="quarter" idx="15"/>
          </p:nvPr>
        </p:nvSpPr>
        <p:spPr>
          <a:xfrm>
            <a:off x="9324107" y="6555758"/>
            <a:ext cx="2223686" cy="219456"/>
          </a:xfrm>
          <a:prstGeom prst="rect">
            <a:avLst/>
          </a:prstGeom>
        </p:spPr>
        <p:txBody>
          <a:bodyPr/>
          <a:lstStyle/>
          <a:p>
            <a:r>
              <a:rPr lang="en-US" dirty="0">
                <a:solidFill>
                  <a:srgbClr val="EDEDED">
                    <a:lumMod val="50000"/>
                  </a:srgbClr>
                </a:solidFill>
              </a:rPr>
              <a:t>Slide # </a:t>
            </a:r>
          </a:p>
        </p:txBody>
      </p:sp>
      <p:sp>
        <p:nvSpPr>
          <p:cNvPr id="7" name="Slide Number Placeholder 6"/>
          <p:cNvSpPr>
            <a:spLocks noGrp="1"/>
          </p:cNvSpPr>
          <p:nvPr>
            <p:ph type="sldNum" sz="quarter" idx="16"/>
          </p:nvPr>
        </p:nvSpPr>
        <p:spPr>
          <a:xfrm>
            <a:off x="11784013" y="6555758"/>
            <a:ext cx="123754" cy="215444"/>
          </a:xfrm>
          <a:prstGeom prst="rect">
            <a:avLst/>
          </a:prstGeom>
        </p:spPr>
        <p:txBody>
          <a:bodyPr/>
          <a:lstStyle/>
          <a:p>
            <a:fld id="{DD205EFF-948D-4AF6-B54C-65639188FB5F}" type="slidenum">
              <a:rPr lang="en-US">
                <a:solidFill>
                  <a:srgbClr val="EDEDED">
                    <a:lumMod val="50000"/>
                  </a:srgbClr>
                </a:solidFill>
              </a:rPr>
              <a:pPr/>
              <a:t>‹#›</a:t>
            </a:fld>
            <a:endParaRPr lang="en-US" dirty="0">
              <a:solidFill>
                <a:srgbClr val="EDEDED">
                  <a:lumMod val="50000"/>
                </a:srgbClr>
              </a:solidFill>
            </a:endParaRPr>
          </a:p>
        </p:txBody>
      </p:sp>
    </p:spTree>
    <p:extLst>
      <p:ext uri="{BB962C8B-B14F-4D97-AF65-F5344CB8AC3E}">
        <p14:creationId xmlns:p14="http://schemas.microsoft.com/office/powerpoint/2010/main" val="1476599260"/>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2_Blank-Grey">
    <p:bg>
      <p:bgPr>
        <a:solidFill>
          <a:schemeClr val="bg2"/>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407988" y="6555971"/>
            <a:ext cx="2829007" cy="219456"/>
          </a:xfrm>
          <a:prstGeom prst="rect">
            <a:avLst/>
          </a:prstGeom>
        </p:spPr>
        <p:txBody>
          <a:bodyPr/>
          <a:lstStyle/>
          <a:p>
            <a:pPr>
              <a:lnSpc>
                <a:spcPct val="85000"/>
              </a:lnSpc>
            </a:pPr>
            <a:fld id="{9CE443CC-35FB-4F9F-84E2-B3CF804E1546}" type="datetime1">
              <a:rPr lang="en-GB"/>
              <a:pPr>
                <a:lnSpc>
                  <a:spcPct val="85000"/>
                </a:lnSpc>
              </a:pPr>
              <a:t>18/12/2020</a:t>
            </a:fld>
            <a:endParaRPr lang="en-US" dirty="0"/>
          </a:p>
        </p:txBody>
      </p:sp>
      <p:sp>
        <p:nvSpPr>
          <p:cNvPr id="6" name="Footer Placeholder 5"/>
          <p:cNvSpPr>
            <a:spLocks noGrp="1"/>
          </p:cNvSpPr>
          <p:nvPr>
            <p:ph type="ftr" sz="quarter" idx="11"/>
          </p:nvPr>
        </p:nvSpPr>
        <p:spPr>
          <a:xfrm>
            <a:off x="9324107" y="6555758"/>
            <a:ext cx="2223686" cy="219456"/>
          </a:xfrm>
          <a:prstGeom prst="rect">
            <a:avLst/>
          </a:prstGeom>
        </p:spPr>
        <p:txBody>
          <a:bodyPr/>
          <a:lstStyle/>
          <a:p>
            <a:r>
              <a:rPr lang="en-US" dirty="0">
                <a:solidFill>
                  <a:srgbClr val="EDEDED">
                    <a:lumMod val="50000"/>
                  </a:srgbClr>
                </a:solidFill>
              </a:rPr>
              <a:t>Slide # </a:t>
            </a:r>
          </a:p>
        </p:txBody>
      </p:sp>
      <p:sp>
        <p:nvSpPr>
          <p:cNvPr id="7" name="Slide Number Placeholder 6"/>
          <p:cNvSpPr>
            <a:spLocks noGrp="1"/>
          </p:cNvSpPr>
          <p:nvPr>
            <p:ph type="sldNum" sz="quarter" idx="12"/>
          </p:nvPr>
        </p:nvSpPr>
        <p:spPr>
          <a:xfrm>
            <a:off x="11784013" y="6555758"/>
            <a:ext cx="123754" cy="215444"/>
          </a:xfrm>
          <a:prstGeom prst="rect">
            <a:avLst/>
          </a:prstGeom>
        </p:spPr>
        <p:txBody>
          <a:bodyPr/>
          <a:lstStyle/>
          <a:p>
            <a:fld id="{DD205EFF-948D-4AF6-B54C-65639188FB5F}" type="slidenum">
              <a:rPr lang="en-US">
                <a:solidFill>
                  <a:srgbClr val="EDEDED">
                    <a:lumMod val="50000"/>
                  </a:srgbClr>
                </a:solidFill>
              </a:rPr>
              <a:pPr/>
              <a:t>‹#›</a:t>
            </a:fld>
            <a:endParaRPr lang="en-US" dirty="0">
              <a:solidFill>
                <a:srgbClr val="EDEDED">
                  <a:lumMod val="50000"/>
                </a:srgbClr>
              </a:solidFill>
            </a:endParaRPr>
          </a:p>
        </p:txBody>
      </p:sp>
    </p:spTree>
    <p:extLst>
      <p:ext uri="{BB962C8B-B14F-4D97-AF65-F5344CB8AC3E}">
        <p14:creationId xmlns:p14="http://schemas.microsoft.com/office/powerpoint/2010/main" val="1154874909"/>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2_Text with Shapes - Layout1">
    <p:bg>
      <p:bgRef idx="1001">
        <a:schemeClr val="bg1"/>
      </p:bgRef>
    </p:bg>
    <p:spTree>
      <p:nvGrpSpPr>
        <p:cNvPr id="1" name=""/>
        <p:cNvGrpSpPr/>
        <p:nvPr/>
      </p:nvGrpSpPr>
      <p:grpSpPr>
        <a:xfrm>
          <a:off x="0" y="0"/>
          <a:ext cx="0" cy="0"/>
          <a:chOff x="0" y="0"/>
          <a:chExt cx="0" cy="0"/>
        </a:xfrm>
      </p:grpSpPr>
      <p:graphicFrame>
        <p:nvGraphicFramePr>
          <p:cNvPr id="18" name="Object 17" hidden="1"/>
          <p:cNvGraphicFramePr>
            <a:graphicFrameLocks noChangeAspect="1"/>
          </p:cNvGraphicFramePr>
          <p:nvPr userDrawn="1">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30479"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2" name="Freeform 9"/>
          <p:cNvSpPr>
            <a:spLocks/>
          </p:cNvSpPr>
          <p:nvPr userDrawn="1"/>
        </p:nvSpPr>
        <p:spPr bwMode="auto">
          <a:xfrm>
            <a:off x="9871075" y="0"/>
            <a:ext cx="2320925" cy="3840163"/>
          </a:xfrm>
          <a:custGeom>
            <a:avLst/>
            <a:gdLst>
              <a:gd name="T0" fmla="*/ 616 w 616"/>
              <a:gd name="T1" fmla="*/ 1021 h 1021"/>
              <a:gd name="T2" fmla="*/ 514 w 616"/>
              <a:gd name="T3" fmla="*/ 895 h 1021"/>
              <a:gd name="T4" fmla="*/ 331 w 616"/>
              <a:gd name="T5" fmla="*/ 659 h 1021"/>
              <a:gd name="T6" fmla="*/ 127 w 616"/>
              <a:gd name="T7" fmla="*/ 326 h 1021"/>
              <a:gd name="T8" fmla="*/ 0 w 616"/>
              <a:gd name="T9" fmla="*/ 0 h 1021"/>
              <a:gd name="T10" fmla="*/ 609 w 616"/>
              <a:gd name="T11" fmla="*/ 0 h 1021"/>
              <a:gd name="T12" fmla="*/ 616 w 616"/>
              <a:gd name="T13" fmla="*/ 8 h 1021"/>
              <a:gd name="T14" fmla="*/ 616 w 616"/>
              <a:gd name="T15" fmla="*/ 1021 h 10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16" h="1021">
                <a:moveTo>
                  <a:pt x="616" y="1021"/>
                </a:moveTo>
                <a:cubicBezTo>
                  <a:pt x="582" y="979"/>
                  <a:pt x="549" y="937"/>
                  <a:pt x="514" y="895"/>
                </a:cubicBezTo>
                <a:cubicBezTo>
                  <a:pt x="451" y="819"/>
                  <a:pt x="389" y="740"/>
                  <a:pt x="331" y="659"/>
                </a:cubicBezTo>
                <a:cubicBezTo>
                  <a:pt x="256" y="553"/>
                  <a:pt x="186" y="443"/>
                  <a:pt x="127" y="326"/>
                </a:cubicBezTo>
                <a:cubicBezTo>
                  <a:pt x="74" y="222"/>
                  <a:pt x="30" y="114"/>
                  <a:pt x="0" y="0"/>
                </a:cubicBezTo>
                <a:cubicBezTo>
                  <a:pt x="203" y="0"/>
                  <a:pt x="406" y="0"/>
                  <a:pt x="609" y="0"/>
                </a:cubicBezTo>
                <a:cubicBezTo>
                  <a:pt x="615" y="0"/>
                  <a:pt x="616" y="1"/>
                  <a:pt x="616" y="8"/>
                </a:cubicBezTo>
                <a:cubicBezTo>
                  <a:pt x="616" y="346"/>
                  <a:pt x="616" y="684"/>
                  <a:pt x="616" y="1021"/>
                </a:cubicBez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p>
            <a:endParaRPr lang="de-DE">
              <a:solidFill>
                <a:srgbClr val="000000"/>
              </a:solidFill>
            </a:endParaRPr>
          </a:p>
        </p:txBody>
      </p:sp>
      <p:sp>
        <p:nvSpPr>
          <p:cNvPr id="15" name="Freeform 5"/>
          <p:cNvSpPr>
            <a:spLocks/>
          </p:cNvSpPr>
          <p:nvPr userDrawn="1"/>
        </p:nvSpPr>
        <p:spPr bwMode="auto">
          <a:xfrm>
            <a:off x="4270375" y="2336800"/>
            <a:ext cx="7921625" cy="4521200"/>
          </a:xfrm>
          <a:custGeom>
            <a:avLst/>
            <a:gdLst>
              <a:gd name="T0" fmla="*/ 0 w 2110"/>
              <a:gd name="T1" fmla="*/ 304 h 1203"/>
              <a:gd name="T2" fmla="*/ 38 w 2110"/>
              <a:gd name="T3" fmla="*/ 248 h 1203"/>
              <a:gd name="T4" fmla="*/ 212 w 2110"/>
              <a:gd name="T5" fmla="*/ 75 h 1203"/>
              <a:gd name="T6" fmla="*/ 407 w 2110"/>
              <a:gd name="T7" fmla="*/ 8 h 1203"/>
              <a:gd name="T8" fmla="*/ 670 w 2110"/>
              <a:gd name="T9" fmla="*/ 39 h 1203"/>
              <a:gd name="T10" fmla="*/ 881 w 2110"/>
              <a:gd name="T11" fmla="*/ 121 h 1203"/>
              <a:gd name="T12" fmla="*/ 1243 w 2110"/>
              <a:gd name="T13" fmla="*/ 325 h 1203"/>
              <a:gd name="T14" fmla="*/ 1469 w 2110"/>
              <a:gd name="T15" fmla="*/ 455 h 1203"/>
              <a:gd name="T16" fmla="*/ 1857 w 2110"/>
              <a:gd name="T17" fmla="*/ 624 h 1203"/>
              <a:gd name="T18" fmla="*/ 2090 w 2110"/>
              <a:gd name="T19" fmla="*/ 684 h 1203"/>
              <a:gd name="T20" fmla="*/ 2110 w 2110"/>
              <a:gd name="T21" fmla="*/ 687 h 1203"/>
              <a:gd name="T22" fmla="*/ 2110 w 2110"/>
              <a:gd name="T23" fmla="*/ 1201 h 1203"/>
              <a:gd name="T24" fmla="*/ 2102 w 2110"/>
              <a:gd name="T25" fmla="*/ 1201 h 1203"/>
              <a:gd name="T26" fmla="*/ 150 w 2110"/>
              <a:gd name="T27" fmla="*/ 1201 h 1203"/>
              <a:gd name="T28" fmla="*/ 141 w 2110"/>
              <a:gd name="T29" fmla="*/ 1200 h 1203"/>
              <a:gd name="T30" fmla="*/ 145 w 2110"/>
              <a:gd name="T31" fmla="*/ 1195 h 1203"/>
              <a:gd name="T32" fmla="*/ 213 w 2110"/>
              <a:gd name="T33" fmla="*/ 1099 h 1203"/>
              <a:gd name="T34" fmla="*/ 229 w 2110"/>
              <a:gd name="T35" fmla="*/ 923 h 1203"/>
              <a:gd name="T36" fmla="*/ 183 w 2110"/>
              <a:gd name="T37" fmla="*/ 716 h 1203"/>
              <a:gd name="T38" fmla="*/ 79 w 2110"/>
              <a:gd name="T39" fmla="*/ 463 h 1203"/>
              <a:gd name="T40" fmla="*/ 0 w 2110"/>
              <a:gd name="T41" fmla="*/ 310 h 1203"/>
              <a:gd name="T42" fmla="*/ 0 w 2110"/>
              <a:gd name="T43" fmla="*/ 304 h 1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110" h="1203">
                <a:moveTo>
                  <a:pt x="0" y="304"/>
                </a:moveTo>
                <a:cubicBezTo>
                  <a:pt x="13" y="286"/>
                  <a:pt x="25" y="267"/>
                  <a:pt x="38" y="248"/>
                </a:cubicBezTo>
                <a:cubicBezTo>
                  <a:pt x="86" y="180"/>
                  <a:pt x="141" y="120"/>
                  <a:pt x="212" y="75"/>
                </a:cubicBezTo>
                <a:cubicBezTo>
                  <a:pt x="272" y="38"/>
                  <a:pt x="337" y="15"/>
                  <a:pt x="407" y="8"/>
                </a:cubicBezTo>
                <a:cubicBezTo>
                  <a:pt x="497" y="0"/>
                  <a:pt x="584" y="14"/>
                  <a:pt x="670" y="39"/>
                </a:cubicBezTo>
                <a:cubicBezTo>
                  <a:pt x="743" y="60"/>
                  <a:pt x="813" y="89"/>
                  <a:pt x="881" y="121"/>
                </a:cubicBezTo>
                <a:cubicBezTo>
                  <a:pt x="1007" y="180"/>
                  <a:pt x="1126" y="251"/>
                  <a:pt x="1243" y="325"/>
                </a:cubicBezTo>
                <a:cubicBezTo>
                  <a:pt x="1317" y="372"/>
                  <a:pt x="1392" y="415"/>
                  <a:pt x="1469" y="455"/>
                </a:cubicBezTo>
                <a:cubicBezTo>
                  <a:pt x="1595" y="521"/>
                  <a:pt x="1723" y="578"/>
                  <a:pt x="1857" y="624"/>
                </a:cubicBezTo>
                <a:cubicBezTo>
                  <a:pt x="1933" y="650"/>
                  <a:pt x="2011" y="671"/>
                  <a:pt x="2090" y="684"/>
                </a:cubicBezTo>
                <a:cubicBezTo>
                  <a:pt x="2097" y="685"/>
                  <a:pt x="2104" y="686"/>
                  <a:pt x="2110" y="687"/>
                </a:cubicBezTo>
                <a:cubicBezTo>
                  <a:pt x="2110" y="858"/>
                  <a:pt x="2110" y="1030"/>
                  <a:pt x="2110" y="1201"/>
                </a:cubicBezTo>
                <a:cubicBezTo>
                  <a:pt x="2107" y="1201"/>
                  <a:pt x="2104" y="1201"/>
                  <a:pt x="2102" y="1201"/>
                </a:cubicBezTo>
                <a:cubicBezTo>
                  <a:pt x="1451" y="1201"/>
                  <a:pt x="801" y="1201"/>
                  <a:pt x="150" y="1201"/>
                </a:cubicBezTo>
                <a:cubicBezTo>
                  <a:pt x="147" y="1201"/>
                  <a:pt x="143" y="1203"/>
                  <a:pt x="141" y="1200"/>
                </a:cubicBezTo>
                <a:cubicBezTo>
                  <a:pt x="141" y="1197"/>
                  <a:pt x="143" y="1196"/>
                  <a:pt x="145" y="1195"/>
                </a:cubicBezTo>
                <a:cubicBezTo>
                  <a:pt x="178" y="1170"/>
                  <a:pt x="199" y="1137"/>
                  <a:pt x="213" y="1099"/>
                </a:cubicBezTo>
                <a:cubicBezTo>
                  <a:pt x="234" y="1042"/>
                  <a:pt x="235" y="983"/>
                  <a:pt x="229" y="923"/>
                </a:cubicBezTo>
                <a:cubicBezTo>
                  <a:pt x="222" y="852"/>
                  <a:pt x="205" y="783"/>
                  <a:pt x="183" y="716"/>
                </a:cubicBezTo>
                <a:cubicBezTo>
                  <a:pt x="154" y="629"/>
                  <a:pt x="118" y="545"/>
                  <a:pt x="79" y="463"/>
                </a:cubicBezTo>
                <a:cubicBezTo>
                  <a:pt x="54" y="411"/>
                  <a:pt x="28" y="360"/>
                  <a:pt x="0" y="310"/>
                </a:cubicBezTo>
                <a:cubicBezTo>
                  <a:pt x="0" y="308"/>
                  <a:pt x="0" y="306"/>
                  <a:pt x="0" y="304"/>
                </a:cubicBez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p>
            <a:endParaRPr lang="de-DE">
              <a:solidFill>
                <a:srgbClr val="000000"/>
              </a:solidFill>
            </a:endParaRPr>
          </a:p>
        </p:txBody>
      </p:sp>
      <p:sp>
        <p:nvSpPr>
          <p:cNvPr id="50" name="Text Placeholder 7">
            <a:extLst>
              <a:ext uri="{FF2B5EF4-FFF2-40B4-BE49-F238E27FC236}">
                <a16:creationId xmlns:a16="http://schemas.microsoft.com/office/drawing/2014/main" id="{4E956B68-B273-4648-AC4B-C9A05A745160}"/>
              </a:ext>
            </a:extLst>
          </p:cNvPr>
          <p:cNvSpPr>
            <a:spLocks noGrp="1"/>
          </p:cNvSpPr>
          <p:nvPr>
            <p:ph type="body" sz="quarter" idx="32" hasCustomPrompt="1"/>
          </p:nvPr>
        </p:nvSpPr>
        <p:spPr>
          <a:xfrm>
            <a:off x="1847528" y="2708920"/>
            <a:ext cx="3312368" cy="720080"/>
          </a:xfrm>
          <a:prstGeom prst="rect">
            <a:avLst/>
          </a:prstGeom>
        </p:spPr>
        <p:txBody>
          <a:bodyPr anchor="ctr">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600"/>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Click to insert text</a:t>
            </a:r>
          </a:p>
        </p:txBody>
      </p:sp>
      <p:sp>
        <p:nvSpPr>
          <p:cNvPr id="51" name="Text Placeholder 7">
            <a:extLst>
              <a:ext uri="{FF2B5EF4-FFF2-40B4-BE49-F238E27FC236}">
                <a16:creationId xmlns:a16="http://schemas.microsoft.com/office/drawing/2014/main" id="{F12D7C74-E8A0-4A7D-95DA-A14111669514}"/>
              </a:ext>
            </a:extLst>
          </p:cNvPr>
          <p:cNvSpPr>
            <a:spLocks noGrp="1"/>
          </p:cNvSpPr>
          <p:nvPr>
            <p:ph type="body" sz="quarter" idx="33" hasCustomPrompt="1"/>
          </p:nvPr>
        </p:nvSpPr>
        <p:spPr>
          <a:xfrm>
            <a:off x="1847528" y="3645024"/>
            <a:ext cx="3312368" cy="720080"/>
          </a:xfrm>
          <a:prstGeom prst="rect">
            <a:avLst/>
          </a:prstGeom>
        </p:spPr>
        <p:txBody>
          <a:bodyPr anchor="ctr">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600"/>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Click to insert text</a:t>
            </a:r>
          </a:p>
        </p:txBody>
      </p:sp>
      <p:sp>
        <p:nvSpPr>
          <p:cNvPr id="49" name="Picture Placeholder 48">
            <a:extLst>
              <a:ext uri="{FF2B5EF4-FFF2-40B4-BE49-F238E27FC236}">
                <a16:creationId xmlns:a16="http://schemas.microsoft.com/office/drawing/2014/main" id="{4212BD44-DEDF-4B08-8824-204652F9616E}"/>
              </a:ext>
            </a:extLst>
          </p:cNvPr>
          <p:cNvSpPr>
            <a:spLocks noGrp="1"/>
          </p:cNvSpPr>
          <p:nvPr>
            <p:ph type="pic" sz="quarter" idx="10"/>
          </p:nvPr>
        </p:nvSpPr>
        <p:spPr>
          <a:xfrm>
            <a:off x="6553200" y="2060575"/>
            <a:ext cx="4910138" cy="2722563"/>
          </a:xfrm>
          <a:prstGeom prst="rect">
            <a:avLst/>
          </a:prstGeom>
        </p:spPr>
        <p:txBody>
          <a:bodyPr anchor="ctr"/>
          <a:lstStyle>
            <a:lvl1pPr algn="ctr">
              <a:defRPr/>
            </a:lvl1pPr>
          </a:lstStyle>
          <a:p>
            <a:r>
              <a:rPr lang="en-US" dirty="0"/>
              <a:t>Click icon to add picture</a:t>
            </a:r>
            <a:endParaRPr lang="pt-PT"/>
          </a:p>
        </p:txBody>
      </p:sp>
      <p:sp>
        <p:nvSpPr>
          <p:cNvPr id="52" name="Text Placeholder 7">
            <a:extLst>
              <a:ext uri="{FF2B5EF4-FFF2-40B4-BE49-F238E27FC236}">
                <a16:creationId xmlns:a16="http://schemas.microsoft.com/office/drawing/2014/main" id="{92D6AE9D-467E-46C0-B32B-79A9B07CDD13}"/>
              </a:ext>
            </a:extLst>
          </p:cNvPr>
          <p:cNvSpPr>
            <a:spLocks noGrp="1"/>
          </p:cNvSpPr>
          <p:nvPr>
            <p:ph type="body" sz="quarter" idx="34" hasCustomPrompt="1"/>
          </p:nvPr>
        </p:nvSpPr>
        <p:spPr>
          <a:xfrm>
            <a:off x="1847528" y="4630276"/>
            <a:ext cx="3312368" cy="720080"/>
          </a:xfrm>
          <a:prstGeom prst="rect">
            <a:avLst/>
          </a:prstGeom>
        </p:spPr>
        <p:txBody>
          <a:bodyPr anchor="ctr">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600"/>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Click to insert text</a:t>
            </a:r>
          </a:p>
        </p:txBody>
      </p:sp>
      <p:sp>
        <p:nvSpPr>
          <p:cNvPr id="7"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407988" y="404813"/>
            <a:ext cx="9864476" cy="863600"/>
          </a:xfrm>
          <a:prstGeom prst="rect">
            <a:avLst/>
          </a:prstGeom>
        </p:spPr>
        <p:txBody>
          <a:bodyPr vert="horz" lIns="0" tIns="0" rIns="0" bIns="0" rtlCol="0" anchor="t">
            <a:normAutofit/>
          </a:bodyPr>
          <a:lstStyle>
            <a:lvl1pPr>
              <a:defRPr lang="pt-PT" dirty="0"/>
            </a:lvl1pPr>
          </a:lstStyle>
          <a:p>
            <a:pPr lvl="0">
              <a:lnSpc>
                <a:spcPts val="3000"/>
              </a:lnSpc>
            </a:pPr>
            <a:r>
              <a:rPr lang="en-US" dirty="0"/>
              <a:t>Click to add title</a:t>
            </a:r>
            <a:endParaRPr lang="pt-PT" dirty="0"/>
          </a:p>
        </p:txBody>
      </p:sp>
      <p:pic>
        <p:nvPicPr>
          <p:cNvPr id="9" name="Graphic 4">
            <a:extLst>
              <a:ext uri="{FF2B5EF4-FFF2-40B4-BE49-F238E27FC236}">
                <a16:creationId xmlns:a16="http://schemas.microsoft.com/office/drawing/2014/main" id="{D67A1EFD-D78D-4138-B2FE-E0A098B59C34}"/>
              </a:ext>
            </a:extLst>
          </p:cNvPr>
          <p:cNvPicPr>
            <a:picLocks noChangeAspect="1"/>
          </p:cNvPicPr>
          <p:nvPr userDrawn="1"/>
        </p:nvPicPr>
        <p:blipFill rotWithShape="1">
          <a:blip r:embed="rId6">
            <a:extLst>
              <a:ext uri="{96DAC541-7B7A-43D3-8B79-37D633B846F1}">
                <asvg:svgBlip xmlns:asvg="http://schemas.microsoft.com/office/drawing/2016/SVG/main" r:embed="rId7"/>
              </a:ext>
            </a:extLst>
          </a:blip>
          <a:srcRect l="81836" t="-4713" b="16530"/>
          <a:stretch/>
        </p:blipFill>
        <p:spPr>
          <a:xfrm>
            <a:off x="11491419" y="164829"/>
            <a:ext cx="424356" cy="459624"/>
          </a:xfrm>
          <a:prstGeom prst="rect">
            <a:avLst/>
          </a:prstGeom>
        </p:spPr>
      </p:pic>
      <p:cxnSp>
        <p:nvCxnSpPr>
          <p:cNvPr id="17"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11568760" y="6587911"/>
            <a:ext cx="0" cy="155576"/>
          </a:xfrm>
          <a:prstGeom prst="line">
            <a:avLst/>
          </a:prstGeom>
          <a:solidFill>
            <a:schemeClr val="tx1"/>
          </a:solidFill>
          <a:ln w="12700" cap="rnd">
            <a:solidFill>
              <a:schemeClr val="bg1"/>
            </a:solidFill>
            <a:round/>
          </a:ln>
        </p:spPr>
        <p:style>
          <a:lnRef idx="1">
            <a:schemeClr val="accent1"/>
          </a:lnRef>
          <a:fillRef idx="0">
            <a:schemeClr val="accent1"/>
          </a:fillRef>
          <a:effectRef idx="0">
            <a:schemeClr val="accent1"/>
          </a:effectRef>
          <a:fontRef idx="minor">
            <a:schemeClr val="tx1"/>
          </a:fontRef>
        </p:style>
      </p:cxnSp>
      <p:sp>
        <p:nvSpPr>
          <p:cNvPr id="5" name="Date Placeholder 4"/>
          <p:cNvSpPr>
            <a:spLocks noGrp="1"/>
          </p:cNvSpPr>
          <p:nvPr>
            <p:ph type="dt" sz="half" idx="35"/>
          </p:nvPr>
        </p:nvSpPr>
        <p:spPr>
          <a:xfrm>
            <a:off x="407988" y="6555971"/>
            <a:ext cx="2829007" cy="219456"/>
          </a:xfrm>
          <a:prstGeom prst="rect">
            <a:avLst/>
          </a:prstGeom>
        </p:spPr>
        <p:txBody>
          <a:bodyPr/>
          <a:lstStyle/>
          <a:p>
            <a:pPr>
              <a:lnSpc>
                <a:spcPct val="85000"/>
              </a:lnSpc>
            </a:pPr>
            <a:fld id="{F58A36DB-51FC-46A3-B818-820D9A7B04C0}" type="datetime1">
              <a:rPr lang="en-GB"/>
              <a:pPr>
                <a:lnSpc>
                  <a:spcPct val="85000"/>
                </a:lnSpc>
              </a:pPr>
              <a:t>18/12/2020</a:t>
            </a:fld>
            <a:endParaRPr lang="en-US" dirty="0"/>
          </a:p>
        </p:txBody>
      </p:sp>
      <p:sp>
        <p:nvSpPr>
          <p:cNvPr id="6" name="Footer Placeholder 5"/>
          <p:cNvSpPr>
            <a:spLocks noGrp="1"/>
          </p:cNvSpPr>
          <p:nvPr>
            <p:ph type="ftr" sz="quarter" idx="36"/>
          </p:nvPr>
        </p:nvSpPr>
        <p:spPr>
          <a:xfrm>
            <a:off x="9324107" y="6555758"/>
            <a:ext cx="2223686" cy="219456"/>
          </a:xfrm>
          <a:prstGeom prst="rect">
            <a:avLst/>
          </a:prstGeom>
        </p:spPr>
        <p:txBody>
          <a:bodyPr/>
          <a:lstStyle>
            <a:lvl1pPr>
              <a:defRPr>
                <a:solidFill>
                  <a:schemeClr val="bg1"/>
                </a:solidFill>
              </a:defRPr>
            </a:lvl1pPr>
          </a:lstStyle>
          <a:p>
            <a:r>
              <a:rPr lang="en-US" dirty="0">
                <a:solidFill>
                  <a:prstClr val="white"/>
                </a:solidFill>
              </a:rPr>
              <a:t>Slide # </a:t>
            </a:r>
          </a:p>
        </p:txBody>
      </p:sp>
      <p:sp>
        <p:nvSpPr>
          <p:cNvPr id="8" name="Slide Number Placeholder 7"/>
          <p:cNvSpPr>
            <a:spLocks noGrp="1"/>
          </p:cNvSpPr>
          <p:nvPr>
            <p:ph type="sldNum" sz="quarter" idx="37"/>
          </p:nvPr>
        </p:nvSpPr>
        <p:spPr>
          <a:xfrm>
            <a:off x="11784013" y="6555758"/>
            <a:ext cx="123754" cy="215444"/>
          </a:xfrm>
          <a:prstGeom prst="rect">
            <a:avLst/>
          </a:prstGeom>
        </p:spPr>
        <p:txBody>
          <a:bodyPr/>
          <a:lstStyle>
            <a:lvl1pPr>
              <a:defRPr>
                <a:solidFill>
                  <a:schemeClr val="bg1"/>
                </a:solidFill>
              </a:defRPr>
            </a:lvl1pPr>
          </a:lstStyle>
          <a:p>
            <a:fld id="{DD205EFF-948D-4AF6-B54C-65639188FB5F}" type="slidenum">
              <a:rPr lang="en-US" smtClean="0">
                <a:solidFill>
                  <a:prstClr val="white"/>
                </a:solidFill>
              </a:rPr>
              <a:pPr/>
              <a:t>‹#›</a:t>
            </a:fld>
            <a:endParaRPr lang="en-US" dirty="0">
              <a:solidFill>
                <a:prstClr val="white"/>
              </a:solidFill>
            </a:endParaRPr>
          </a:p>
        </p:txBody>
      </p:sp>
    </p:spTree>
    <p:extLst>
      <p:ext uri="{BB962C8B-B14F-4D97-AF65-F5344CB8AC3E}">
        <p14:creationId xmlns:p14="http://schemas.microsoft.com/office/powerpoint/2010/main" val="2157202207"/>
      </p:ext>
    </p:extLst>
  </p:cSld>
  <p:clrMapOvr>
    <a:overrideClrMapping bg1="lt1" tx1="dk1" bg2="lt2" tx2="dk2" accent1="accent1" accent2="accent2" accent3="accent3" accent4="accent4" accent5="accent5" accent6="accent6" hlink="hlink" folHlink="folHlink"/>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2_Text with Shapes - Layout3">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45848EA7-8D7C-4A7B-9182-7C1202EDBFB1}"/>
              </a:ext>
            </a:extLst>
          </p:cNvPr>
          <p:cNvSpPr/>
          <p:nvPr userDrawn="1"/>
        </p:nvSpPr>
        <p:spPr>
          <a:xfrm>
            <a:off x="5550122" y="732974"/>
            <a:ext cx="6641878" cy="6125027"/>
          </a:xfrm>
          <a:custGeom>
            <a:avLst/>
            <a:gdLst>
              <a:gd name="connsiteX0" fmla="*/ 4389354 w 6641878"/>
              <a:gd name="connsiteY0" fmla="*/ 775 h 6125027"/>
              <a:gd name="connsiteX1" fmla="*/ 6309188 w 6641878"/>
              <a:gd name="connsiteY1" fmla="*/ 158122 h 6125027"/>
              <a:gd name="connsiteX2" fmla="*/ 6641878 w 6641878"/>
              <a:gd name="connsiteY2" fmla="*/ 218708 h 6125027"/>
              <a:gd name="connsiteX3" fmla="*/ 6641878 w 6641878"/>
              <a:gd name="connsiteY3" fmla="*/ 6125027 h 6125027"/>
              <a:gd name="connsiteX4" fmla="*/ 0 w 6641878"/>
              <a:gd name="connsiteY4" fmla="*/ 6125027 h 6125027"/>
              <a:gd name="connsiteX5" fmla="*/ 90624 w 6641878"/>
              <a:gd name="connsiteY5" fmla="*/ 5875088 h 6125027"/>
              <a:gd name="connsiteX6" fmla="*/ 3403890 w 6641878"/>
              <a:gd name="connsiteY6" fmla="*/ 22965 h 6125027"/>
              <a:gd name="connsiteX7" fmla="*/ 4389354 w 6641878"/>
              <a:gd name="connsiteY7" fmla="*/ 775 h 6125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641878" h="6125027">
                <a:moveTo>
                  <a:pt x="4389354" y="775"/>
                </a:moveTo>
                <a:cubicBezTo>
                  <a:pt x="5042595" y="7500"/>
                  <a:pt x="5686424" y="58155"/>
                  <a:pt x="6309188" y="158122"/>
                </a:cubicBezTo>
                <a:lnTo>
                  <a:pt x="6641878" y="218708"/>
                </a:lnTo>
                <a:lnTo>
                  <a:pt x="6641878" y="6125027"/>
                </a:lnTo>
                <a:lnTo>
                  <a:pt x="0" y="6125027"/>
                </a:lnTo>
                <a:lnTo>
                  <a:pt x="90624" y="5875088"/>
                </a:lnTo>
                <a:cubicBezTo>
                  <a:pt x="963229" y="3633055"/>
                  <a:pt x="2980348" y="1576261"/>
                  <a:pt x="3403890" y="22965"/>
                </a:cubicBezTo>
                <a:cubicBezTo>
                  <a:pt x="3733760" y="5034"/>
                  <a:pt x="4062734" y="-2587"/>
                  <a:pt x="4389354" y="775"/>
                </a:cubicBezTo>
                <a:close/>
              </a:path>
            </a:pathLst>
          </a:custGeom>
          <a:solidFill>
            <a:srgbClr val="FF30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solidFill>
                <a:prstClr val="white"/>
              </a:solidFill>
            </a:endParaRPr>
          </a:p>
        </p:txBody>
      </p:sp>
      <p:sp>
        <p:nvSpPr>
          <p:cNvPr id="37" name="Text Placeholder 7">
            <a:extLst>
              <a:ext uri="{FF2B5EF4-FFF2-40B4-BE49-F238E27FC236}">
                <a16:creationId xmlns:a16="http://schemas.microsoft.com/office/drawing/2014/main" id="{B223EFB8-88D3-4227-B238-464A474B852E}"/>
              </a:ext>
            </a:extLst>
          </p:cNvPr>
          <p:cNvSpPr>
            <a:spLocks noGrp="1"/>
          </p:cNvSpPr>
          <p:nvPr>
            <p:ph type="body" sz="quarter" idx="12" hasCustomPrompt="1"/>
          </p:nvPr>
        </p:nvSpPr>
        <p:spPr>
          <a:xfrm>
            <a:off x="2044699" y="3913792"/>
            <a:ext cx="2994439" cy="894840"/>
          </a:xfrm>
          <a:prstGeom prst="rect">
            <a:avLst/>
          </a:prstGeom>
        </p:spPr>
        <p:txBody>
          <a:bodyPr anchor="ctr">
            <a:noAutofit/>
          </a:bodyPr>
          <a:lstStyle>
            <a:lvl1pPr>
              <a:lnSpc>
                <a:spcPts val="1600"/>
              </a:lnSpc>
              <a:defRPr sz="14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Click to insert text</a:t>
            </a:r>
          </a:p>
        </p:txBody>
      </p:sp>
      <p:sp>
        <p:nvSpPr>
          <p:cNvPr id="38" name="Text Placeholder 7">
            <a:extLst>
              <a:ext uri="{FF2B5EF4-FFF2-40B4-BE49-F238E27FC236}">
                <a16:creationId xmlns:a16="http://schemas.microsoft.com/office/drawing/2014/main" id="{274C953F-F6D9-4EEF-A914-7C47201B5536}"/>
              </a:ext>
            </a:extLst>
          </p:cNvPr>
          <p:cNvSpPr>
            <a:spLocks noGrp="1"/>
          </p:cNvSpPr>
          <p:nvPr>
            <p:ph type="body" sz="quarter" idx="13" hasCustomPrompt="1"/>
          </p:nvPr>
        </p:nvSpPr>
        <p:spPr>
          <a:xfrm>
            <a:off x="2044699" y="5111406"/>
            <a:ext cx="2994439" cy="894840"/>
          </a:xfrm>
          <a:prstGeom prst="rect">
            <a:avLst/>
          </a:prstGeom>
        </p:spPr>
        <p:txBody>
          <a:bodyPr anchor="ctr">
            <a:noAutofit/>
          </a:bodyPr>
          <a:lstStyle>
            <a:lvl1pPr>
              <a:lnSpc>
                <a:spcPts val="1600"/>
              </a:lnSpc>
              <a:defRPr sz="14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Click to insert text</a:t>
            </a:r>
          </a:p>
        </p:txBody>
      </p:sp>
      <p:sp>
        <p:nvSpPr>
          <p:cNvPr id="35" name="Text Placeholder 7">
            <a:extLst>
              <a:ext uri="{FF2B5EF4-FFF2-40B4-BE49-F238E27FC236}">
                <a16:creationId xmlns:a16="http://schemas.microsoft.com/office/drawing/2014/main" id="{053B0AF9-F410-4C47-9D9C-CAC9890E4210}"/>
              </a:ext>
            </a:extLst>
          </p:cNvPr>
          <p:cNvSpPr>
            <a:spLocks noGrp="1"/>
          </p:cNvSpPr>
          <p:nvPr>
            <p:ph type="body" sz="quarter" idx="10" hasCustomPrompt="1"/>
          </p:nvPr>
        </p:nvSpPr>
        <p:spPr>
          <a:xfrm>
            <a:off x="407988" y="1413990"/>
            <a:ext cx="6297894" cy="894840"/>
          </a:xfrm>
          <a:prstGeom prst="rect">
            <a:avLst/>
          </a:prstGeom>
        </p:spPr>
        <p:txBody>
          <a:bodyPr>
            <a:noAutofit/>
          </a:bodyPr>
          <a:lstStyle>
            <a:lvl1pPr>
              <a:lnSpc>
                <a:spcPts val="2200"/>
              </a:lnSpc>
              <a:defRPr sz="18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Click to insert text</a:t>
            </a:r>
          </a:p>
        </p:txBody>
      </p:sp>
      <p:sp>
        <p:nvSpPr>
          <p:cNvPr id="36" name="Text Placeholder 7">
            <a:extLst>
              <a:ext uri="{FF2B5EF4-FFF2-40B4-BE49-F238E27FC236}">
                <a16:creationId xmlns:a16="http://schemas.microsoft.com/office/drawing/2014/main" id="{4C26CB88-1502-4963-9C3F-B1DA1792174C}"/>
              </a:ext>
            </a:extLst>
          </p:cNvPr>
          <p:cNvSpPr>
            <a:spLocks noGrp="1"/>
          </p:cNvSpPr>
          <p:nvPr>
            <p:ph type="body" sz="quarter" idx="11" hasCustomPrompt="1"/>
          </p:nvPr>
        </p:nvSpPr>
        <p:spPr>
          <a:xfrm>
            <a:off x="2044699" y="2611604"/>
            <a:ext cx="2994439" cy="894840"/>
          </a:xfrm>
          <a:prstGeom prst="rect">
            <a:avLst/>
          </a:prstGeom>
        </p:spPr>
        <p:txBody>
          <a:bodyPr anchor="ctr">
            <a:noAutofit/>
          </a:bodyPr>
          <a:lstStyle>
            <a:lvl1pPr>
              <a:lnSpc>
                <a:spcPts val="1600"/>
              </a:lnSpc>
              <a:defRPr sz="14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Click to insert text</a:t>
            </a:r>
          </a:p>
        </p:txBody>
      </p:sp>
      <p:sp>
        <p:nvSpPr>
          <p:cNvPr id="40" name="Text Placeholder 7">
            <a:extLst>
              <a:ext uri="{FF2B5EF4-FFF2-40B4-BE49-F238E27FC236}">
                <a16:creationId xmlns:a16="http://schemas.microsoft.com/office/drawing/2014/main" id="{14E8646B-8451-4052-9B50-DB60E346C8FA}"/>
              </a:ext>
            </a:extLst>
          </p:cNvPr>
          <p:cNvSpPr>
            <a:spLocks noGrp="1"/>
          </p:cNvSpPr>
          <p:nvPr>
            <p:ph type="body" sz="quarter" idx="14" hasCustomPrompt="1"/>
          </p:nvPr>
        </p:nvSpPr>
        <p:spPr>
          <a:xfrm>
            <a:off x="7392144" y="5276721"/>
            <a:ext cx="4391869" cy="729525"/>
          </a:xfrm>
          <a:prstGeom prst="rect">
            <a:avLst/>
          </a:prstGeom>
        </p:spPr>
        <p:txBody>
          <a:bodyPr>
            <a:noAutofit/>
          </a:bodyPr>
          <a:lstStyle>
            <a:lvl1pPr algn="r">
              <a:lnSpc>
                <a:spcPts val="1800"/>
              </a:lnSpc>
              <a:defRPr sz="160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Click to insert text</a:t>
            </a:r>
          </a:p>
        </p:txBody>
      </p:sp>
      <p:sp>
        <p:nvSpPr>
          <p:cNvPr id="43" name="Text Placeholder 42">
            <a:extLst>
              <a:ext uri="{FF2B5EF4-FFF2-40B4-BE49-F238E27FC236}">
                <a16:creationId xmlns:a16="http://schemas.microsoft.com/office/drawing/2014/main" id="{A06380E9-5885-470D-9428-A5F69B32620C}"/>
              </a:ext>
            </a:extLst>
          </p:cNvPr>
          <p:cNvSpPr>
            <a:spLocks noGrp="1"/>
          </p:cNvSpPr>
          <p:nvPr>
            <p:ph type="body" sz="quarter" idx="15" hasCustomPrompt="1"/>
          </p:nvPr>
        </p:nvSpPr>
        <p:spPr>
          <a:xfrm>
            <a:off x="7392144" y="4140764"/>
            <a:ext cx="4391869" cy="974725"/>
          </a:xfrm>
          <a:prstGeom prst="rect">
            <a:avLst/>
          </a:prstGeom>
        </p:spPr>
        <p:txBody>
          <a:bodyPr anchor="b">
            <a:noAutofit/>
          </a:bodyPr>
          <a:lstStyle>
            <a:lvl1pPr algn="r">
              <a:lnSpc>
                <a:spcPts val="3000"/>
              </a:lnSpc>
              <a:defRPr sz="2600">
                <a:solidFill>
                  <a:schemeClr val="bg1"/>
                </a:solidFill>
              </a:defRPr>
            </a:lvl1pPr>
          </a:lstStyle>
          <a:p>
            <a:pPr lvl="0"/>
            <a:r>
              <a:rPr lang="en-US" dirty="0"/>
              <a:t>Click to add subtitle</a:t>
            </a:r>
          </a:p>
        </p:txBody>
      </p:sp>
      <p:cxnSp>
        <p:nvCxnSpPr>
          <p:cNvPr id="18"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11568760" y="6587911"/>
            <a:ext cx="0" cy="155576"/>
          </a:xfrm>
          <a:prstGeom prst="line">
            <a:avLst/>
          </a:prstGeom>
          <a:solidFill>
            <a:schemeClr val="tx1"/>
          </a:solidFill>
          <a:ln w="12700" cap="rnd">
            <a:solidFill>
              <a:schemeClr val="bg1"/>
            </a:solidFill>
            <a:round/>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de-DE"/>
          </a:p>
        </p:txBody>
      </p:sp>
      <p:sp>
        <p:nvSpPr>
          <p:cNvPr id="6" name="Date Placeholder 5"/>
          <p:cNvSpPr>
            <a:spLocks noGrp="1"/>
          </p:cNvSpPr>
          <p:nvPr>
            <p:ph type="dt" sz="half" idx="16"/>
          </p:nvPr>
        </p:nvSpPr>
        <p:spPr>
          <a:xfrm>
            <a:off x="407988" y="6555971"/>
            <a:ext cx="2829007" cy="219456"/>
          </a:xfrm>
          <a:prstGeom prst="rect">
            <a:avLst/>
          </a:prstGeom>
        </p:spPr>
        <p:txBody>
          <a:bodyPr/>
          <a:lstStyle/>
          <a:p>
            <a:pPr>
              <a:lnSpc>
                <a:spcPct val="85000"/>
              </a:lnSpc>
            </a:pPr>
            <a:fld id="{9625C896-7199-450C-96A9-96485576CBAE}" type="datetime1">
              <a:rPr lang="en-GB"/>
              <a:pPr>
                <a:lnSpc>
                  <a:spcPct val="85000"/>
                </a:lnSpc>
              </a:pPr>
              <a:t>18/12/2020</a:t>
            </a:fld>
            <a:endParaRPr lang="en-US" dirty="0"/>
          </a:p>
        </p:txBody>
      </p:sp>
      <p:sp>
        <p:nvSpPr>
          <p:cNvPr id="7" name="Footer Placeholder 6"/>
          <p:cNvSpPr>
            <a:spLocks noGrp="1"/>
          </p:cNvSpPr>
          <p:nvPr>
            <p:ph type="ftr" sz="quarter" idx="17"/>
          </p:nvPr>
        </p:nvSpPr>
        <p:spPr>
          <a:xfrm>
            <a:off x="9324107" y="6555758"/>
            <a:ext cx="2223686" cy="219456"/>
          </a:xfrm>
          <a:prstGeom prst="rect">
            <a:avLst/>
          </a:prstGeom>
        </p:spPr>
        <p:txBody>
          <a:bodyPr/>
          <a:lstStyle>
            <a:lvl1pPr>
              <a:defRPr>
                <a:solidFill>
                  <a:schemeClr val="bg1"/>
                </a:solidFill>
              </a:defRPr>
            </a:lvl1pPr>
          </a:lstStyle>
          <a:p>
            <a:r>
              <a:rPr lang="en-US" dirty="0">
                <a:solidFill>
                  <a:prstClr val="white"/>
                </a:solidFill>
              </a:rPr>
              <a:t>Slide # </a:t>
            </a:r>
          </a:p>
        </p:txBody>
      </p:sp>
      <p:sp>
        <p:nvSpPr>
          <p:cNvPr id="8" name="Slide Number Placeholder 7"/>
          <p:cNvSpPr>
            <a:spLocks noGrp="1"/>
          </p:cNvSpPr>
          <p:nvPr>
            <p:ph type="sldNum" sz="quarter" idx="18"/>
          </p:nvPr>
        </p:nvSpPr>
        <p:spPr>
          <a:xfrm>
            <a:off x="11784013" y="6555758"/>
            <a:ext cx="123754" cy="215444"/>
          </a:xfrm>
          <a:prstGeom prst="rect">
            <a:avLst/>
          </a:prstGeom>
        </p:spPr>
        <p:txBody>
          <a:bodyPr/>
          <a:lstStyle>
            <a:lvl1pPr>
              <a:defRPr>
                <a:solidFill>
                  <a:schemeClr val="bg1"/>
                </a:solidFill>
              </a:defRPr>
            </a:lvl1pPr>
          </a:lstStyle>
          <a:p>
            <a:fld id="{DD205EFF-948D-4AF6-B54C-65639188FB5F}" type="slidenum">
              <a:rPr lang="en-US" smtClean="0">
                <a:solidFill>
                  <a:prstClr val="white"/>
                </a:solidFill>
              </a:rPr>
              <a:pPr/>
              <a:t>‹#›</a:t>
            </a:fld>
            <a:endParaRPr lang="en-US" dirty="0">
              <a:solidFill>
                <a:prstClr val="white"/>
              </a:solidFill>
            </a:endParaRPr>
          </a:p>
        </p:txBody>
      </p:sp>
    </p:spTree>
    <p:extLst>
      <p:ext uri="{BB962C8B-B14F-4D97-AF65-F5344CB8AC3E}">
        <p14:creationId xmlns:p14="http://schemas.microsoft.com/office/powerpoint/2010/main" val="2125291090"/>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userDrawn="1">
  <p:cSld name="2_Text with Shapes - Layout2">
    <p:bg>
      <p:bgPr>
        <a:solidFill>
          <a:srgbClr val="E6E7E7"/>
        </a:solidFill>
        <a:effectLst/>
      </p:bgPr>
    </p:bg>
    <p:spTree>
      <p:nvGrpSpPr>
        <p:cNvPr id="1" name=""/>
        <p:cNvGrpSpPr/>
        <p:nvPr/>
      </p:nvGrpSpPr>
      <p:grpSpPr>
        <a:xfrm>
          <a:off x="0" y="0"/>
          <a:ext cx="0" cy="0"/>
          <a:chOff x="0" y="0"/>
          <a:chExt cx="0" cy="0"/>
        </a:xfrm>
      </p:grpSpPr>
      <p:sp>
        <p:nvSpPr>
          <p:cNvPr id="10" name="Text Placeholder 13">
            <a:extLst>
              <a:ext uri="{FF2B5EF4-FFF2-40B4-BE49-F238E27FC236}">
                <a16:creationId xmlns:a16="http://schemas.microsoft.com/office/drawing/2014/main" id="{7D1DC75A-C7A4-44A4-B19C-D445335545B0}"/>
              </a:ext>
            </a:extLst>
          </p:cNvPr>
          <p:cNvSpPr>
            <a:spLocks noGrp="1"/>
          </p:cNvSpPr>
          <p:nvPr>
            <p:ph type="body" sz="quarter" idx="11" hasCustomPrompt="1"/>
          </p:nvPr>
        </p:nvSpPr>
        <p:spPr>
          <a:xfrm>
            <a:off x="407988" y="2204864"/>
            <a:ext cx="3618859" cy="2924629"/>
          </a:xfrm>
          <a:prstGeom prst="rect">
            <a:avLst/>
          </a:prstGeom>
        </p:spPr>
        <p:txBody>
          <a:bodyPr lIns="0" tIns="0" rIns="0" bIns="0" anchor="b">
            <a:normAutofit/>
          </a:bodyPr>
          <a:lstStyle>
            <a:lvl1pPr>
              <a:lnSpc>
                <a:spcPct val="100000"/>
              </a:lnSpc>
              <a:defRPr sz="2800">
                <a:solidFill>
                  <a:srgbClr val="2C004B"/>
                </a:solidFill>
              </a:defRPr>
            </a:lvl1pPr>
            <a:lvl2pPr marL="457200" indent="0">
              <a:lnSpc>
                <a:spcPts val="6200"/>
              </a:lnSpc>
              <a:buNone/>
              <a:defRPr sz="5400">
                <a:solidFill>
                  <a:srgbClr val="2C004B"/>
                </a:solidFill>
              </a:defRPr>
            </a:lvl2pPr>
          </a:lstStyle>
          <a:p>
            <a:pPr lvl="0"/>
            <a:r>
              <a:rPr lang="en-US" dirty="0"/>
              <a:t>Edit text styles</a:t>
            </a:r>
          </a:p>
        </p:txBody>
      </p:sp>
      <p:sp>
        <p:nvSpPr>
          <p:cNvPr id="11" name="Text Placeholder 13">
            <a:extLst>
              <a:ext uri="{FF2B5EF4-FFF2-40B4-BE49-F238E27FC236}">
                <a16:creationId xmlns:a16="http://schemas.microsoft.com/office/drawing/2014/main" id="{563879A0-0979-491A-8758-371BB7AD935B}"/>
              </a:ext>
            </a:extLst>
          </p:cNvPr>
          <p:cNvSpPr>
            <a:spLocks noGrp="1"/>
          </p:cNvSpPr>
          <p:nvPr>
            <p:ph type="body" sz="quarter" idx="12" hasCustomPrompt="1"/>
          </p:nvPr>
        </p:nvSpPr>
        <p:spPr>
          <a:xfrm>
            <a:off x="407988" y="5273460"/>
            <a:ext cx="3618859" cy="675820"/>
          </a:xfrm>
          <a:prstGeom prst="rect">
            <a:avLst/>
          </a:prstGeom>
        </p:spPr>
        <p:txBody>
          <a:bodyPr lIns="0" tIns="0" rIns="0" bIns="0">
            <a:normAutofit/>
          </a:bodyPr>
          <a:lstStyle>
            <a:lvl1pPr>
              <a:lnSpc>
                <a:spcPct val="100000"/>
              </a:lnSpc>
              <a:defRPr sz="1600">
                <a:solidFill>
                  <a:srgbClr val="2C004B"/>
                </a:solidFill>
              </a:defRPr>
            </a:lvl1pPr>
            <a:lvl2pPr marL="457200" indent="0">
              <a:buNone/>
              <a:defRPr sz="1800">
                <a:solidFill>
                  <a:srgbClr val="2C004B"/>
                </a:solidFill>
              </a:defRPr>
            </a:lvl2pPr>
          </a:lstStyle>
          <a:p>
            <a:pPr lvl="0"/>
            <a:r>
              <a:rPr lang="en-US" dirty="0"/>
              <a:t>Edit text styles</a:t>
            </a:r>
          </a:p>
        </p:txBody>
      </p:sp>
      <p:grpSp>
        <p:nvGrpSpPr>
          <p:cNvPr id="9" name="Group 8">
            <a:extLst>
              <a:ext uri="{FF2B5EF4-FFF2-40B4-BE49-F238E27FC236}">
                <a16:creationId xmlns:a16="http://schemas.microsoft.com/office/drawing/2014/main" id="{A76958A6-8FB1-445D-BB17-D619DC39E089}"/>
              </a:ext>
            </a:extLst>
          </p:cNvPr>
          <p:cNvGrpSpPr/>
          <p:nvPr userDrawn="1"/>
        </p:nvGrpSpPr>
        <p:grpSpPr>
          <a:xfrm>
            <a:off x="3461852" y="0"/>
            <a:ext cx="8730148" cy="6858000"/>
            <a:chOff x="3461852" y="0"/>
            <a:chExt cx="8730148" cy="6858000"/>
          </a:xfrm>
        </p:grpSpPr>
        <p:sp>
          <p:nvSpPr>
            <p:cNvPr id="12" name="Freeform: Shape 11">
              <a:extLst>
                <a:ext uri="{FF2B5EF4-FFF2-40B4-BE49-F238E27FC236}">
                  <a16:creationId xmlns:a16="http://schemas.microsoft.com/office/drawing/2014/main" id="{3C37792F-39D6-4A1F-BE84-103229E3E4C7}"/>
                </a:ext>
              </a:extLst>
            </p:cNvPr>
            <p:cNvSpPr/>
            <p:nvPr/>
          </p:nvSpPr>
          <p:spPr>
            <a:xfrm>
              <a:off x="3461852" y="0"/>
              <a:ext cx="8730148" cy="6858000"/>
            </a:xfrm>
            <a:custGeom>
              <a:avLst/>
              <a:gdLst>
                <a:gd name="connsiteX0" fmla="*/ 0 w 8730148"/>
                <a:gd name="connsiteY0" fmla="*/ 0 h 6858000"/>
                <a:gd name="connsiteX1" fmla="*/ 8730148 w 8730148"/>
                <a:gd name="connsiteY1" fmla="*/ 0 h 6858000"/>
                <a:gd name="connsiteX2" fmla="*/ 8730148 w 8730148"/>
                <a:gd name="connsiteY2" fmla="*/ 23679 h 6858000"/>
                <a:gd name="connsiteX3" fmla="*/ 8730148 w 8730148"/>
                <a:gd name="connsiteY3" fmla="*/ 495863 h 6858000"/>
                <a:gd name="connsiteX4" fmla="*/ 8730148 w 8730148"/>
                <a:gd name="connsiteY4" fmla="*/ 952308 h 6858000"/>
                <a:gd name="connsiteX5" fmla="*/ 8730148 w 8730148"/>
                <a:gd name="connsiteY5" fmla="*/ 1393283 h 6858000"/>
                <a:gd name="connsiteX6" fmla="*/ 8730148 w 8730148"/>
                <a:gd name="connsiteY6" fmla="*/ 1819052 h 6858000"/>
                <a:gd name="connsiteX7" fmla="*/ 8730148 w 8730148"/>
                <a:gd name="connsiteY7" fmla="*/ 2229885 h 6858000"/>
                <a:gd name="connsiteX8" fmla="*/ 8730148 w 8730148"/>
                <a:gd name="connsiteY8" fmla="*/ 2626046 h 6858000"/>
                <a:gd name="connsiteX9" fmla="*/ 8730148 w 8730148"/>
                <a:gd name="connsiteY9" fmla="*/ 3007803 h 6858000"/>
                <a:gd name="connsiteX10" fmla="*/ 8730148 w 8730148"/>
                <a:gd name="connsiteY10" fmla="*/ 3375422 h 6858000"/>
                <a:gd name="connsiteX11" fmla="*/ 8730148 w 8730148"/>
                <a:gd name="connsiteY11" fmla="*/ 3729171 h 6858000"/>
                <a:gd name="connsiteX12" fmla="*/ 8730148 w 8730148"/>
                <a:gd name="connsiteY12" fmla="*/ 4069315 h 6858000"/>
                <a:gd name="connsiteX13" fmla="*/ 8730148 w 8730148"/>
                <a:gd name="connsiteY13" fmla="*/ 4396123 h 6858000"/>
                <a:gd name="connsiteX14" fmla="*/ 8730148 w 8730148"/>
                <a:gd name="connsiteY14" fmla="*/ 4709860 h 6858000"/>
                <a:gd name="connsiteX15" fmla="*/ 8730148 w 8730148"/>
                <a:gd name="connsiteY15" fmla="*/ 5010793 h 6858000"/>
                <a:gd name="connsiteX16" fmla="*/ 8730148 w 8730148"/>
                <a:gd name="connsiteY16" fmla="*/ 5299189 h 6858000"/>
                <a:gd name="connsiteX17" fmla="*/ 8730148 w 8730148"/>
                <a:gd name="connsiteY17" fmla="*/ 5575315 h 6858000"/>
                <a:gd name="connsiteX18" fmla="*/ 8730148 w 8730148"/>
                <a:gd name="connsiteY18" fmla="*/ 5839437 h 6858000"/>
                <a:gd name="connsiteX19" fmla="*/ 8730148 w 8730148"/>
                <a:gd name="connsiteY19" fmla="*/ 6091822 h 6858000"/>
                <a:gd name="connsiteX20" fmla="*/ 8730148 w 8730148"/>
                <a:gd name="connsiteY20" fmla="*/ 6332738 h 6858000"/>
                <a:gd name="connsiteX21" fmla="*/ 8730148 w 8730148"/>
                <a:gd name="connsiteY21" fmla="*/ 6562450 h 6858000"/>
                <a:gd name="connsiteX22" fmla="*/ 8730148 w 8730148"/>
                <a:gd name="connsiteY22" fmla="*/ 6781226 h 6858000"/>
                <a:gd name="connsiteX23" fmla="*/ 8730148 w 8730148"/>
                <a:gd name="connsiteY23" fmla="*/ 6858000 h 6858000"/>
                <a:gd name="connsiteX24" fmla="*/ 1680266 w 8730148"/>
                <a:gd name="connsiteY24" fmla="*/ 6858000 h 6858000"/>
                <a:gd name="connsiteX25" fmla="*/ 1725275 w 8730148"/>
                <a:gd name="connsiteY25" fmla="*/ 6819058 h 6858000"/>
                <a:gd name="connsiteX26" fmla="*/ 3705962 w 8730148"/>
                <a:gd name="connsiteY26" fmla="*/ 2012619 h 6858000"/>
                <a:gd name="connsiteX27" fmla="*/ 116582 w 8730148"/>
                <a:gd name="connsiteY27" fmla="*/ 25323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8730148" h="6858000">
                  <a:moveTo>
                    <a:pt x="0" y="0"/>
                  </a:moveTo>
                  <a:lnTo>
                    <a:pt x="8730148" y="0"/>
                  </a:lnTo>
                  <a:lnTo>
                    <a:pt x="8730148" y="23679"/>
                  </a:lnTo>
                  <a:lnTo>
                    <a:pt x="8730148" y="495863"/>
                  </a:lnTo>
                  <a:lnTo>
                    <a:pt x="8730148" y="952308"/>
                  </a:lnTo>
                  <a:lnTo>
                    <a:pt x="8730148" y="1393283"/>
                  </a:lnTo>
                  <a:lnTo>
                    <a:pt x="8730148" y="1819052"/>
                  </a:lnTo>
                  <a:lnTo>
                    <a:pt x="8730148" y="2229885"/>
                  </a:lnTo>
                  <a:lnTo>
                    <a:pt x="8730148" y="2626046"/>
                  </a:lnTo>
                  <a:lnTo>
                    <a:pt x="8730148" y="3007803"/>
                  </a:lnTo>
                  <a:lnTo>
                    <a:pt x="8730148" y="3375422"/>
                  </a:lnTo>
                  <a:lnTo>
                    <a:pt x="8730148" y="3729171"/>
                  </a:lnTo>
                  <a:lnTo>
                    <a:pt x="8730148" y="4069315"/>
                  </a:lnTo>
                  <a:lnTo>
                    <a:pt x="8730148" y="4396123"/>
                  </a:lnTo>
                  <a:lnTo>
                    <a:pt x="8730148" y="4709860"/>
                  </a:lnTo>
                  <a:lnTo>
                    <a:pt x="8730148" y="5010793"/>
                  </a:lnTo>
                  <a:lnTo>
                    <a:pt x="8730148" y="5299189"/>
                  </a:lnTo>
                  <a:lnTo>
                    <a:pt x="8730148" y="5575315"/>
                  </a:lnTo>
                  <a:lnTo>
                    <a:pt x="8730148" y="5839437"/>
                  </a:lnTo>
                  <a:lnTo>
                    <a:pt x="8730148" y="6091822"/>
                  </a:lnTo>
                  <a:lnTo>
                    <a:pt x="8730148" y="6332738"/>
                  </a:lnTo>
                  <a:lnTo>
                    <a:pt x="8730148" y="6562450"/>
                  </a:lnTo>
                  <a:lnTo>
                    <a:pt x="8730148" y="6781226"/>
                  </a:lnTo>
                  <a:lnTo>
                    <a:pt x="8730148" y="6858000"/>
                  </a:lnTo>
                  <a:lnTo>
                    <a:pt x="1680266" y="6858000"/>
                  </a:lnTo>
                  <a:lnTo>
                    <a:pt x="1725275" y="6819058"/>
                  </a:lnTo>
                  <a:cubicBezTo>
                    <a:pt x="4662995" y="4201443"/>
                    <a:pt x="4141233" y="1217168"/>
                    <a:pt x="3705962" y="2012619"/>
                  </a:cubicBezTo>
                  <a:cubicBezTo>
                    <a:pt x="3516434" y="3033940"/>
                    <a:pt x="1425698" y="2929072"/>
                    <a:pt x="116582" y="253235"/>
                  </a:cubicBezTo>
                  <a:close/>
                </a:path>
              </a:pathLst>
            </a:custGeom>
            <a:solidFill>
              <a:srgbClr val="2C00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solidFill>
                  <a:prstClr val="white"/>
                </a:solidFill>
              </a:endParaRPr>
            </a:p>
          </p:txBody>
        </p:sp>
        <p:sp>
          <p:nvSpPr>
            <p:cNvPr id="13" name="Freeform 10">
              <a:extLst>
                <a:ext uri="{FF2B5EF4-FFF2-40B4-BE49-F238E27FC236}">
                  <a16:creationId xmlns:a16="http://schemas.microsoft.com/office/drawing/2014/main" id="{D9D750E2-E6DE-4123-9001-1391D1C49BBA}"/>
                </a:ext>
              </a:extLst>
            </p:cNvPr>
            <p:cNvSpPr>
              <a:spLocks/>
            </p:cNvSpPr>
            <p:nvPr/>
          </p:nvSpPr>
          <p:spPr bwMode="auto">
            <a:xfrm>
              <a:off x="6813803" y="2034666"/>
              <a:ext cx="669225" cy="544797"/>
            </a:xfrm>
            <a:custGeom>
              <a:avLst/>
              <a:gdLst>
                <a:gd name="T0" fmla="*/ 98 w 149"/>
                <a:gd name="T1" fmla="*/ 84 h 121"/>
                <a:gd name="T2" fmla="*/ 149 w 149"/>
                <a:gd name="T3" fmla="*/ 34 h 121"/>
                <a:gd name="T4" fmla="*/ 112 w 149"/>
                <a:gd name="T5" fmla="*/ 0 h 121"/>
                <a:gd name="T6" fmla="*/ 39 w 149"/>
                <a:gd name="T7" fmla="*/ 78 h 121"/>
                <a:gd name="T8" fmla="*/ 0 w 149"/>
                <a:gd name="T9" fmla="*/ 113 h 121"/>
                <a:gd name="T10" fmla="*/ 29 w 149"/>
                <a:gd name="T11" fmla="*/ 121 h 121"/>
                <a:gd name="T12" fmla="*/ 99 w 149"/>
                <a:gd name="T13" fmla="*/ 99 h 121"/>
                <a:gd name="T14" fmla="*/ 64 w 149"/>
                <a:gd name="T15" fmla="*/ 67 h 121"/>
                <a:gd name="T16" fmla="*/ 98 w 149"/>
                <a:gd name="T17" fmla="*/ 84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9" h="121">
                  <a:moveTo>
                    <a:pt x="98" y="84"/>
                  </a:moveTo>
                  <a:cubicBezTo>
                    <a:pt x="127" y="84"/>
                    <a:pt x="149" y="61"/>
                    <a:pt x="149" y="34"/>
                  </a:cubicBezTo>
                  <a:cubicBezTo>
                    <a:pt x="147" y="22"/>
                    <a:pt x="143" y="0"/>
                    <a:pt x="112" y="0"/>
                  </a:cubicBezTo>
                  <a:cubicBezTo>
                    <a:pt x="78" y="0"/>
                    <a:pt x="67" y="47"/>
                    <a:pt x="39" y="78"/>
                  </a:cubicBezTo>
                  <a:cubicBezTo>
                    <a:pt x="37" y="95"/>
                    <a:pt x="20" y="111"/>
                    <a:pt x="0" y="113"/>
                  </a:cubicBezTo>
                  <a:cubicBezTo>
                    <a:pt x="5" y="118"/>
                    <a:pt x="16" y="121"/>
                    <a:pt x="29" y="121"/>
                  </a:cubicBezTo>
                  <a:cubicBezTo>
                    <a:pt x="54" y="121"/>
                    <a:pt x="83" y="114"/>
                    <a:pt x="99" y="99"/>
                  </a:cubicBezTo>
                  <a:cubicBezTo>
                    <a:pt x="78" y="99"/>
                    <a:pt x="65" y="86"/>
                    <a:pt x="64" y="67"/>
                  </a:cubicBezTo>
                  <a:cubicBezTo>
                    <a:pt x="74" y="79"/>
                    <a:pt x="85" y="84"/>
                    <a:pt x="98" y="84"/>
                  </a:cubicBezTo>
                </a:path>
              </a:pathLst>
            </a:custGeom>
            <a:solidFill>
              <a:srgbClr val="00B9E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pt-PT">
                <a:solidFill>
                  <a:srgbClr val="000000"/>
                </a:solidFill>
              </a:endParaRPr>
            </a:p>
          </p:txBody>
        </p:sp>
        <p:sp>
          <p:nvSpPr>
            <p:cNvPr id="14" name="Freeform 11">
              <a:extLst>
                <a:ext uri="{FF2B5EF4-FFF2-40B4-BE49-F238E27FC236}">
                  <a16:creationId xmlns:a16="http://schemas.microsoft.com/office/drawing/2014/main" id="{53936070-5445-4D5B-B6F0-A72D3CC87FBE}"/>
                </a:ext>
              </a:extLst>
            </p:cNvPr>
            <p:cNvSpPr>
              <a:spLocks/>
            </p:cNvSpPr>
            <p:nvPr/>
          </p:nvSpPr>
          <p:spPr bwMode="auto">
            <a:xfrm>
              <a:off x="6464057" y="1641201"/>
              <a:ext cx="1018971" cy="860913"/>
            </a:xfrm>
            <a:custGeom>
              <a:avLst/>
              <a:gdLst>
                <a:gd name="T0" fmla="*/ 227 w 227"/>
                <a:gd name="T1" fmla="*/ 120 h 192"/>
                <a:gd name="T2" fmla="*/ 188 w 227"/>
                <a:gd name="T3" fmla="*/ 40 h 192"/>
                <a:gd name="T4" fmla="*/ 127 w 227"/>
                <a:gd name="T5" fmla="*/ 2 h 192"/>
                <a:gd name="T6" fmla="*/ 122 w 227"/>
                <a:gd name="T7" fmla="*/ 0 h 192"/>
                <a:gd name="T8" fmla="*/ 121 w 227"/>
                <a:gd name="T9" fmla="*/ 0 h 192"/>
                <a:gd name="T10" fmla="*/ 0 w 227"/>
                <a:gd name="T11" fmla="*/ 125 h 192"/>
                <a:gd name="T12" fmla="*/ 42 w 227"/>
                <a:gd name="T13" fmla="*/ 187 h 192"/>
                <a:gd name="T14" fmla="*/ 85 w 227"/>
                <a:gd name="T15" fmla="*/ 187 h 192"/>
                <a:gd name="T16" fmla="*/ 117 w 227"/>
                <a:gd name="T17" fmla="*/ 166 h 192"/>
                <a:gd name="T18" fmla="*/ 190 w 227"/>
                <a:gd name="T19" fmla="*/ 88 h 192"/>
                <a:gd name="T20" fmla="*/ 227 w 227"/>
                <a:gd name="T21" fmla="*/ 122 h 192"/>
                <a:gd name="T22" fmla="*/ 227 w 227"/>
                <a:gd name="T23" fmla="*/ 120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7" h="192">
                  <a:moveTo>
                    <a:pt x="227" y="120"/>
                  </a:moveTo>
                  <a:cubicBezTo>
                    <a:pt x="226" y="88"/>
                    <a:pt x="211" y="61"/>
                    <a:pt x="188" y="40"/>
                  </a:cubicBezTo>
                  <a:cubicBezTo>
                    <a:pt x="170" y="23"/>
                    <a:pt x="149" y="11"/>
                    <a:pt x="127" y="2"/>
                  </a:cubicBezTo>
                  <a:cubicBezTo>
                    <a:pt x="125" y="1"/>
                    <a:pt x="123" y="0"/>
                    <a:pt x="122" y="0"/>
                  </a:cubicBezTo>
                  <a:cubicBezTo>
                    <a:pt x="122" y="0"/>
                    <a:pt x="122" y="0"/>
                    <a:pt x="121" y="0"/>
                  </a:cubicBezTo>
                  <a:cubicBezTo>
                    <a:pt x="94" y="32"/>
                    <a:pt x="0" y="57"/>
                    <a:pt x="0" y="125"/>
                  </a:cubicBezTo>
                  <a:cubicBezTo>
                    <a:pt x="0" y="152"/>
                    <a:pt x="17" y="176"/>
                    <a:pt x="42" y="187"/>
                  </a:cubicBezTo>
                  <a:cubicBezTo>
                    <a:pt x="56" y="192"/>
                    <a:pt x="70" y="192"/>
                    <a:pt x="85" y="187"/>
                  </a:cubicBezTo>
                  <a:cubicBezTo>
                    <a:pt x="98" y="183"/>
                    <a:pt x="108" y="175"/>
                    <a:pt x="117" y="166"/>
                  </a:cubicBezTo>
                  <a:cubicBezTo>
                    <a:pt x="145" y="135"/>
                    <a:pt x="156" y="88"/>
                    <a:pt x="190" y="88"/>
                  </a:cubicBezTo>
                  <a:cubicBezTo>
                    <a:pt x="221" y="88"/>
                    <a:pt x="225" y="110"/>
                    <a:pt x="227" y="122"/>
                  </a:cubicBezTo>
                  <a:cubicBezTo>
                    <a:pt x="227" y="122"/>
                    <a:pt x="227" y="121"/>
                    <a:pt x="227" y="120"/>
                  </a:cubicBezTo>
                </a:path>
              </a:pathLst>
            </a:custGeom>
            <a:solidFill>
              <a:srgbClr val="007DB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pt-PT">
                <a:solidFill>
                  <a:srgbClr val="000000"/>
                </a:solidFill>
              </a:endParaRPr>
            </a:p>
          </p:txBody>
        </p:sp>
      </p:grpSp>
      <p:sp>
        <p:nvSpPr>
          <p:cNvPr id="2" name="Date Placeholder 1"/>
          <p:cNvSpPr>
            <a:spLocks noGrp="1"/>
          </p:cNvSpPr>
          <p:nvPr>
            <p:ph type="dt" sz="half" idx="13"/>
          </p:nvPr>
        </p:nvSpPr>
        <p:spPr>
          <a:xfrm>
            <a:off x="407988" y="6555971"/>
            <a:ext cx="2829007" cy="219456"/>
          </a:xfrm>
          <a:prstGeom prst="rect">
            <a:avLst/>
          </a:prstGeom>
        </p:spPr>
        <p:txBody>
          <a:bodyPr/>
          <a:lstStyle/>
          <a:p>
            <a:pPr>
              <a:lnSpc>
                <a:spcPct val="85000"/>
              </a:lnSpc>
            </a:pPr>
            <a:fld id="{899DAEA0-3B40-484F-8842-0DEA6349B902}" type="datetime1">
              <a:rPr lang="en-GB"/>
              <a:pPr>
                <a:lnSpc>
                  <a:spcPct val="85000"/>
                </a:lnSpc>
              </a:pPr>
              <a:t>18/12/2020</a:t>
            </a:fld>
            <a:endParaRPr lang="en-US" dirty="0"/>
          </a:p>
        </p:txBody>
      </p:sp>
      <p:sp>
        <p:nvSpPr>
          <p:cNvPr id="3" name="Footer Placeholder 2"/>
          <p:cNvSpPr>
            <a:spLocks noGrp="1"/>
          </p:cNvSpPr>
          <p:nvPr>
            <p:ph type="ftr" sz="quarter" idx="14"/>
          </p:nvPr>
        </p:nvSpPr>
        <p:spPr>
          <a:xfrm>
            <a:off x="9324107" y="6555758"/>
            <a:ext cx="2223686" cy="219456"/>
          </a:xfrm>
          <a:prstGeom prst="rect">
            <a:avLst/>
          </a:prstGeom>
        </p:spPr>
        <p:txBody>
          <a:bodyPr/>
          <a:lstStyle>
            <a:lvl1pPr>
              <a:defRPr>
                <a:solidFill>
                  <a:schemeClr val="bg1"/>
                </a:solidFill>
              </a:defRPr>
            </a:lvl1pPr>
          </a:lstStyle>
          <a:p>
            <a:r>
              <a:rPr lang="en-US" dirty="0">
                <a:solidFill>
                  <a:prstClr val="white"/>
                </a:solidFill>
              </a:rPr>
              <a:t>Slide # </a:t>
            </a:r>
          </a:p>
        </p:txBody>
      </p:sp>
      <p:sp>
        <p:nvSpPr>
          <p:cNvPr id="4" name="Slide Number Placeholder 3"/>
          <p:cNvSpPr>
            <a:spLocks noGrp="1"/>
          </p:cNvSpPr>
          <p:nvPr>
            <p:ph type="sldNum" sz="quarter" idx="15"/>
          </p:nvPr>
        </p:nvSpPr>
        <p:spPr>
          <a:xfrm>
            <a:off x="11784013" y="6555758"/>
            <a:ext cx="123754" cy="215444"/>
          </a:xfrm>
          <a:prstGeom prst="rect">
            <a:avLst/>
          </a:prstGeom>
        </p:spPr>
        <p:txBody>
          <a:bodyPr/>
          <a:lstStyle>
            <a:lvl1pPr>
              <a:defRPr>
                <a:solidFill>
                  <a:schemeClr val="bg1"/>
                </a:solidFill>
              </a:defRPr>
            </a:lvl1pPr>
          </a:lstStyle>
          <a:p>
            <a:fld id="{DD205EFF-948D-4AF6-B54C-65639188FB5F}" type="slidenum">
              <a:rPr lang="en-US" smtClean="0">
                <a:solidFill>
                  <a:prstClr val="white"/>
                </a:solidFill>
              </a:rPr>
              <a:pPr/>
              <a:t>‹#›</a:t>
            </a:fld>
            <a:endParaRPr lang="en-US" dirty="0">
              <a:solidFill>
                <a:prstClr val="white"/>
              </a:solidFill>
            </a:endParaRPr>
          </a:p>
        </p:txBody>
      </p:sp>
    </p:spTree>
    <p:extLst>
      <p:ext uri="{BB962C8B-B14F-4D97-AF65-F5344CB8AC3E}">
        <p14:creationId xmlns:p14="http://schemas.microsoft.com/office/powerpoint/2010/main" val="3254333245"/>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userDrawn="1">
  <p:cSld name="3_Closing1">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31503"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31" name="Freeform 30"/>
          <p:cNvSpPr>
            <a:spLocks/>
          </p:cNvSpPr>
          <p:nvPr userDrawn="1"/>
        </p:nvSpPr>
        <p:spPr bwMode="auto">
          <a:xfrm>
            <a:off x="-1243011" y="-24026"/>
            <a:ext cx="7185715" cy="6882026"/>
          </a:xfrm>
          <a:custGeom>
            <a:avLst/>
            <a:gdLst>
              <a:gd name="connsiteX0" fmla="*/ 0 w 7185715"/>
              <a:gd name="connsiteY0" fmla="*/ 0 h 6882026"/>
              <a:gd name="connsiteX1" fmla="*/ 3168506 w 7185715"/>
              <a:gd name="connsiteY1" fmla="*/ 0 h 6882026"/>
              <a:gd name="connsiteX2" fmla="*/ 3259948 w 7185715"/>
              <a:gd name="connsiteY2" fmla="*/ 234708 h 6882026"/>
              <a:gd name="connsiteX3" fmla="*/ 6624524 w 7185715"/>
              <a:gd name="connsiteY3" fmla="*/ 2442570 h 6882026"/>
              <a:gd name="connsiteX4" fmla="*/ 5176874 w 7185715"/>
              <a:gd name="connsiteY4" fmla="*/ 6783435 h 6882026"/>
              <a:gd name="connsiteX5" fmla="*/ 5038873 w 7185715"/>
              <a:gd name="connsiteY5" fmla="*/ 6882026 h 6882026"/>
              <a:gd name="connsiteX6" fmla="*/ 0 w 7185715"/>
              <a:gd name="connsiteY6" fmla="*/ 6882026 h 6882026"/>
              <a:gd name="connsiteX7" fmla="*/ 0 w 7185715"/>
              <a:gd name="connsiteY7" fmla="*/ 6773906 h 6882026"/>
              <a:gd name="connsiteX8" fmla="*/ 0 w 7185715"/>
              <a:gd name="connsiteY8" fmla="*/ 348236 h 6882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85715" h="6882026">
                <a:moveTo>
                  <a:pt x="0" y="0"/>
                </a:moveTo>
                <a:lnTo>
                  <a:pt x="3168506" y="0"/>
                </a:lnTo>
                <a:lnTo>
                  <a:pt x="3259948" y="234708"/>
                </a:lnTo>
                <a:cubicBezTo>
                  <a:pt x="4449714" y="3049094"/>
                  <a:pt x="7081323" y="3736323"/>
                  <a:pt x="6624524" y="2442570"/>
                </a:cubicBezTo>
                <a:cubicBezTo>
                  <a:pt x="7362810" y="2721962"/>
                  <a:pt x="7782710" y="4869074"/>
                  <a:pt x="5176874" y="6783435"/>
                </a:cubicBezTo>
                <a:lnTo>
                  <a:pt x="5038873" y="6882026"/>
                </a:lnTo>
                <a:lnTo>
                  <a:pt x="0" y="6882026"/>
                </a:lnTo>
                <a:lnTo>
                  <a:pt x="0" y="6773906"/>
                </a:lnTo>
                <a:cubicBezTo>
                  <a:pt x="0" y="5536331"/>
                  <a:pt x="0" y="3546755"/>
                  <a:pt x="0" y="348236"/>
                </a:cubicBezTo>
                <a:close/>
              </a:path>
            </a:pathLst>
          </a:custGeom>
          <a:solidFill>
            <a:srgbClr val="300B4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dirty="0">
              <a:solidFill>
                <a:srgbClr val="000000"/>
              </a:solidFill>
            </a:endParaRPr>
          </a:p>
        </p:txBody>
      </p:sp>
      <p:grpSp>
        <p:nvGrpSpPr>
          <p:cNvPr id="9" name="Group 8"/>
          <p:cNvGrpSpPr/>
          <p:nvPr userDrawn="1"/>
        </p:nvGrpSpPr>
        <p:grpSpPr>
          <a:xfrm>
            <a:off x="4979035" y="2404110"/>
            <a:ext cx="735013" cy="682321"/>
            <a:chOff x="5662614" y="3032124"/>
            <a:chExt cx="863600" cy="801689"/>
          </a:xfrm>
        </p:grpSpPr>
        <p:sp>
          <p:nvSpPr>
            <p:cNvPr id="10" name="Freeform 9"/>
            <p:cNvSpPr>
              <a:spLocks/>
            </p:cNvSpPr>
            <p:nvPr/>
          </p:nvSpPr>
          <p:spPr bwMode="auto">
            <a:xfrm>
              <a:off x="5959476" y="3368675"/>
              <a:ext cx="566738" cy="465138"/>
            </a:xfrm>
            <a:custGeom>
              <a:avLst/>
              <a:gdLst>
                <a:gd name="T0" fmla="*/ 99 w 149"/>
                <a:gd name="T1" fmla="*/ 85 h 122"/>
                <a:gd name="T2" fmla="*/ 149 w 149"/>
                <a:gd name="T3" fmla="*/ 34 h 122"/>
                <a:gd name="T4" fmla="*/ 112 w 149"/>
                <a:gd name="T5" fmla="*/ 0 h 122"/>
                <a:gd name="T6" fmla="*/ 39 w 149"/>
                <a:gd name="T7" fmla="*/ 78 h 122"/>
                <a:gd name="T8" fmla="*/ 0 w 149"/>
                <a:gd name="T9" fmla="*/ 114 h 122"/>
                <a:gd name="T10" fmla="*/ 29 w 149"/>
                <a:gd name="T11" fmla="*/ 122 h 122"/>
                <a:gd name="T12" fmla="*/ 99 w 149"/>
                <a:gd name="T13" fmla="*/ 99 h 122"/>
                <a:gd name="T14" fmla="*/ 64 w 149"/>
                <a:gd name="T15" fmla="*/ 68 h 122"/>
                <a:gd name="T16" fmla="*/ 99 w 149"/>
                <a:gd name="T17" fmla="*/ 85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9" h="122">
                  <a:moveTo>
                    <a:pt x="99" y="85"/>
                  </a:moveTo>
                  <a:cubicBezTo>
                    <a:pt x="127" y="85"/>
                    <a:pt x="149" y="62"/>
                    <a:pt x="149" y="34"/>
                  </a:cubicBezTo>
                  <a:cubicBezTo>
                    <a:pt x="147" y="22"/>
                    <a:pt x="143" y="0"/>
                    <a:pt x="112" y="0"/>
                  </a:cubicBezTo>
                  <a:cubicBezTo>
                    <a:pt x="78" y="0"/>
                    <a:pt x="67" y="48"/>
                    <a:pt x="39" y="78"/>
                  </a:cubicBezTo>
                  <a:cubicBezTo>
                    <a:pt x="37" y="96"/>
                    <a:pt x="20" y="111"/>
                    <a:pt x="0" y="114"/>
                  </a:cubicBezTo>
                  <a:cubicBezTo>
                    <a:pt x="5" y="119"/>
                    <a:pt x="16" y="122"/>
                    <a:pt x="29" y="122"/>
                  </a:cubicBezTo>
                  <a:cubicBezTo>
                    <a:pt x="54" y="122"/>
                    <a:pt x="84" y="115"/>
                    <a:pt x="99" y="99"/>
                  </a:cubicBezTo>
                  <a:cubicBezTo>
                    <a:pt x="78" y="100"/>
                    <a:pt x="65" y="86"/>
                    <a:pt x="64" y="68"/>
                  </a:cubicBezTo>
                  <a:cubicBezTo>
                    <a:pt x="74" y="80"/>
                    <a:pt x="85" y="85"/>
                    <a:pt x="99" y="85"/>
                  </a:cubicBezTo>
                </a:path>
              </a:pathLst>
            </a:custGeom>
            <a:solidFill>
              <a:srgbClr val="00B0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000000"/>
                </a:solidFill>
              </a:endParaRPr>
            </a:p>
          </p:txBody>
        </p:sp>
        <p:sp>
          <p:nvSpPr>
            <p:cNvPr id="13" name="Freeform 12"/>
            <p:cNvSpPr>
              <a:spLocks/>
            </p:cNvSpPr>
            <p:nvPr/>
          </p:nvSpPr>
          <p:spPr bwMode="auto">
            <a:xfrm>
              <a:off x="5662614" y="3032124"/>
              <a:ext cx="863600" cy="736599"/>
            </a:xfrm>
            <a:custGeom>
              <a:avLst/>
              <a:gdLst>
                <a:gd name="T0" fmla="*/ 227 w 227"/>
                <a:gd name="T1" fmla="*/ 120 h 193"/>
                <a:gd name="T2" fmla="*/ 188 w 227"/>
                <a:gd name="T3" fmla="*/ 40 h 193"/>
                <a:gd name="T4" fmla="*/ 127 w 227"/>
                <a:gd name="T5" fmla="*/ 3 h 193"/>
                <a:gd name="T6" fmla="*/ 122 w 227"/>
                <a:gd name="T7" fmla="*/ 0 h 193"/>
                <a:gd name="T8" fmla="*/ 122 w 227"/>
                <a:gd name="T9" fmla="*/ 0 h 193"/>
                <a:gd name="T10" fmla="*/ 0 w 227"/>
                <a:gd name="T11" fmla="*/ 125 h 193"/>
                <a:gd name="T12" fmla="*/ 42 w 227"/>
                <a:gd name="T13" fmla="*/ 187 h 193"/>
                <a:gd name="T14" fmla="*/ 85 w 227"/>
                <a:gd name="T15" fmla="*/ 188 h 193"/>
                <a:gd name="T16" fmla="*/ 117 w 227"/>
                <a:gd name="T17" fmla="*/ 166 h 193"/>
                <a:gd name="T18" fmla="*/ 190 w 227"/>
                <a:gd name="T19" fmla="*/ 88 h 193"/>
                <a:gd name="T20" fmla="*/ 227 w 227"/>
                <a:gd name="T21" fmla="*/ 122 h 193"/>
                <a:gd name="T22" fmla="*/ 227 w 227"/>
                <a:gd name="T23" fmla="*/ 120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7" h="193">
                  <a:moveTo>
                    <a:pt x="227" y="120"/>
                  </a:moveTo>
                  <a:cubicBezTo>
                    <a:pt x="226" y="89"/>
                    <a:pt x="211" y="62"/>
                    <a:pt x="188" y="40"/>
                  </a:cubicBezTo>
                  <a:cubicBezTo>
                    <a:pt x="170" y="24"/>
                    <a:pt x="149" y="12"/>
                    <a:pt x="127" y="3"/>
                  </a:cubicBezTo>
                  <a:cubicBezTo>
                    <a:pt x="125" y="2"/>
                    <a:pt x="123" y="1"/>
                    <a:pt x="122" y="0"/>
                  </a:cubicBezTo>
                  <a:cubicBezTo>
                    <a:pt x="122" y="0"/>
                    <a:pt x="122" y="0"/>
                    <a:pt x="122" y="0"/>
                  </a:cubicBezTo>
                  <a:cubicBezTo>
                    <a:pt x="94" y="33"/>
                    <a:pt x="0" y="57"/>
                    <a:pt x="0" y="125"/>
                  </a:cubicBezTo>
                  <a:cubicBezTo>
                    <a:pt x="0" y="152"/>
                    <a:pt x="17" y="177"/>
                    <a:pt x="42" y="187"/>
                  </a:cubicBezTo>
                  <a:cubicBezTo>
                    <a:pt x="56" y="193"/>
                    <a:pt x="71" y="193"/>
                    <a:pt x="85" y="188"/>
                  </a:cubicBezTo>
                  <a:cubicBezTo>
                    <a:pt x="98" y="184"/>
                    <a:pt x="108" y="176"/>
                    <a:pt x="117" y="166"/>
                  </a:cubicBezTo>
                  <a:cubicBezTo>
                    <a:pt x="145" y="136"/>
                    <a:pt x="156" y="88"/>
                    <a:pt x="190" y="88"/>
                  </a:cubicBezTo>
                  <a:cubicBezTo>
                    <a:pt x="221" y="88"/>
                    <a:pt x="225" y="110"/>
                    <a:pt x="227" y="122"/>
                  </a:cubicBezTo>
                  <a:cubicBezTo>
                    <a:pt x="227" y="122"/>
                    <a:pt x="227" y="121"/>
                    <a:pt x="227" y="120"/>
                  </a:cubicBezTo>
                </a:path>
              </a:pathLst>
            </a:custGeom>
            <a:solidFill>
              <a:srgbClr val="0075B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000000"/>
                </a:solidFill>
              </a:endParaRPr>
            </a:p>
          </p:txBody>
        </p:sp>
      </p:grpSp>
      <p:sp>
        <p:nvSpPr>
          <p:cNvPr id="14" name="Rectangle 13"/>
          <p:cNvSpPr/>
          <p:nvPr userDrawn="1"/>
        </p:nvSpPr>
        <p:spPr>
          <a:xfrm>
            <a:off x="6536184" y="2886346"/>
            <a:ext cx="4888556" cy="20548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just">
              <a:lnSpc>
                <a:spcPts val="1200"/>
              </a:lnSpc>
            </a:pPr>
            <a:r>
              <a:rPr lang="en-US" sz="900" dirty="0">
                <a:solidFill>
                  <a:srgbClr val="000000"/>
                </a:solidFill>
              </a:rPr>
              <a:t>A global leader in consulting, technology services and digital transformation, Capgemini is at the forefront of innovation to address the entire breadth of clients’ opportunities in the evolving world of cloud, digital and platforms. Building on its strong 50-year heritage and deep industry-specific expertise, Capgemini enables organizations to realize their business ambitions through an array of services from strategy to operations. Capgemini is driven by the conviction that the business value of technology comes from and through people. It is a multicultural company of 200,000 team members in over 40 countries. The Group reported 2016 global revenues of EUR 12.5 billion.</a:t>
            </a:r>
          </a:p>
          <a:p>
            <a:pPr algn="just">
              <a:lnSpc>
                <a:spcPts val="1200"/>
              </a:lnSpc>
              <a:spcBef>
                <a:spcPts val="600"/>
              </a:spcBef>
            </a:pPr>
            <a:r>
              <a:rPr lang="en-US" sz="900" dirty="0">
                <a:solidFill>
                  <a:srgbClr val="000000"/>
                </a:solidFill>
              </a:rPr>
              <a:t>Visit us at</a:t>
            </a:r>
          </a:p>
          <a:p>
            <a:pPr algn="just">
              <a:lnSpc>
                <a:spcPts val="1200"/>
              </a:lnSpc>
              <a:spcBef>
                <a:spcPts val="600"/>
              </a:spcBef>
              <a:defRPr/>
            </a:pPr>
            <a:r>
              <a:rPr lang="en-US" sz="1400" dirty="0">
                <a:solidFill>
                  <a:srgbClr val="12ABDB"/>
                </a:solidFill>
                <a:hlinkClick r:id="rId6"/>
              </a:rPr>
              <a:t>www.capgemini.com</a:t>
            </a:r>
            <a:endParaRPr lang="en-US" sz="1400" dirty="0">
              <a:solidFill>
                <a:srgbClr val="12ABDB"/>
              </a:solidFill>
            </a:endParaRPr>
          </a:p>
        </p:txBody>
      </p:sp>
      <p:sp>
        <p:nvSpPr>
          <p:cNvPr id="15" name="Rectangle 14"/>
          <p:cNvSpPr/>
          <p:nvPr userDrawn="1"/>
        </p:nvSpPr>
        <p:spPr>
          <a:xfrm>
            <a:off x="6536184" y="2507082"/>
            <a:ext cx="2219960" cy="2564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dirty="0">
                <a:solidFill>
                  <a:srgbClr val="0070AD"/>
                </a:solidFill>
              </a:rPr>
              <a:t>About Capgemini</a:t>
            </a:r>
          </a:p>
        </p:txBody>
      </p:sp>
      <p:pic>
        <p:nvPicPr>
          <p:cNvPr id="17" name="Picture 2" descr="D:\My Work\Template\Icons\Social Media\LinkedIN.png">
            <a:hlinkClick r:id="rId7"/>
          </p:cNvPr>
          <p:cNvPicPr>
            <a:picLocks noChangeAspect="1" noChangeArrowheads="1"/>
          </p:cNvPicPr>
          <p:nvPr userDrawn="1"/>
        </p:nvPicPr>
        <p:blipFill>
          <a:blip r:embed="rId8" cstate="print"/>
          <a:srcRect/>
          <a:stretch>
            <a:fillRect/>
          </a:stretch>
        </p:blipFill>
        <p:spPr bwMode="auto">
          <a:xfrm>
            <a:off x="798415" y="3979258"/>
            <a:ext cx="333195" cy="333195"/>
          </a:xfrm>
          <a:prstGeom prst="rect">
            <a:avLst/>
          </a:prstGeom>
          <a:noFill/>
        </p:spPr>
      </p:pic>
      <p:pic>
        <p:nvPicPr>
          <p:cNvPr id="18" name="Picture 4" descr="D:\My Work\Template\Icons\Social Media\SlideShare.png">
            <a:hlinkClick r:id="rId9"/>
          </p:cNvPr>
          <p:cNvPicPr>
            <a:picLocks noChangeAspect="1" noChangeArrowheads="1"/>
          </p:cNvPicPr>
          <p:nvPr userDrawn="1"/>
        </p:nvPicPr>
        <p:blipFill>
          <a:blip r:embed="rId10" cstate="print"/>
          <a:srcRect/>
          <a:stretch>
            <a:fillRect/>
          </a:stretch>
        </p:blipFill>
        <p:spPr bwMode="auto">
          <a:xfrm>
            <a:off x="1181792" y="3979258"/>
            <a:ext cx="333195" cy="333195"/>
          </a:xfrm>
          <a:prstGeom prst="rect">
            <a:avLst/>
          </a:prstGeom>
          <a:noFill/>
        </p:spPr>
      </p:pic>
      <p:pic>
        <p:nvPicPr>
          <p:cNvPr id="19" name="Picture 5" descr="D:\My Work\Template\Icons\Social Media\Twitter.png">
            <a:hlinkClick r:id="rId11"/>
          </p:cNvPr>
          <p:cNvPicPr>
            <a:picLocks noChangeAspect="1" noChangeArrowheads="1"/>
          </p:cNvPicPr>
          <p:nvPr userDrawn="1"/>
        </p:nvPicPr>
        <p:blipFill>
          <a:blip r:embed="rId12" cstate="print"/>
          <a:srcRect/>
          <a:stretch>
            <a:fillRect/>
          </a:stretch>
        </p:blipFill>
        <p:spPr bwMode="auto">
          <a:xfrm>
            <a:off x="1565169" y="3979258"/>
            <a:ext cx="333195" cy="333195"/>
          </a:xfrm>
          <a:prstGeom prst="rect">
            <a:avLst/>
          </a:prstGeom>
          <a:noFill/>
        </p:spPr>
      </p:pic>
      <p:pic>
        <p:nvPicPr>
          <p:cNvPr id="20" name="Picture 6" descr="D:\My Work\Template\Icons\Social Media\YouTube.png">
            <a:hlinkClick r:id="rId13"/>
          </p:cNvPr>
          <p:cNvPicPr>
            <a:picLocks noChangeAspect="1" noChangeArrowheads="1"/>
          </p:cNvPicPr>
          <p:nvPr userDrawn="1"/>
        </p:nvPicPr>
        <p:blipFill>
          <a:blip r:embed="rId14" cstate="print"/>
          <a:srcRect/>
          <a:stretch>
            <a:fillRect/>
          </a:stretch>
        </p:blipFill>
        <p:spPr bwMode="auto">
          <a:xfrm>
            <a:off x="1948545" y="3979258"/>
            <a:ext cx="333195" cy="333195"/>
          </a:xfrm>
          <a:prstGeom prst="rect">
            <a:avLst/>
          </a:prstGeom>
          <a:noFill/>
        </p:spPr>
      </p:pic>
      <p:pic>
        <p:nvPicPr>
          <p:cNvPr id="21" name="Picture 7" descr="D:\My Work\Template\Icons\Social Media\Facebook.png">
            <a:hlinkClick r:id="rId15"/>
          </p:cNvPr>
          <p:cNvPicPr>
            <a:picLocks noChangeAspect="1" noChangeArrowheads="1"/>
          </p:cNvPicPr>
          <p:nvPr userDrawn="1"/>
        </p:nvPicPr>
        <p:blipFill>
          <a:blip r:embed="rId16" cstate="print"/>
          <a:srcRect/>
          <a:stretch>
            <a:fillRect/>
          </a:stretch>
        </p:blipFill>
        <p:spPr bwMode="auto">
          <a:xfrm>
            <a:off x="415038" y="3979258"/>
            <a:ext cx="333195" cy="333195"/>
          </a:xfrm>
          <a:prstGeom prst="rect">
            <a:avLst/>
          </a:prstGeom>
          <a:noFill/>
        </p:spPr>
      </p:pic>
      <p:sp>
        <p:nvSpPr>
          <p:cNvPr id="23" name="Rectangle 22"/>
          <p:cNvSpPr/>
          <p:nvPr userDrawn="1"/>
        </p:nvSpPr>
        <p:spPr>
          <a:xfrm>
            <a:off x="415038" y="5640913"/>
            <a:ext cx="4198620" cy="569387"/>
          </a:xfrm>
          <a:prstGeom prst="rect">
            <a:avLst/>
          </a:prstGeom>
        </p:spPr>
        <p:txBody>
          <a:bodyPr wrap="square" lIns="0" tIns="0" rIns="0" bIns="0" anchor="b" anchorCtr="0">
            <a:spAutoFit/>
          </a:bodyPr>
          <a:lstStyle/>
          <a:p>
            <a:pPr>
              <a:spcAft>
                <a:spcPts val="600"/>
              </a:spcAft>
            </a:pPr>
            <a:r>
              <a:rPr lang="en-US" sz="800" dirty="0">
                <a:solidFill>
                  <a:prstClr val="white"/>
                </a:solidFill>
                <a:cs typeface="Arial"/>
              </a:rPr>
              <a:t>This message contains information that may be privileged or confidential and is the property of the Capgemini Group.</a:t>
            </a:r>
            <a:br>
              <a:rPr lang="en-US" sz="800" dirty="0">
                <a:solidFill>
                  <a:prstClr val="white"/>
                </a:solidFill>
                <a:cs typeface="Arial"/>
              </a:rPr>
            </a:br>
            <a:r>
              <a:rPr lang="en-US" sz="800" dirty="0">
                <a:solidFill>
                  <a:prstClr val="white"/>
                </a:solidFill>
                <a:latin typeface="Arial"/>
                <a:cs typeface="Arial"/>
              </a:rPr>
              <a:t>Copyright © 2018 Capgemini. All rights reserved.</a:t>
            </a:r>
          </a:p>
          <a:p>
            <a:pPr defTabSz="957756">
              <a:spcAft>
                <a:spcPts val="600"/>
              </a:spcAft>
              <a:defRPr/>
            </a:pPr>
            <a:r>
              <a:rPr lang="en-US" sz="800" dirty="0">
                <a:solidFill>
                  <a:prstClr val="white"/>
                </a:solidFill>
                <a:latin typeface="Arial"/>
                <a:cs typeface="Arial"/>
              </a:rPr>
              <a:t>Rightshore</a:t>
            </a:r>
            <a:r>
              <a:rPr lang="en-US" sz="800" baseline="30000" dirty="0">
                <a:solidFill>
                  <a:prstClr val="white"/>
                </a:solidFill>
                <a:latin typeface="Arial"/>
                <a:cs typeface="Arial"/>
              </a:rPr>
              <a:t>®</a:t>
            </a:r>
            <a:r>
              <a:rPr lang="en-US" sz="800" dirty="0">
                <a:solidFill>
                  <a:prstClr val="white"/>
                </a:solidFill>
                <a:latin typeface="Arial"/>
                <a:cs typeface="Arial"/>
              </a:rPr>
              <a:t> is a trademark belonging to Capgemini.</a:t>
            </a:r>
          </a:p>
        </p:txBody>
      </p:sp>
      <p:sp>
        <p:nvSpPr>
          <p:cNvPr id="24" name="Rectangle 23"/>
          <p:cNvSpPr/>
          <p:nvPr userDrawn="1"/>
        </p:nvSpPr>
        <p:spPr>
          <a:xfrm>
            <a:off x="6536184" y="5933302"/>
            <a:ext cx="5219699" cy="276999"/>
          </a:xfrm>
          <a:prstGeom prst="rect">
            <a:avLst/>
          </a:prstGeom>
        </p:spPr>
        <p:txBody>
          <a:bodyPr wrap="square" lIns="0" tIns="0" rIns="0" bIns="0" anchor="b" anchorCtr="0">
            <a:spAutoFit/>
          </a:bodyPr>
          <a:lstStyle/>
          <a:p>
            <a:pPr>
              <a:spcAft>
                <a:spcPts val="600"/>
              </a:spcAft>
            </a:pPr>
            <a:r>
              <a:rPr lang="en-US" sz="600" dirty="0">
                <a:solidFill>
                  <a:srgbClr val="000000"/>
                </a:solidFill>
                <a:cs typeface="Arial"/>
              </a:rPr>
              <a:t>This message is intended only for the person to whom it is addressed. If you are not the intended recipient, you are not authorized to read, print, retain, copy, disseminate, distribute, or use this message or any part thereof. If you receive this message in error, please notify the sender immediately and delete all copies of this message. </a:t>
            </a:r>
          </a:p>
        </p:txBody>
      </p:sp>
      <p:pic>
        <p:nvPicPr>
          <p:cNvPr id="29" name="Picture 28"/>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407572" y="4434172"/>
            <a:ext cx="2560320" cy="201012"/>
          </a:xfrm>
          <a:prstGeom prst="rect">
            <a:avLst/>
          </a:prstGeom>
        </p:spPr>
      </p:pic>
      <p:pic>
        <p:nvPicPr>
          <p:cNvPr id="22" name="Graphic 4">
            <a:extLst>
              <a:ext uri="{FF2B5EF4-FFF2-40B4-BE49-F238E27FC236}">
                <a16:creationId xmlns:a16="http://schemas.microsoft.com/office/drawing/2014/main" id="{25EEA1D4-3AF7-42D7-AE97-AE404AECFAEB}"/>
              </a:ext>
            </a:extLst>
          </p:cNvPr>
          <p:cNvPicPr>
            <a:picLocks noChangeAspect="1"/>
          </p:cNvPicPr>
          <p:nvPr userDrawn="1"/>
        </p:nvPicPr>
        <p:blipFill rotWithShape="1">
          <a:blip r:embed="rId18">
            <a:extLst>
              <a:ext uri="{96DAC541-7B7A-43D3-8B79-37D633B846F1}">
                <asvg:svgBlip xmlns:asvg="http://schemas.microsoft.com/office/drawing/2016/SVG/main" r:embed="rId19"/>
              </a:ext>
            </a:extLst>
          </a:blip>
          <a:srcRect l="81836" t="-4713" b="16530"/>
          <a:stretch/>
        </p:blipFill>
        <p:spPr>
          <a:xfrm>
            <a:off x="11547793" y="188640"/>
            <a:ext cx="424356" cy="459624"/>
          </a:xfrm>
          <a:prstGeom prst="rect">
            <a:avLst/>
          </a:prstGeom>
        </p:spPr>
      </p:pic>
    </p:spTree>
    <p:extLst>
      <p:ext uri="{BB962C8B-B14F-4D97-AF65-F5344CB8AC3E}">
        <p14:creationId xmlns:p14="http://schemas.microsoft.com/office/powerpoint/2010/main" val="3768100681"/>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2_Text with Filled Background">
    <p:bg>
      <p:bgPr>
        <a:solidFill>
          <a:schemeClr val="bg1"/>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4439816"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hasCustomPrompt="1"/>
          </p:nvPr>
        </p:nvSpPr>
        <p:spPr>
          <a:xfrm>
            <a:off x="407988" y="3068960"/>
            <a:ext cx="4031828" cy="3375382"/>
          </a:xfrm>
          <a:prstGeom prst="rect">
            <a:avLst/>
          </a:prstGeom>
        </p:spPr>
        <p:txBody>
          <a:bodyPr>
            <a:noAutofit/>
          </a:bodyPr>
          <a:lstStyle>
            <a:lvl1pPr>
              <a:lnSpc>
                <a:spcPts val="2000"/>
              </a:lnSpc>
              <a:spcAft>
                <a:spcPts val="1800"/>
              </a:spcAft>
              <a:defRPr sz="1600">
                <a:solidFill>
                  <a:schemeClr val="bg1"/>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insert long text</a:t>
            </a:r>
            <a:endParaRPr lang="pt-PT" dirty="0"/>
          </a:p>
        </p:txBody>
      </p:sp>
      <p:sp>
        <p:nvSpPr>
          <p:cNvPr id="10" name="Title Placeholder 1">
            <a:extLst>
              <a:ext uri="{FF2B5EF4-FFF2-40B4-BE49-F238E27FC236}">
                <a16:creationId xmlns:a16="http://schemas.microsoft.com/office/drawing/2014/main" id="{57798370-07F4-412F-86CE-30C026EA6825}"/>
              </a:ext>
            </a:extLst>
          </p:cNvPr>
          <p:cNvSpPr>
            <a:spLocks noGrp="1"/>
          </p:cNvSpPr>
          <p:nvPr>
            <p:ph type="title" hasCustomPrompt="1"/>
          </p:nvPr>
        </p:nvSpPr>
        <p:spPr>
          <a:xfrm>
            <a:off x="407989" y="2002973"/>
            <a:ext cx="4031828" cy="859536"/>
          </a:xfrm>
          <a:prstGeom prst="rect">
            <a:avLst/>
          </a:prstGeom>
        </p:spPr>
        <p:txBody>
          <a:bodyPr vert="horz" lIns="0" tIns="0" rIns="0" bIns="0" rtlCol="0" anchor="b">
            <a:normAutofit/>
          </a:bodyPr>
          <a:lstStyle>
            <a:lvl1pPr>
              <a:defRPr lang="pt-PT" dirty="0">
                <a:solidFill>
                  <a:schemeClr val="bg1"/>
                </a:solidFill>
              </a:defRPr>
            </a:lvl1pPr>
          </a:lstStyle>
          <a:p>
            <a:pPr lvl="0">
              <a:lnSpc>
                <a:spcPts val="3000"/>
              </a:lnSpc>
            </a:pPr>
            <a:r>
              <a:rPr lang="en-US" dirty="0"/>
              <a:t>Click to insert title</a:t>
            </a:r>
            <a:endParaRPr lang="pt-PT" dirty="0"/>
          </a:p>
        </p:txBody>
      </p:sp>
      <p:cxnSp>
        <p:nvCxnSpPr>
          <p:cNvPr id="14"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11568760" y="6587911"/>
            <a:ext cx="0" cy="155576"/>
          </a:xfrm>
          <a:prstGeom prst="line">
            <a:avLst/>
          </a:prstGeom>
          <a:solidFill>
            <a:schemeClr val="tx1"/>
          </a:solidFill>
          <a:ln w="12700" cap="rnd">
            <a:solidFill>
              <a:schemeClr val="bg1"/>
            </a:solidFill>
            <a:round/>
          </a:ln>
        </p:spPr>
        <p:style>
          <a:lnRef idx="1">
            <a:schemeClr val="accent1"/>
          </a:lnRef>
          <a:fillRef idx="0">
            <a:schemeClr val="accent1"/>
          </a:fillRef>
          <a:effectRef idx="0">
            <a:schemeClr val="accent1"/>
          </a:effectRef>
          <a:fontRef idx="minor">
            <a:schemeClr val="tx1"/>
          </a:fontRef>
        </p:style>
      </p:cxnSp>
      <p:sp>
        <p:nvSpPr>
          <p:cNvPr id="6" name="Date Placeholder 5"/>
          <p:cNvSpPr>
            <a:spLocks noGrp="1"/>
          </p:cNvSpPr>
          <p:nvPr>
            <p:ph type="dt" sz="half" idx="11"/>
          </p:nvPr>
        </p:nvSpPr>
        <p:spPr>
          <a:xfrm>
            <a:off x="407988" y="6555971"/>
            <a:ext cx="2829007" cy="219456"/>
          </a:xfrm>
          <a:prstGeom prst="rect">
            <a:avLst/>
          </a:prstGeom>
        </p:spPr>
        <p:txBody>
          <a:bodyPr/>
          <a:lstStyle>
            <a:lvl1pPr>
              <a:defRPr>
                <a:solidFill>
                  <a:schemeClr val="bg1"/>
                </a:solidFill>
              </a:defRPr>
            </a:lvl1pPr>
          </a:lstStyle>
          <a:p>
            <a:pPr>
              <a:lnSpc>
                <a:spcPct val="85000"/>
              </a:lnSpc>
            </a:pPr>
            <a:fld id="{9382CA15-548C-49F7-B797-CF159E85F42E}" type="datetime1">
              <a:rPr lang="en-GB" smtClean="0">
                <a:solidFill>
                  <a:prstClr val="white"/>
                </a:solidFill>
              </a:rPr>
              <a:pPr>
                <a:lnSpc>
                  <a:spcPct val="85000"/>
                </a:lnSpc>
              </a:pPr>
              <a:t>18/12/2020</a:t>
            </a:fld>
            <a:endParaRPr lang="en-US" dirty="0">
              <a:solidFill>
                <a:prstClr val="white"/>
              </a:solidFill>
            </a:endParaRPr>
          </a:p>
        </p:txBody>
      </p:sp>
      <p:sp>
        <p:nvSpPr>
          <p:cNvPr id="7" name="Footer Placeholder 6"/>
          <p:cNvSpPr>
            <a:spLocks noGrp="1"/>
          </p:cNvSpPr>
          <p:nvPr>
            <p:ph type="ftr" sz="quarter" idx="12"/>
          </p:nvPr>
        </p:nvSpPr>
        <p:spPr>
          <a:xfrm>
            <a:off x="9324107" y="6555758"/>
            <a:ext cx="2223686" cy="219456"/>
          </a:xfrm>
          <a:prstGeom prst="rect">
            <a:avLst/>
          </a:prstGeom>
        </p:spPr>
        <p:txBody>
          <a:bodyPr/>
          <a:lstStyle>
            <a:lvl1pPr>
              <a:defRPr>
                <a:solidFill>
                  <a:schemeClr val="bg1"/>
                </a:solidFill>
              </a:defRPr>
            </a:lvl1pPr>
          </a:lstStyle>
          <a:p>
            <a:r>
              <a:rPr lang="en-US" dirty="0">
                <a:solidFill>
                  <a:prstClr val="white"/>
                </a:solidFill>
              </a:rPr>
              <a:t>Slide # </a:t>
            </a:r>
          </a:p>
        </p:txBody>
      </p:sp>
      <p:sp>
        <p:nvSpPr>
          <p:cNvPr id="9" name="Slide Number Placeholder 8"/>
          <p:cNvSpPr>
            <a:spLocks noGrp="1"/>
          </p:cNvSpPr>
          <p:nvPr>
            <p:ph type="sldNum" sz="quarter" idx="13"/>
          </p:nvPr>
        </p:nvSpPr>
        <p:spPr>
          <a:xfrm>
            <a:off x="11784013" y="6555758"/>
            <a:ext cx="123754" cy="215444"/>
          </a:xfrm>
          <a:prstGeom prst="rect">
            <a:avLst/>
          </a:prstGeom>
        </p:spPr>
        <p:txBody>
          <a:bodyPr/>
          <a:lstStyle>
            <a:lvl1pPr>
              <a:defRPr>
                <a:solidFill>
                  <a:schemeClr val="bg1"/>
                </a:solidFill>
              </a:defRPr>
            </a:lvl1pPr>
          </a:lstStyle>
          <a:p>
            <a:fld id="{DD205EFF-948D-4AF6-B54C-65639188FB5F}" type="slidenum">
              <a:rPr lang="en-US" smtClean="0">
                <a:solidFill>
                  <a:prstClr val="white"/>
                </a:solidFill>
              </a:rPr>
              <a:pPr/>
              <a:t>‹#›</a:t>
            </a:fld>
            <a:endParaRPr lang="en-US" dirty="0">
              <a:solidFill>
                <a:prstClr val="white"/>
              </a:solidFill>
            </a:endParaRPr>
          </a:p>
        </p:txBody>
      </p:sp>
      <p:sp>
        <p:nvSpPr>
          <p:cNvPr id="5" name="Picture Placeholder 4"/>
          <p:cNvSpPr>
            <a:spLocks noGrp="1"/>
          </p:cNvSpPr>
          <p:nvPr>
            <p:ph type="pic" sz="quarter" idx="14"/>
          </p:nvPr>
        </p:nvSpPr>
        <p:spPr>
          <a:xfrm>
            <a:off x="4440238" y="0"/>
            <a:ext cx="7751762" cy="6858000"/>
          </a:xfrm>
          <a:solidFill>
            <a:schemeClr val="bg2"/>
          </a:solidFill>
        </p:spPr>
        <p:txBody>
          <a:bodyPr anchor="ctr"/>
          <a:lstStyle>
            <a:lvl1pPr algn="ctr">
              <a:defRPr/>
            </a:lvl1pPr>
          </a:lstStyle>
          <a:p>
            <a:r>
              <a:rPr lang="en-US" dirty="0"/>
              <a:t>Click icon to add picture</a:t>
            </a:r>
            <a:endParaRPr lang="en-GB" dirty="0"/>
          </a:p>
        </p:txBody>
      </p:sp>
    </p:spTree>
    <p:extLst>
      <p:ext uri="{BB962C8B-B14F-4D97-AF65-F5344CB8AC3E}">
        <p14:creationId xmlns:p14="http://schemas.microsoft.com/office/powerpoint/2010/main" val="4108024590"/>
      </p:ext>
    </p:extLst>
  </p:cSld>
  <p:clrMapOvr>
    <a:masterClrMapping/>
  </p:clrMapOvr>
  <p:extLst>
    <p:ext uri="{DCECCB84-F9BA-43D5-87BE-67443E8EF086}">
      <p15:sldGuideLst xmlns:p15="http://schemas.microsoft.com/office/powerpoint/2012/main">
        <p15:guide id="1" orient="horz" pos="255">
          <p15:clr>
            <a:srgbClr val="FBAE40"/>
          </p15:clr>
        </p15:guide>
        <p15:guide id="2" pos="257">
          <p15:clr>
            <a:srgbClr val="FBAE40"/>
          </p15:clr>
        </p15:guide>
        <p15:guide id="3" pos="6879">
          <p15:clr>
            <a:srgbClr val="FBAE4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1_Section Opener1">
    <p:bg>
      <p:bgPr>
        <a:solidFill>
          <a:schemeClr val="bg2"/>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32527"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6" name="Freeform 5"/>
          <p:cNvSpPr>
            <a:spLocks/>
          </p:cNvSpPr>
          <p:nvPr userDrawn="1"/>
        </p:nvSpPr>
        <p:spPr bwMode="auto">
          <a:xfrm flipH="1">
            <a:off x="1055300" y="0"/>
            <a:ext cx="11136700" cy="6858000"/>
          </a:xfrm>
          <a:custGeom>
            <a:avLst/>
            <a:gdLst>
              <a:gd name="T0" fmla="*/ 810 w 2953"/>
              <a:gd name="T1" fmla="*/ 2160 h 2160"/>
              <a:gd name="T2" fmla="*/ 0 w 2953"/>
              <a:gd name="T3" fmla="*/ 2160 h 2160"/>
              <a:gd name="T4" fmla="*/ 0 w 2953"/>
              <a:gd name="T5" fmla="*/ 0 h 2160"/>
              <a:gd name="T6" fmla="*/ 2953 w 2953"/>
              <a:gd name="T7" fmla="*/ 0 h 2160"/>
              <a:gd name="T8" fmla="*/ 2951 w 2953"/>
              <a:gd name="T9" fmla="*/ 9 h 2160"/>
              <a:gd name="T10" fmla="*/ 2912 w 2953"/>
              <a:gd name="T11" fmla="*/ 104 h 2160"/>
              <a:gd name="T12" fmla="*/ 2689 w 2953"/>
              <a:gd name="T13" fmla="*/ 359 h 2160"/>
              <a:gd name="T14" fmla="*/ 2421 w 2953"/>
              <a:gd name="T15" fmla="*/ 509 h 2160"/>
              <a:gd name="T16" fmla="*/ 1974 w 2953"/>
              <a:gd name="T17" fmla="*/ 701 h 2160"/>
              <a:gd name="T18" fmla="*/ 1632 w 2953"/>
              <a:gd name="T19" fmla="*/ 876 h 2160"/>
              <a:gd name="T20" fmla="*/ 1411 w 2953"/>
              <a:gd name="T21" fmla="*/ 1047 h 2160"/>
              <a:gd name="T22" fmla="*/ 1306 w 2953"/>
              <a:gd name="T23" fmla="*/ 1219 h 2160"/>
              <a:gd name="T24" fmla="*/ 1303 w 2953"/>
              <a:gd name="T25" fmla="*/ 1459 h 2160"/>
              <a:gd name="T26" fmla="*/ 1396 w 2953"/>
              <a:gd name="T27" fmla="*/ 1682 h 2160"/>
              <a:gd name="T28" fmla="*/ 1403 w 2953"/>
              <a:gd name="T29" fmla="*/ 1695 h 2160"/>
              <a:gd name="T30" fmla="*/ 1398 w 2953"/>
              <a:gd name="T31" fmla="*/ 1700 h 2160"/>
              <a:gd name="T32" fmla="*/ 882 w 2953"/>
              <a:gd name="T33" fmla="*/ 2110 h 2160"/>
              <a:gd name="T34" fmla="*/ 810 w 2953"/>
              <a:gd name="T35" fmla="*/ 2160 h 2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953" h="2160">
                <a:moveTo>
                  <a:pt x="810" y="2160"/>
                </a:moveTo>
                <a:cubicBezTo>
                  <a:pt x="540" y="2160"/>
                  <a:pt x="270" y="2160"/>
                  <a:pt x="0" y="2160"/>
                </a:cubicBezTo>
                <a:cubicBezTo>
                  <a:pt x="0" y="1440"/>
                  <a:pt x="0" y="720"/>
                  <a:pt x="0" y="0"/>
                </a:cubicBezTo>
                <a:cubicBezTo>
                  <a:pt x="984" y="0"/>
                  <a:pt x="1969" y="0"/>
                  <a:pt x="2953" y="0"/>
                </a:cubicBezTo>
                <a:cubicBezTo>
                  <a:pt x="2952" y="3"/>
                  <a:pt x="2952" y="6"/>
                  <a:pt x="2951" y="9"/>
                </a:cubicBezTo>
                <a:cubicBezTo>
                  <a:pt x="2938" y="41"/>
                  <a:pt x="2927" y="73"/>
                  <a:pt x="2912" y="104"/>
                </a:cubicBezTo>
                <a:cubicBezTo>
                  <a:pt x="2859" y="208"/>
                  <a:pt x="2782" y="290"/>
                  <a:pt x="2689" y="359"/>
                </a:cubicBezTo>
                <a:cubicBezTo>
                  <a:pt x="2607" y="421"/>
                  <a:pt x="2516" y="468"/>
                  <a:pt x="2421" y="509"/>
                </a:cubicBezTo>
                <a:cubicBezTo>
                  <a:pt x="2272" y="572"/>
                  <a:pt x="2123" y="636"/>
                  <a:pt x="1974" y="701"/>
                </a:cubicBezTo>
                <a:cubicBezTo>
                  <a:pt x="1857" y="753"/>
                  <a:pt x="1742" y="809"/>
                  <a:pt x="1632" y="876"/>
                </a:cubicBezTo>
                <a:cubicBezTo>
                  <a:pt x="1551" y="924"/>
                  <a:pt x="1475" y="978"/>
                  <a:pt x="1411" y="1047"/>
                </a:cubicBezTo>
                <a:cubicBezTo>
                  <a:pt x="1364" y="1097"/>
                  <a:pt x="1327" y="1153"/>
                  <a:pt x="1306" y="1219"/>
                </a:cubicBezTo>
                <a:cubicBezTo>
                  <a:pt x="1280" y="1299"/>
                  <a:pt x="1283" y="1379"/>
                  <a:pt x="1303" y="1459"/>
                </a:cubicBezTo>
                <a:cubicBezTo>
                  <a:pt x="1323" y="1538"/>
                  <a:pt x="1357" y="1612"/>
                  <a:pt x="1396" y="1682"/>
                </a:cubicBezTo>
                <a:cubicBezTo>
                  <a:pt x="1399" y="1687"/>
                  <a:pt x="1401" y="1691"/>
                  <a:pt x="1403" y="1695"/>
                </a:cubicBezTo>
                <a:cubicBezTo>
                  <a:pt x="1401" y="1697"/>
                  <a:pt x="1399" y="1698"/>
                  <a:pt x="1398" y="1700"/>
                </a:cubicBezTo>
                <a:cubicBezTo>
                  <a:pt x="1232" y="1845"/>
                  <a:pt x="1061" y="1983"/>
                  <a:pt x="882" y="2110"/>
                </a:cubicBezTo>
                <a:cubicBezTo>
                  <a:pt x="858" y="2127"/>
                  <a:pt x="834" y="2143"/>
                  <a:pt x="810" y="2160"/>
                </a:cubicBez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de-DE">
              <a:solidFill>
                <a:srgbClr val="000000"/>
              </a:solidFill>
            </a:endParaRPr>
          </a:p>
        </p:txBody>
      </p:sp>
      <p:sp>
        <p:nvSpPr>
          <p:cNvPr id="7" name="Text Placeholder 13">
            <a:extLst>
              <a:ext uri="{FF2B5EF4-FFF2-40B4-BE49-F238E27FC236}">
                <a16:creationId xmlns:a16="http://schemas.microsoft.com/office/drawing/2014/main" id="{5C674D03-4995-4743-8CE4-61CF32CFBDDE}"/>
              </a:ext>
            </a:extLst>
          </p:cNvPr>
          <p:cNvSpPr>
            <a:spLocks noGrp="1"/>
          </p:cNvSpPr>
          <p:nvPr>
            <p:ph type="body" sz="quarter" idx="11" hasCustomPrompt="1"/>
          </p:nvPr>
        </p:nvSpPr>
        <p:spPr>
          <a:xfrm>
            <a:off x="6522826" y="1844824"/>
            <a:ext cx="5261187" cy="1182207"/>
          </a:xfrm>
          <a:prstGeom prst="rect">
            <a:avLst/>
          </a:prstGeom>
        </p:spPr>
        <p:txBody>
          <a:bodyPr anchor="b">
            <a:normAutofit/>
          </a:bodyPr>
          <a:lstStyle>
            <a:lvl1pPr marL="0" indent="0" algn="r">
              <a:lnSpc>
                <a:spcPts val="3000"/>
              </a:lnSpc>
              <a:buNone/>
              <a:defRPr sz="2600">
                <a:solidFill>
                  <a:schemeClr val="accent2"/>
                </a:solidFill>
              </a:defRPr>
            </a:lvl1pPr>
            <a:lvl2pPr marL="457200" indent="0">
              <a:buNone/>
              <a:defRPr sz="6000">
                <a:solidFill>
                  <a:schemeClr val="bg1"/>
                </a:solidFill>
              </a:defRPr>
            </a:lvl2pPr>
          </a:lstStyle>
          <a:p>
            <a:pPr lvl="0"/>
            <a:r>
              <a:rPr lang="en-US" dirty="0"/>
              <a:t>Click to insert section title</a:t>
            </a:r>
            <a:endParaRPr lang="pt-PT" dirty="0"/>
          </a:p>
        </p:txBody>
      </p:sp>
      <p:pic>
        <p:nvPicPr>
          <p:cNvPr id="5" name="Graphic 9">
            <a:extLst>
              <a:ext uri="{FF2B5EF4-FFF2-40B4-BE49-F238E27FC236}">
                <a16:creationId xmlns:a16="http://schemas.microsoft.com/office/drawing/2014/main" id="{C3D2EC56-D17C-4A75-8178-C69397BC7353}"/>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407988" y="6101472"/>
            <a:ext cx="2286000" cy="510013"/>
          </a:xfrm>
          <a:prstGeom prst="rect">
            <a:avLst/>
          </a:prstGeom>
        </p:spPr>
      </p:pic>
    </p:spTree>
    <p:extLst>
      <p:ext uri="{BB962C8B-B14F-4D97-AF65-F5344CB8AC3E}">
        <p14:creationId xmlns:p14="http://schemas.microsoft.com/office/powerpoint/2010/main" val="1765223376"/>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1_Section Opener2">
    <p:bg>
      <p:bgPr>
        <a:solidFill>
          <a:schemeClr val="bg2"/>
        </a:solidFill>
        <a:effectLst/>
      </p:bgPr>
    </p:bg>
    <p:spTree>
      <p:nvGrpSpPr>
        <p:cNvPr id="1" name=""/>
        <p:cNvGrpSpPr/>
        <p:nvPr/>
      </p:nvGrpSpPr>
      <p:grpSpPr>
        <a:xfrm>
          <a:off x="0" y="0"/>
          <a:ext cx="0" cy="0"/>
          <a:chOff x="0" y="0"/>
          <a:chExt cx="0" cy="0"/>
        </a:xfrm>
      </p:grpSpPr>
      <p:graphicFrame>
        <p:nvGraphicFramePr>
          <p:cNvPr id="9" name="Object 8" hidden="1"/>
          <p:cNvGraphicFramePr>
            <a:graphicFrameLocks noChangeAspect="1"/>
          </p:cNvGraphicFramePr>
          <p:nvPr userDrawn="1">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33551"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8" name="Freeform 5"/>
          <p:cNvSpPr>
            <a:spLocks/>
          </p:cNvSpPr>
          <p:nvPr userDrawn="1"/>
        </p:nvSpPr>
        <p:spPr bwMode="auto">
          <a:xfrm>
            <a:off x="4922327" y="838199"/>
            <a:ext cx="7287274" cy="6019801"/>
          </a:xfrm>
          <a:custGeom>
            <a:avLst/>
            <a:gdLst>
              <a:gd name="T0" fmla="*/ 0 w 2297"/>
              <a:gd name="T1" fmla="*/ 973 h 1897"/>
              <a:gd name="T2" fmla="*/ 0 w 2297"/>
              <a:gd name="T3" fmla="*/ 950 h 1897"/>
              <a:gd name="T4" fmla="*/ 55 w 2297"/>
              <a:gd name="T5" fmla="*/ 928 h 1897"/>
              <a:gd name="T6" fmla="*/ 275 w 2297"/>
              <a:gd name="T7" fmla="*/ 795 h 1897"/>
              <a:gd name="T8" fmla="*/ 597 w 2297"/>
              <a:gd name="T9" fmla="*/ 546 h 1897"/>
              <a:gd name="T10" fmla="*/ 998 w 2297"/>
              <a:gd name="T11" fmla="*/ 250 h 1897"/>
              <a:gd name="T12" fmla="*/ 1311 w 2297"/>
              <a:gd name="T13" fmla="*/ 85 h 1897"/>
              <a:gd name="T14" fmla="*/ 1607 w 2297"/>
              <a:gd name="T15" fmla="*/ 6 h 1897"/>
              <a:gd name="T16" fmla="*/ 1667 w 2297"/>
              <a:gd name="T17" fmla="*/ 0 h 1897"/>
              <a:gd name="T18" fmla="*/ 1772 w 2297"/>
              <a:gd name="T19" fmla="*/ 0 h 1897"/>
              <a:gd name="T20" fmla="*/ 1851 w 2297"/>
              <a:gd name="T21" fmla="*/ 9 h 1897"/>
              <a:gd name="T22" fmla="*/ 2297 w 2297"/>
              <a:gd name="T23" fmla="*/ 211 h 1897"/>
              <a:gd name="T24" fmla="*/ 2297 w 2297"/>
              <a:gd name="T25" fmla="*/ 1394 h 1897"/>
              <a:gd name="T26" fmla="*/ 2105 w 2297"/>
              <a:gd name="T27" fmla="*/ 1520 h 1897"/>
              <a:gd name="T28" fmla="*/ 1803 w 2297"/>
              <a:gd name="T29" fmla="*/ 1632 h 1897"/>
              <a:gd name="T30" fmla="*/ 1424 w 2297"/>
              <a:gd name="T31" fmla="*/ 1719 h 1897"/>
              <a:gd name="T32" fmla="*/ 1119 w 2297"/>
              <a:gd name="T33" fmla="*/ 1799 h 1897"/>
              <a:gd name="T34" fmla="*/ 939 w 2297"/>
              <a:gd name="T35" fmla="*/ 1886 h 1897"/>
              <a:gd name="T36" fmla="*/ 910 w 2297"/>
              <a:gd name="T37" fmla="*/ 1897 h 1897"/>
              <a:gd name="T38" fmla="*/ 228 w 2297"/>
              <a:gd name="T39" fmla="*/ 1897 h 1897"/>
              <a:gd name="T40" fmla="*/ 206 w 2297"/>
              <a:gd name="T41" fmla="*/ 1883 h 1897"/>
              <a:gd name="T42" fmla="*/ 84 w 2297"/>
              <a:gd name="T43" fmla="*/ 1533 h 1897"/>
              <a:gd name="T44" fmla="*/ 3 w 2297"/>
              <a:gd name="T45" fmla="*/ 1016 h 1897"/>
              <a:gd name="T46" fmla="*/ 0 w 2297"/>
              <a:gd name="T47" fmla="*/ 973 h 18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297" h="1897">
                <a:moveTo>
                  <a:pt x="0" y="973"/>
                </a:moveTo>
                <a:cubicBezTo>
                  <a:pt x="0" y="965"/>
                  <a:pt x="0" y="958"/>
                  <a:pt x="0" y="950"/>
                </a:cubicBezTo>
                <a:cubicBezTo>
                  <a:pt x="19" y="945"/>
                  <a:pt x="37" y="936"/>
                  <a:pt x="55" y="928"/>
                </a:cubicBezTo>
                <a:cubicBezTo>
                  <a:pt x="133" y="892"/>
                  <a:pt x="205" y="845"/>
                  <a:pt x="275" y="795"/>
                </a:cubicBezTo>
                <a:cubicBezTo>
                  <a:pt x="386" y="717"/>
                  <a:pt x="490" y="630"/>
                  <a:pt x="597" y="546"/>
                </a:cubicBezTo>
                <a:cubicBezTo>
                  <a:pt x="727" y="443"/>
                  <a:pt x="858" y="341"/>
                  <a:pt x="998" y="250"/>
                </a:cubicBezTo>
                <a:cubicBezTo>
                  <a:pt x="1098" y="187"/>
                  <a:pt x="1201" y="129"/>
                  <a:pt x="1311" y="85"/>
                </a:cubicBezTo>
                <a:cubicBezTo>
                  <a:pt x="1406" y="46"/>
                  <a:pt x="1504" y="18"/>
                  <a:pt x="1607" y="6"/>
                </a:cubicBezTo>
                <a:cubicBezTo>
                  <a:pt x="1627" y="4"/>
                  <a:pt x="1647" y="2"/>
                  <a:pt x="1667" y="0"/>
                </a:cubicBezTo>
                <a:cubicBezTo>
                  <a:pt x="1702" y="0"/>
                  <a:pt x="1737" y="0"/>
                  <a:pt x="1772" y="0"/>
                </a:cubicBezTo>
                <a:cubicBezTo>
                  <a:pt x="1799" y="3"/>
                  <a:pt x="1825" y="5"/>
                  <a:pt x="1851" y="9"/>
                </a:cubicBezTo>
                <a:cubicBezTo>
                  <a:pt x="2018" y="35"/>
                  <a:pt x="2168" y="99"/>
                  <a:pt x="2297" y="211"/>
                </a:cubicBezTo>
                <a:cubicBezTo>
                  <a:pt x="2297" y="605"/>
                  <a:pt x="2297" y="999"/>
                  <a:pt x="2297" y="1394"/>
                </a:cubicBezTo>
                <a:cubicBezTo>
                  <a:pt x="2238" y="1444"/>
                  <a:pt x="2173" y="1485"/>
                  <a:pt x="2105" y="1520"/>
                </a:cubicBezTo>
                <a:cubicBezTo>
                  <a:pt x="2008" y="1569"/>
                  <a:pt x="1907" y="1604"/>
                  <a:pt x="1803" y="1632"/>
                </a:cubicBezTo>
                <a:cubicBezTo>
                  <a:pt x="1678" y="1667"/>
                  <a:pt x="1551" y="1691"/>
                  <a:pt x="1424" y="1719"/>
                </a:cubicBezTo>
                <a:cubicBezTo>
                  <a:pt x="1321" y="1741"/>
                  <a:pt x="1218" y="1764"/>
                  <a:pt x="1119" y="1799"/>
                </a:cubicBezTo>
                <a:cubicBezTo>
                  <a:pt x="1056" y="1821"/>
                  <a:pt x="995" y="1849"/>
                  <a:pt x="939" y="1886"/>
                </a:cubicBezTo>
                <a:cubicBezTo>
                  <a:pt x="930" y="1892"/>
                  <a:pt x="922" y="1897"/>
                  <a:pt x="910" y="1897"/>
                </a:cubicBezTo>
                <a:cubicBezTo>
                  <a:pt x="683" y="1897"/>
                  <a:pt x="455" y="1897"/>
                  <a:pt x="228" y="1897"/>
                </a:cubicBezTo>
                <a:cubicBezTo>
                  <a:pt x="216" y="1897"/>
                  <a:pt x="211" y="1893"/>
                  <a:pt x="206" y="1883"/>
                </a:cubicBezTo>
                <a:cubicBezTo>
                  <a:pt x="155" y="1770"/>
                  <a:pt x="115" y="1653"/>
                  <a:pt x="84" y="1533"/>
                </a:cubicBezTo>
                <a:cubicBezTo>
                  <a:pt x="40" y="1363"/>
                  <a:pt x="15" y="1191"/>
                  <a:pt x="3" y="1016"/>
                </a:cubicBezTo>
                <a:cubicBezTo>
                  <a:pt x="2" y="1002"/>
                  <a:pt x="3" y="987"/>
                  <a:pt x="0" y="973"/>
                </a:cubicBez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endParaRPr lang="de-DE">
              <a:solidFill>
                <a:srgbClr val="000000"/>
              </a:solidFill>
            </a:endParaRPr>
          </a:p>
        </p:txBody>
      </p:sp>
      <p:sp>
        <p:nvSpPr>
          <p:cNvPr id="7" name="Text Placeholder 13">
            <a:extLst>
              <a:ext uri="{FF2B5EF4-FFF2-40B4-BE49-F238E27FC236}">
                <a16:creationId xmlns:a16="http://schemas.microsoft.com/office/drawing/2014/main" id="{5C674D03-4995-4743-8CE4-61CF32CFBDDE}"/>
              </a:ext>
            </a:extLst>
          </p:cNvPr>
          <p:cNvSpPr>
            <a:spLocks noGrp="1"/>
          </p:cNvSpPr>
          <p:nvPr>
            <p:ph type="body" sz="quarter" idx="11" hasCustomPrompt="1"/>
          </p:nvPr>
        </p:nvSpPr>
        <p:spPr>
          <a:xfrm>
            <a:off x="7032104" y="2946391"/>
            <a:ext cx="4751909" cy="1418714"/>
          </a:xfrm>
          <a:prstGeom prst="rect">
            <a:avLst/>
          </a:prstGeom>
        </p:spPr>
        <p:txBody>
          <a:bodyPr anchor="b">
            <a:normAutofit/>
          </a:bodyPr>
          <a:lstStyle>
            <a:lvl1pPr marL="0" indent="0" algn="r">
              <a:lnSpc>
                <a:spcPts val="3000"/>
              </a:lnSpc>
              <a:buNone/>
              <a:defRPr sz="2600">
                <a:solidFill>
                  <a:schemeClr val="bg1"/>
                </a:solidFill>
              </a:defRPr>
            </a:lvl1pPr>
            <a:lvl2pPr marL="457200" indent="0">
              <a:buNone/>
              <a:defRPr sz="6000">
                <a:solidFill>
                  <a:schemeClr val="bg1"/>
                </a:solidFill>
              </a:defRPr>
            </a:lvl2pPr>
          </a:lstStyle>
          <a:p>
            <a:pPr lvl="0"/>
            <a:r>
              <a:rPr lang="en-US" dirty="0"/>
              <a:t>Click to add section title</a:t>
            </a:r>
          </a:p>
        </p:txBody>
      </p:sp>
    </p:spTree>
    <p:extLst>
      <p:ext uri="{BB962C8B-B14F-4D97-AF65-F5344CB8AC3E}">
        <p14:creationId xmlns:p14="http://schemas.microsoft.com/office/powerpoint/2010/main" val="2115493738"/>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userDrawn="1">
  <p:cSld name="1_Section Opener3">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34575"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Freeform 5"/>
          <p:cNvSpPr>
            <a:spLocks/>
          </p:cNvSpPr>
          <p:nvPr userDrawn="1"/>
        </p:nvSpPr>
        <p:spPr bwMode="auto">
          <a:xfrm>
            <a:off x="4922327" y="838199"/>
            <a:ext cx="7287274" cy="6019801"/>
          </a:xfrm>
          <a:custGeom>
            <a:avLst/>
            <a:gdLst>
              <a:gd name="T0" fmla="*/ 0 w 2297"/>
              <a:gd name="T1" fmla="*/ 973 h 1897"/>
              <a:gd name="T2" fmla="*/ 0 w 2297"/>
              <a:gd name="T3" fmla="*/ 950 h 1897"/>
              <a:gd name="T4" fmla="*/ 55 w 2297"/>
              <a:gd name="T5" fmla="*/ 928 h 1897"/>
              <a:gd name="T6" fmla="*/ 275 w 2297"/>
              <a:gd name="T7" fmla="*/ 795 h 1897"/>
              <a:gd name="T8" fmla="*/ 597 w 2297"/>
              <a:gd name="T9" fmla="*/ 546 h 1897"/>
              <a:gd name="T10" fmla="*/ 998 w 2297"/>
              <a:gd name="T11" fmla="*/ 250 h 1897"/>
              <a:gd name="T12" fmla="*/ 1311 w 2297"/>
              <a:gd name="T13" fmla="*/ 85 h 1897"/>
              <a:gd name="T14" fmla="*/ 1607 w 2297"/>
              <a:gd name="T15" fmla="*/ 6 h 1897"/>
              <a:gd name="T16" fmla="*/ 1667 w 2297"/>
              <a:gd name="T17" fmla="*/ 0 h 1897"/>
              <a:gd name="T18" fmla="*/ 1772 w 2297"/>
              <a:gd name="T19" fmla="*/ 0 h 1897"/>
              <a:gd name="T20" fmla="*/ 1851 w 2297"/>
              <a:gd name="T21" fmla="*/ 9 h 1897"/>
              <a:gd name="T22" fmla="*/ 2297 w 2297"/>
              <a:gd name="T23" fmla="*/ 211 h 1897"/>
              <a:gd name="T24" fmla="*/ 2297 w 2297"/>
              <a:gd name="T25" fmla="*/ 1394 h 1897"/>
              <a:gd name="T26" fmla="*/ 2105 w 2297"/>
              <a:gd name="T27" fmla="*/ 1520 h 1897"/>
              <a:gd name="T28" fmla="*/ 1803 w 2297"/>
              <a:gd name="T29" fmla="*/ 1632 h 1897"/>
              <a:gd name="T30" fmla="*/ 1424 w 2297"/>
              <a:gd name="T31" fmla="*/ 1719 h 1897"/>
              <a:gd name="T32" fmla="*/ 1119 w 2297"/>
              <a:gd name="T33" fmla="*/ 1799 h 1897"/>
              <a:gd name="T34" fmla="*/ 939 w 2297"/>
              <a:gd name="T35" fmla="*/ 1886 h 1897"/>
              <a:gd name="T36" fmla="*/ 910 w 2297"/>
              <a:gd name="T37" fmla="*/ 1897 h 1897"/>
              <a:gd name="T38" fmla="*/ 228 w 2297"/>
              <a:gd name="T39" fmla="*/ 1897 h 1897"/>
              <a:gd name="T40" fmla="*/ 206 w 2297"/>
              <a:gd name="T41" fmla="*/ 1883 h 1897"/>
              <a:gd name="T42" fmla="*/ 84 w 2297"/>
              <a:gd name="T43" fmla="*/ 1533 h 1897"/>
              <a:gd name="T44" fmla="*/ 3 w 2297"/>
              <a:gd name="T45" fmla="*/ 1016 h 1897"/>
              <a:gd name="T46" fmla="*/ 0 w 2297"/>
              <a:gd name="T47" fmla="*/ 973 h 18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297" h="1897">
                <a:moveTo>
                  <a:pt x="0" y="973"/>
                </a:moveTo>
                <a:cubicBezTo>
                  <a:pt x="0" y="965"/>
                  <a:pt x="0" y="958"/>
                  <a:pt x="0" y="950"/>
                </a:cubicBezTo>
                <a:cubicBezTo>
                  <a:pt x="19" y="945"/>
                  <a:pt x="37" y="936"/>
                  <a:pt x="55" y="928"/>
                </a:cubicBezTo>
                <a:cubicBezTo>
                  <a:pt x="133" y="892"/>
                  <a:pt x="205" y="845"/>
                  <a:pt x="275" y="795"/>
                </a:cubicBezTo>
                <a:cubicBezTo>
                  <a:pt x="386" y="717"/>
                  <a:pt x="490" y="630"/>
                  <a:pt x="597" y="546"/>
                </a:cubicBezTo>
                <a:cubicBezTo>
                  <a:pt x="727" y="443"/>
                  <a:pt x="858" y="341"/>
                  <a:pt x="998" y="250"/>
                </a:cubicBezTo>
                <a:cubicBezTo>
                  <a:pt x="1098" y="187"/>
                  <a:pt x="1201" y="129"/>
                  <a:pt x="1311" y="85"/>
                </a:cubicBezTo>
                <a:cubicBezTo>
                  <a:pt x="1406" y="46"/>
                  <a:pt x="1504" y="18"/>
                  <a:pt x="1607" y="6"/>
                </a:cubicBezTo>
                <a:cubicBezTo>
                  <a:pt x="1627" y="4"/>
                  <a:pt x="1647" y="2"/>
                  <a:pt x="1667" y="0"/>
                </a:cubicBezTo>
                <a:cubicBezTo>
                  <a:pt x="1702" y="0"/>
                  <a:pt x="1737" y="0"/>
                  <a:pt x="1772" y="0"/>
                </a:cubicBezTo>
                <a:cubicBezTo>
                  <a:pt x="1799" y="3"/>
                  <a:pt x="1825" y="5"/>
                  <a:pt x="1851" y="9"/>
                </a:cubicBezTo>
                <a:cubicBezTo>
                  <a:pt x="2018" y="35"/>
                  <a:pt x="2168" y="99"/>
                  <a:pt x="2297" y="211"/>
                </a:cubicBezTo>
                <a:cubicBezTo>
                  <a:pt x="2297" y="605"/>
                  <a:pt x="2297" y="999"/>
                  <a:pt x="2297" y="1394"/>
                </a:cubicBezTo>
                <a:cubicBezTo>
                  <a:pt x="2238" y="1444"/>
                  <a:pt x="2173" y="1485"/>
                  <a:pt x="2105" y="1520"/>
                </a:cubicBezTo>
                <a:cubicBezTo>
                  <a:pt x="2008" y="1569"/>
                  <a:pt x="1907" y="1604"/>
                  <a:pt x="1803" y="1632"/>
                </a:cubicBezTo>
                <a:cubicBezTo>
                  <a:pt x="1678" y="1667"/>
                  <a:pt x="1551" y="1691"/>
                  <a:pt x="1424" y="1719"/>
                </a:cubicBezTo>
                <a:cubicBezTo>
                  <a:pt x="1321" y="1741"/>
                  <a:pt x="1218" y="1764"/>
                  <a:pt x="1119" y="1799"/>
                </a:cubicBezTo>
                <a:cubicBezTo>
                  <a:pt x="1056" y="1821"/>
                  <a:pt x="995" y="1849"/>
                  <a:pt x="939" y="1886"/>
                </a:cubicBezTo>
                <a:cubicBezTo>
                  <a:pt x="930" y="1892"/>
                  <a:pt x="922" y="1897"/>
                  <a:pt x="910" y="1897"/>
                </a:cubicBezTo>
                <a:cubicBezTo>
                  <a:pt x="683" y="1897"/>
                  <a:pt x="455" y="1897"/>
                  <a:pt x="228" y="1897"/>
                </a:cubicBezTo>
                <a:cubicBezTo>
                  <a:pt x="216" y="1897"/>
                  <a:pt x="211" y="1893"/>
                  <a:pt x="206" y="1883"/>
                </a:cubicBezTo>
                <a:cubicBezTo>
                  <a:pt x="155" y="1770"/>
                  <a:pt x="115" y="1653"/>
                  <a:pt x="84" y="1533"/>
                </a:cubicBezTo>
                <a:cubicBezTo>
                  <a:pt x="40" y="1363"/>
                  <a:pt x="15" y="1191"/>
                  <a:pt x="3" y="1016"/>
                </a:cubicBezTo>
                <a:cubicBezTo>
                  <a:pt x="2" y="1002"/>
                  <a:pt x="3" y="987"/>
                  <a:pt x="0" y="973"/>
                </a:cubicBez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p>
            <a:endParaRPr lang="de-DE">
              <a:solidFill>
                <a:srgbClr val="000000"/>
              </a:solidFill>
            </a:endParaRPr>
          </a:p>
        </p:txBody>
      </p:sp>
      <p:sp>
        <p:nvSpPr>
          <p:cNvPr id="6" name="Text Placeholder 13">
            <a:extLst>
              <a:ext uri="{FF2B5EF4-FFF2-40B4-BE49-F238E27FC236}">
                <a16:creationId xmlns:a16="http://schemas.microsoft.com/office/drawing/2014/main" id="{5C674D03-4995-4743-8CE4-61CF32CFBDDE}"/>
              </a:ext>
            </a:extLst>
          </p:cNvPr>
          <p:cNvSpPr>
            <a:spLocks noGrp="1"/>
          </p:cNvSpPr>
          <p:nvPr>
            <p:ph type="body" sz="quarter" idx="11" hasCustomPrompt="1"/>
          </p:nvPr>
        </p:nvSpPr>
        <p:spPr>
          <a:xfrm>
            <a:off x="7032104" y="2946391"/>
            <a:ext cx="4751909" cy="1418714"/>
          </a:xfrm>
          <a:prstGeom prst="rect">
            <a:avLst/>
          </a:prstGeom>
        </p:spPr>
        <p:txBody>
          <a:bodyPr anchor="b">
            <a:normAutofit/>
          </a:bodyPr>
          <a:lstStyle>
            <a:lvl1pPr marL="0" indent="0" algn="r">
              <a:lnSpc>
                <a:spcPts val="3000"/>
              </a:lnSpc>
              <a:buNone/>
              <a:defRPr sz="2600">
                <a:solidFill>
                  <a:schemeClr val="bg1"/>
                </a:solidFill>
              </a:defRPr>
            </a:lvl1pPr>
            <a:lvl2pPr marL="457200" indent="0">
              <a:buNone/>
              <a:defRPr sz="6000">
                <a:solidFill>
                  <a:schemeClr val="bg1"/>
                </a:solidFill>
              </a:defRPr>
            </a:lvl2pPr>
          </a:lstStyle>
          <a:p>
            <a:pPr lvl="0"/>
            <a:r>
              <a:rPr lang="en-US" dirty="0"/>
              <a:t>Click to add section title</a:t>
            </a:r>
          </a:p>
        </p:txBody>
      </p:sp>
    </p:spTree>
    <p:extLst>
      <p:ext uri="{BB962C8B-B14F-4D97-AF65-F5344CB8AC3E}">
        <p14:creationId xmlns:p14="http://schemas.microsoft.com/office/powerpoint/2010/main" val="1068138517"/>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userDrawn="1">
  <p:cSld name="1_Section Opener4">
    <p:spTree>
      <p:nvGrpSpPr>
        <p:cNvPr id="1" name=""/>
        <p:cNvGrpSpPr/>
        <p:nvPr/>
      </p:nvGrpSpPr>
      <p:grpSpPr>
        <a:xfrm>
          <a:off x="0" y="0"/>
          <a:ext cx="0" cy="0"/>
          <a:chOff x="0" y="0"/>
          <a:chExt cx="0" cy="0"/>
        </a:xfrm>
      </p:grpSpPr>
      <p:sp>
        <p:nvSpPr>
          <p:cNvPr id="9" name="Rectangle 8"/>
          <p:cNvSpPr/>
          <p:nvPr userDrawn="1"/>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sp>
        <p:nvSpPr>
          <p:cNvPr id="12" name="Freeform 11"/>
          <p:cNvSpPr>
            <a:spLocks/>
          </p:cNvSpPr>
          <p:nvPr userDrawn="1"/>
        </p:nvSpPr>
        <p:spPr bwMode="auto">
          <a:xfrm>
            <a:off x="-312712" y="0"/>
            <a:ext cx="8002302" cy="6857954"/>
          </a:xfrm>
          <a:custGeom>
            <a:avLst/>
            <a:gdLst>
              <a:gd name="connsiteX0" fmla="*/ 0 w 8002302"/>
              <a:gd name="connsiteY0" fmla="*/ 0 h 6857954"/>
              <a:gd name="connsiteX1" fmla="*/ 7775633 w 8002302"/>
              <a:gd name="connsiteY1" fmla="*/ 0 h 6857954"/>
              <a:gd name="connsiteX2" fmla="*/ 6625074 w 8002302"/>
              <a:gd name="connsiteY2" fmla="*/ 2643891 h 6857954"/>
              <a:gd name="connsiteX3" fmla="*/ 4083144 w 8002302"/>
              <a:gd name="connsiteY3" fmla="*/ 5598199 h 6857954"/>
              <a:gd name="connsiteX4" fmla="*/ 2647158 w 8002302"/>
              <a:gd name="connsiteY4" fmla="*/ 6727350 h 6857954"/>
              <a:gd name="connsiteX5" fmla="*/ 2451916 w 8002302"/>
              <a:gd name="connsiteY5" fmla="*/ 6857954 h 6857954"/>
              <a:gd name="connsiteX6" fmla="*/ 0 w 8002302"/>
              <a:gd name="connsiteY6" fmla="*/ 6857954 h 6857954"/>
              <a:gd name="connsiteX7" fmla="*/ 0 w 8002302"/>
              <a:gd name="connsiteY7" fmla="*/ 6714824 h 6857954"/>
              <a:gd name="connsiteX8" fmla="*/ 0 w 8002302"/>
              <a:gd name="connsiteY8" fmla="*/ 0 h 6857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002302" h="6857954">
                <a:moveTo>
                  <a:pt x="0" y="0"/>
                </a:moveTo>
                <a:lnTo>
                  <a:pt x="7775633" y="0"/>
                </a:lnTo>
                <a:cubicBezTo>
                  <a:pt x="7775633" y="0"/>
                  <a:pt x="8760296" y="1744754"/>
                  <a:pt x="6625074" y="2643891"/>
                </a:cubicBezTo>
                <a:cubicBezTo>
                  <a:pt x="4495204" y="3548381"/>
                  <a:pt x="3178751" y="4040765"/>
                  <a:pt x="4083144" y="5598199"/>
                </a:cubicBezTo>
                <a:cubicBezTo>
                  <a:pt x="3548335" y="6067838"/>
                  <a:pt x="3070531" y="6437189"/>
                  <a:pt x="2647158" y="6727350"/>
                </a:cubicBezTo>
                <a:lnTo>
                  <a:pt x="2451916" y="6857954"/>
                </a:lnTo>
                <a:lnTo>
                  <a:pt x="0" y="6857954"/>
                </a:lnTo>
                <a:lnTo>
                  <a:pt x="0" y="6714824"/>
                </a:lnTo>
                <a:cubicBezTo>
                  <a:pt x="0" y="0"/>
                  <a:pt x="0" y="0"/>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dirty="0">
              <a:solidFill>
                <a:srgbClr val="000000"/>
              </a:solidFill>
            </a:endParaRPr>
          </a:p>
        </p:txBody>
      </p:sp>
      <p:sp>
        <p:nvSpPr>
          <p:cNvPr id="8" name="Picture Placeholder 11">
            <a:extLst>
              <a:ext uri="{FF2B5EF4-FFF2-40B4-BE49-F238E27FC236}">
                <a16:creationId xmlns:a16="http://schemas.microsoft.com/office/drawing/2014/main" id="{D4E263B9-5E55-409E-9F7C-2F67A89E06AA}"/>
              </a:ext>
            </a:extLst>
          </p:cNvPr>
          <p:cNvSpPr>
            <a:spLocks noGrp="1"/>
          </p:cNvSpPr>
          <p:nvPr>
            <p:ph type="pic" sz="quarter" idx="10"/>
          </p:nvPr>
        </p:nvSpPr>
        <p:spPr>
          <a:xfrm>
            <a:off x="4943872" y="-1634"/>
            <a:ext cx="7248128" cy="6859588"/>
          </a:xfrm>
          <a:prstGeom prst="rect">
            <a:avLst/>
          </a:prstGeom>
          <a:noFill/>
        </p:spPr>
        <p:txBody>
          <a:bodyPr anchor="ctr"/>
          <a:lstStyle>
            <a:lvl1pPr marL="0" indent="0" algn="ctr">
              <a:buNone/>
              <a:defRPr/>
            </a:lvl1pPr>
          </a:lstStyle>
          <a:p>
            <a:r>
              <a:rPr lang="en-US" dirty="0"/>
              <a:t>Click icon to add picture</a:t>
            </a:r>
            <a:endParaRPr lang="pt-PT" dirty="0"/>
          </a:p>
        </p:txBody>
      </p:sp>
      <p:sp>
        <p:nvSpPr>
          <p:cNvPr id="7" name="Text Placeholder 13">
            <a:extLst>
              <a:ext uri="{FF2B5EF4-FFF2-40B4-BE49-F238E27FC236}">
                <a16:creationId xmlns:a16="http://schemas.microsoft.com/office/drawing/2014/main" id="{5C674D03-4995-4743-8CE4-61CF32CFBDDE}"/>
              </a:ext>
            </a:extLst>
          </p:cNvPr>
          <p:cNvSpPr>
            <a:spLocks noGrp="1"/>
          </p:cNvSpPr>
          <p:nvPr>
            <p:ph type="body" sz="quarter" idx="11" hasCustomPrompt="1"/>
          </p:nvPr>
        </p:nvSpPr>
        <p:spPr>
          <a:xfrm>
            <a:off x="407988" y="434513"/>
            <a:ext cx="5471988" cy="1698343"/>
          </a:xfrm>
          <a:prstGeom prst="rect">
            <a:avLst/>
          </a:prstGeom>
        </p:spPr>
        <p:txBody>
          <a:bodyPr anchor="b">
            <a:noAutofit/>
          </a:bodyPr>
          <a:lstStyle>
            <a:lvl1pPr marL="0" indent="0">
              <a:lnSpc>
                <a:spcPts val="3000"/>
              </a:lnSpc>
              <a:buNone/>
              <a:defRPr sz="2600">
                <a:solidFill>
                  <a:schemeClr val="bg1"/>
                </a:solidFill>
              </a:defRPr>
            </a:lvl1pPr>
            <a:lvl2pPr marL="457200" indent="0">
              <a:buNone/>
              <a:defRPr sz="6000">
                <a:solidFill>
                  <a:schemeClr val="bg1"/>
                </a:solidFill>
              </a:defRPr>
            </a:lvl2pPr>
          </a:lstStyle>
          <a:p>
            <a:pPr lvl="0"/>
            <a:r>
              <a:rPr lang="en-US" dirty="0"/>
              <a:t>Unilever RM Tools- </a:t>
            </a:r>
            <a:br>
              <a:rPr lang="en-US" dirty="0"/>
            </a:br>
            <a:r>
              <a:rPr lang="en-US" dirty="0"/>
              <a:t>Solution Architecture Proposal</a:t>
            </a:r>
            <a:endParaRPr lang="pt-PT" dirty="0"/>
          </a:p>
        </p:txBody>
      </p:sp>
      <p:pic>
        <p:nvPicPr>
          <p:cNvPr id="11" name="Graphic 4">
            <a:extLst>
              <a:ext uri="{FF2B5EF4-FFF2-40B4-BE49-F238E27FC236}">
                <a16:creationId xmlns:a16="http://schemas.microsoft.com/office/drawing/2014/main" id="{25EEA1D4-3AF7-42D7-AE97-AE404AECFAEB}"/>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81836" t="-4713" b="16530"/>
          <a:stretch/>
        </p:blipFill>
        <p:spPr>
          <a:xfrm>
            <a:off x="11547793" y="188640"/>
            <a:ext cx="424356" cy="459624"/>
          </a:xfrm>
          <a:prstGeom prst="rect">
            <a:avLst/>
          </a:prstGeom>
        </p:spPr>
      </p:pic>
      <p:pic>
        <p:nvPicPr>
          <p:cNvPr id="10" name="Picture 4" descr="D:\Users\brpais\Desktop\CG PRE Sales\Unilever\Harmony\HUL Logo.gif"/>
          <p:cNvPicPr>
            <a:picLocks noChangeAspect="1" noChangeArrowheads="1"/>
          </p:cNvPicPr>
          <p:nvPr userDrawn="1"/>
        </p:nvPicPr>
        <p:blipFill rotWithShape="1">
          <a:blip r:embed="rId4" cstate="print"/>
          <a:srcRect l="21832" r="10590" b="26776"/>
          <a:stretch/>
        </p:blipFill>
        <p:spPr bwMode="auto">
          <a:xfrm>
            <a:off x="946673" y="434468"/>
            <a:ext cx="1667435" cy="641298"/>
          </a:xfrm>
          <a:prstGeom prst="rect">
            <a:avLst/>
          </a:prstGeom>
          <a:noFill/>
          <a:ln w="9525">
            <a:noFill/>
            <a:miter lim="800000"/>
            <a:headEnd/>
            <a:tailEnd/>
          </a:ln>
        </p:spPr>
      </p:pic>
    </p:spTree>
    <p:extLst>
      <p:ext uri="{BB962C8B-B14F-4D97-AF65-F5344CB8AC3E}">
        <p14:creationId xmlns:p14="http://schemas.microsoft.com/office/powerpoint/2010/main" val="1786316914"/>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2_Single Profile">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F5F5AEA1-6A77-4676-B8B3-EF658F5F8430}"/>
              </a:ext>
            </a:extLst>
          </p:cNvPr>
          <p:cNvSpPr/>
          <p:nvPr userDrawn="1"/>
        </p:nvSpPr>
        <p:spPr>
          <a:xfrm>
            <a:off x="0" y="2698314"/>
            <a:ext cx="5807959" cy="4159686"/>
          </a:xfrm>
          <a:custGeom>
            <a:avLst/>
            <a:gdLst>
              <a:gd name="connsiteX0" fmla="*/ 2836724 w 6262141"/>
              <a:gd name="connsiteY0" fmla="*/ 775 h 4159686"/>
              <a:gd name="connsiteX1" fmla="*/ 3822188 w 6262141"/>
              <a:gd name="connsiteY1" fmla="*/ 22965 h 4159686"/>
              <a:gd name="connsiteX2" fmla="*/ 5982756 w 6262141"/>
              <a:gd name="connsiteY2" fmla="*/ 3706589 h 4159686"/>
              <a:gd name="connsiteX3" fmla="*/ 6262141 w 6262141"/>
              <a:gd name="connsiteY3" fmla="*/ 4159686 h 4159686"/>
              <a:gd name="connsiteX4" fmla="*/ 0 w 6262141"/>
              <a:gd name="connsiteY4" fmla="*/ 4159686 h 4159686"/>
              <a:gd name="connsiteX5" fmla="*/ 0 w 6262141"/>
              <a:gd name="connsiteY5" fmla="*/ 3700458 h 4159686"/>
              <a:gd name="connsiteX6" fmla="*/ 0 w 6262141"/>
              <a:gd name="connsiteY6" fmla="*/ 3329154 h 4159686"/>
              <a:gd name="connsiteX7" fmla="*/ 0 w 6262141"/>
              <a:gd name="connsiteY7" fmla="*/ 2944589 h 4159686"/>
              <a:gd name="connsiteX8" fmla="*/ 0 w 6262141"/>
              <a:gd name="connsiteY8" fmla="*/ 2546533 h 4159686"/>
              <a:gd name="connsiteX9" fmla="*/ 0 w 6262141"/>
              <a:gd name="connsiteY9" fmla="*/ 2134752 h 4159686"/>
              <a:gd name="connsiteX10" fmla="*/ 0 w 6262141"/>
              <a:gd name="connsiteY10" fmla="*/ 1709014 h 4159686"/>
              <a:gd name="connsiteX11" fmla="*/ 0 w 6262141"/>
              <a:gd name="connsiteY11" fmla="*/ 1269085 h 4159686"/>
              <a:gd name="connsiteX12" fmla="*/ 0 w 6262141"/>
              <a:gd name="connsiteY12" fmla="*/ 814735 h 4159686"/>
              <a:gd name="connsiteX13" fmla="*/ 0 w 6262141"/>
              <a:gd name="connsiteY13" fmla="*/ 345728 h 4159686"/>
              <a:gd name="connsiteX14" fmla="*/ 2836724 w 6262141"/>
              <a:gd name="connsiteY14" fmla="*/ 775 h 4159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62141" h="4159686">
                <a:moveTo>
                  <a:pt x="2836724" y="775"/>
                </a:moveTo>
                <a:cubicBezTo>
                  <a:pt x="3163345" y="-2587"/>
                  <a:pt x="3492318" y="5034"/>
                  <a:pt x="3822188" y="22965"/>
                </a:cubicBezTo>
                <a:cubicBezTo>
                  <a:pt x="4104550" y="1058496"/>
                  <a:pt x="5095168" y="2317803"/>
                  <a:pt x="5982756" y="3706589"/>
                </a:cubicBezTo>
                <a:lnTo>
                  <a:pt x="6262141" y="4159686"/>
                </a:lnTo>
                <a:lnTo>
                  <a:pt x="0" y="4159686"/>
                </a:lnTo>
                <a:lnTo>
                  <a:pt x="0" y="3700458"/>
                </a:lnTo>
                <a:lnTo>
                  <a:pt x="0" y="3329154"/>
                </a:lnTo>
                <a:lnTo>
                  <a:pt x="0" y="2944589"/>
                </a:lnTo>
                <a:lnTo>
                  <a:pt x="0" y="2546533"/>
                </a:lnTo>
                <a:lnTo>
                  <a:pt x="0" y="2134752"/>
                </a:lnTo>
                <a:lnTo>
                  <a:pt x="0" y="1709014"/>
                </a:lnTo>
                <a:lnTo>
                  <a:pt x="0" y="1269085"/>
                </a:lnTo>
                <a:lnTo>
                  <a:pt x="0" y="814735"/>
                </a:lnTo>
                <a:lnTo>
                  <a:pt x="0" y="345728"/>
                </a:lnTo>
                <a:cubicBezTo>
                  <a:pt x="898178" y="119794"/>
                  <a:pt x="1856863" y="10862"/>
                  <a:pt x="2836724" y="775"/>
                </a:cubicBezTo>
                <a:close/>
              </a:path>
            </a:pathLst>
          </a:custGeom>
          <a:solidFill>
            <a:srgbClr val="12AB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dirty="0">
              <a:solidFill>
                <a:prstClr val="white"/>
              </a:solidFill>
            </a:endParaRPr>
          </a:p>
        </p:txBody>
      </p:sp>
      <p:sp>
        <p:nvSpPr>
          <p:cNvPr id="13" name="Oval 20">
            <a:extLst>
              <a:ext uri="{FF2B5EF4-FFF2-40B4-BE49-F238E27FC236}">
                <a16:creationId xmlns:a16="http://schemas.microsoft.com/office/drawing/2014/main" id="{1EFB3510-D39A-47CF-8191-109DDF9E53D5}"/>
              </a:ext>
            </a:extLst>
          </p:cNvPr>
          <p:cNvSpPr/>
          <p:nvPr userDrawn="1"/>
        </p:nvSpPr>
        <p:spPr>
          <a:xfrm>
            <a:off x="407988" y="1124680"/>
            <a:ext cx="2375552" cy="2304320"/>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solidFill>
                <a:prstClr val="white"/>
              </a:solidFill>
            </a:endParaRPr>
          </a:p>
        </p:txBody>
      </p:sp>
      <p:sp>
        <p:nvSpPr>
          <p:cNvPr id="11" name="Picture Placeholder 10"/>
          <p:cNvSpPr>
            <a:spLocks noGrp="1"/>
          </p:cNvSpPr>
          <p:nvPr>
            <p:ph type="pic" sz="quarter" idx="25"/>
          </p:nvPr>
        </p:nvSpPr>
        <p:spPr>
          <a:xfrm>
            <a:off x="911280" y="1412875"/>
            <a:ext cx="1224170" cy="1655763"/>
          </a:xfrm>
          <a:solidFill>
            <a:schemeClr val="bg2"/>
          </a:solidFill>
        </p:spPr>
        <p:txBody>
          <a:bodyPr anchor="ctr"/>
          <a:lstStyle>
            <a:lvl1pPr algn="ctr">
              <a:defRPr/>
            </a:lvl1pPr>
          </a:lstStyle>
          <a:p>
            <a:r>
              <a:rPr lang="en-US" dirty="0"/>
              <a:t>Click icon to add picture</a:t>
            </a:r>
            <a:endParaRPr lang="de-DE"/>
          </a:p>
        </p:txBody>
      </p:sp>
      <p:sp>
        <p:nvSpPr>
          <p:cNvPr id="14" name="Date Placeholder 13"/>
          <p:cNvSpPr>
            <a:spLocks noGrp="1"/>
          </p:cNvSpPr>
          <p:nvPr>
            <p:ph type="dt" sz="half" idx="26"/>
          </p:nvPr>
        </p:nvSpPr>
        <p:spPr>
          <a:xfrm>
            <a:off x="407988" y="6555971"/>
            <a:ext cx="2829007" cy="219456"/>
          </a:xfrm>
          <a:prstGeom prst="rect">
            <a:avLst/>
          </a:prstGeom>
        </p:spPr>
        <p:txBody>
          <a:bodyPr/>
          <a:lstStyle/>
          <a:p>
            <a:pPr>
              <a:lnSpc>
                <a:spcPct val="85000"/>
              </a:lnSpc>
            </a:pPr>
            <a:fld id="{F0362CA4-FD3D-44D1-81E6-0FBEB1AE1B1C}" type="datetime1">
              <a:rPr lang="en-GB"/>
              <a:pPr>
                <a:lnSpc>
                  <a:spcPct val="85000"/>
                </a:lnSpc>
              </a:pPr>
              <a:t>18/12/2020</a:t>
            </a:fld>
            <a:endParaRPr lang="en-US" dirty="0"/>
          </a:p>
        </p:txBody>
      </p:sp>
      <p:sp>
        <p:nvSpPr>
          <p:cNvPr id="15" name="Footer Placeholder 14"/>
          <p:cNvSpPr>
            <a:spLocks noGrp="1"/>
          </p:cNvSpPr>
          <p:nvPr>
            <p:ph type="ftr" sz="quarter" idx="27"/>
          </p:nvPr>
        </p:nvSpPr>
        <p:spPr>
          <a:xfrm>
            <a:off x="9324107" y="6555758"/>
            <a:ext cx="2223686" cy="219456"/>
          </a:xfrm>
          <a:prstGeom prst="rect">
            <a:avLst/>
          </a:prstGeom>
        </p:spPr>
        <p:txBody>
          <a:bodyPr/>
          <a:lstStyle/>
          <a:p>
            <a:r>
              <a:rPr lang="en-US" dirty="0">
                <a:solidFill>
                  <a:srgbClr val="EDEDED">
                    <a:lumMod val="50000"/>
                  </a:srgbClr>
                </a:solidFill>
              </a:rPr>
              <a:t>Slide # </a:t>
            </a:r>
          </a:p>
        </p:txBody>
      </p:sp>
      <p:sp>
        <p:nvSpPr>
          <p:cNvPr id="16" name="Slide Number Placeholder 15"/>
          <p:cNvSpPr>
            <a:spLocks noGrp="1"/>
          </p:cNvSpPr>
          <p:nvPr>
            <p:ph type="sldNum" sz="quarter" idx="28"/>
          </p:nvPr>
        </p:nvSpPr>
        <p:spPr>
          <a:xfrm>
            <a:off x="11784013" y="6555758"/>
            <a:ext cx="123754" cy="215444"/>
          </a:xfrm>
          <a:prstGeom prst="rect">
            <a:avLst/>
          </a:prstGeom>
        </p:spPr>
        <p:txBody>
          <a:bodyPr/>
          <a:lstStyle/>
          <a:p>
            <a:fld id="{DD205EFF-948D-4AF6-B54C-65639188FB5F}" type="slidenum">
              <a:rPr lang="en-US">
                <a:solidFill>
                  <a:srgbClr val="EDEDED">
                    <a:lumMod val="50000"/>
                  </a:srgbClr>
                </a:solidFill>
              </a:rPr>
              <a:pPr/>
              <a:t>‹#›</a:t>
            </a:fld>
            <a:endParaRPr lang="en-US" dirty="0">
              <a:solidFill>
                <a:srgbClr val="EDEDED">
                  <a:lumMod val="50000"/>
                </a:srgbClr>
              </a:solidFill>
            </a:endParaRPr>
          </a:p>
        </p:txBody>
      </p:sp>
    </p:spTree>
    <p:extLst>
      <p:ext uri="{BB962C8B-B14F-4D97-AF65-F5344CB8AC3E}">
        <p14:creationId xmlns:p14="http://schemas.microsoft.com/office/powerpoint/2010/main" val="3366316496"/>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2_Three column with content">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279F1DAD-5BB1-4142-B838-01DB99370135}"/>
              </a:ext>
            </a:extLst>
          </p:cNvPr>
          <p:cNvSpPr/>
          <p:nvPr userDrawn="1"/>
        </p:nvSpPr>
        <p:spPr>
          <a:xfrm>
            <a:off x="0" y="4077072"/>
            <a:ext cx="12192000" cy="278092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dirty="0">
              <a:solidFill>
                <a:prstClr val="white"/>
              </a:solidFill>
            </a:endParaRPr>
          </a:p>
        </p:txBody>
      </p:sp>
      <p:sp>
        <p:nvSpPr>
          <p:cNvPr id="9" name="Text Placeholder 4">
            <a:extLst>
              <a:ext uri="{FF2B5EF4-FFF2-40B4-BE49-F238E27FC236}">
                <a16:creationId xmlns:a16="http://schemas.microsoft.com/office/drawing/2014/main" id="{04C1CAD0-39C3-4CE2-A9E9-8CA99EFF5357}"/>
              </a:ext>
            </a:extLst>
          </p:cNvPr>
          <p:cNvSpPr>
            <a:spLocks noGrp="1"/>
          </p:cNvSpPr>
          <p:nvPr>
            <p:ph type="body" sz="quarter" idx="13" hasCustomPrompt="1"/>
          </p:nvPr>
        </p:nvSpPr>
        <p:spPr>
          <a:xfrm>
            <a:off x="426488" y="1423337"/>
            <a:ext cx="3566160" cy="412363"/>
          </a:xfrm>
          <a:prstGeom prst="rect">
            <a:avLst/>
          </a:prstGeom>
          <a:noFill/>
        </p:spPr>
        <p:txBody>
          <a:bodyPr anchor="ctr">
            <a:noAutofit/>
          </a:bodyPr>
          <a:lstStyle>
            <a:lvl1pPr algn="l">
              <a:defRPr sz="1800" b="0">
                <a:solidFill>
                  <a:srgbClr val="12ABDB"/>
                </a:solidFill>
              </a:defRPr>
            </a:lvl1pPr>
            <a:lvl2pPr>
              <a:defRPr sz="1400"/>
            </a:lvl2pPr>
            <a:lvl3pPr>
              <a:defRPr sz="1200"/>
            </a:lvl3pPr>
            <a:lvl4pPr>
              <a:defRPr sz="1100"/>
            </a:lvl4pPr>
            <a:lvl5pPr>
              <a:defRPr sz="1100"/>
            </a:lvl5pPr>
          </a:lstStyle>
          <a:p>
            <a:pPr lvl="0"/>
            <a:r>
              <a:rPr lang="en-US" dirty="0"/>
              <a:t>Click to insert title</a:t>
            </a:r>
          </a:p>
        </p:txBody>
      </p:sp>
      <p:sp>
        <p:nvSpPr>
          <p:cNvPr id="37" name="Text Placeholder 4">
            <a:extLst>
              <a:ext uri="{FF2B5EF4-FFF2-40B4-BE49-F238E27FC236}">
                <a16:creationId xmlns:a16="http://schemas.microsoft.com/office/drawing/2014/main" id="{8D6FD04F-776D-4BC2-9828-DC149A95B778}"/>
              </a:ext>
            </a:extLst>
          </p:cNvPr>
          <p:cNvSpPr>
            <a:spLocks noGrp="1"/>
          </p:cNvSpPr>
          <p:nvPr>
            <p:ph type="body" sz="quarter" idx="27" hasCustomPrompt="1"/>
          </p:nvPr>
        </p:nvSpPr>
        <p:spPr>
          <a:xfrm>
            <a:off x="8217853" y="1423337"/>
            <a:ext cx="3566160" cy="412363"/>
          </a:xfrm>
          <a:prstGeom prst="rect">
            <a:avLst/>
          </a:prstGeom>
          <a:noFill/>
        </p:spPr>
        <p:txBody>
          <a:bodyPr anchor="ctr">
            <a:noAutofit/>
          </a:bodyPr>
          <a:lstStyle>
            <a:lvl1pPr algn="l">
              <a:defRPr sz="1800" b="0">
                <a:solidFill>
                  <a:srgbClr val="12ABDB"/>
                </a:solidFill>
              </a:defRPr>
            </a:lvl1pPr>
            <a:lvl2pPr>
              <a:defRPr sz="1400"/>
            </a:lvl2pPr>
            <a:lvl3pPr>
              <a:defRPr sz="1200"/>
            </a:lvl3pPr>
            <a:lvl4pPr>
              <a:defRPr sz="1100"/>
            </a:lvl4pPr>
            <a:lvl5pPr>
              <a:defRPr sz="1100"/>
            </a:lvl5pPr>
          </a:lstStyle>
          <a:p>
            <a:pPr lvl="0"/>
            <a:r>
              <a:rPr lang="en-US" dirty="0"/>
              <a:t>Click to insert title</a:t>
            </a:r>
          </a:p>
        </p:txBody>
      </p:sp>
      <p:sp>
        <p:nvSpPr>
          <p:cNvPr id="39" name="Text Placeholder 4">
            <a:extLst>
              <a:ext uri="{FF2B5EF4-FFF2-40B4-BE49-F238E27FC236}">
                <a16:creationId xmlns:a16="http://schemas.microsoft.com/office/drawing/2014/main" id="{5A2CDF95-9D29-4775-8BEF-90BC5372B782}"/>
              </a:ext>
            </a:extLst>
          </p:cNvPr>
          <p:cNvSpPr>
            <a:spLocks noGrp="1"/>
          </p:cNvSpPr>
          <p:nvPr>
            <p:ph type="body" sz="quarter" idx="29" hasCustomPrompt="1"/>
          </p:nvPr>
        </p:nvSpPr>
        <p:spPr>
          <a:xfrm>
            <a:off x="4322171" y="1423337"/>
            <a:ext cx="3566160" cy="412363"/>
          </a:xfrm>
          <a:prstGeom prst="rect">
            <a:avLst/>
          </a:prstGeom>
          <a:noFill/>
        </p:spPr>
        <p:txBody>
          <a:bodyPr anchor="ctr">
            <a:noAutofit/>
          </a:bodyPr>
          <a:lstStyle>
            <a:lvl1pPr algn="l">
              <a:defRPr sz="1800" b="0">
                <a:solidFill>
                  <a:srgbClr val="12ABDB"/>
                </a:solidFill>
              </a:defRPr>
            </a:lvl1pPr>
            <a:lvl2pPr>
              <a:defRPr sz="1400"/>
            </a:lvl2pPr>
            <a:lvl3pPr>
              <a:defRPr sz="1200"/>
            </a:lvl3pPr>
            <a:lvl4pPr>
              <a:defRPr sz="1100"/>
            </a:lvl4pPr>
            <a:lvl5pPr>
              <a:defRPr sz="1100"/>
            </a:lvl5pPr>
          </a:lstStyle>
          <a:p>
            <a:pPr lvl="0"/>
            <a:r>
              <a:rPr lang="en-US" dirty="0"/>
              <a:t>Click to insert title</a:t>
            </a:r>
          </a:p>
        </p:txBody>
      </p:sp>
      <p:sp>
        <p:nvSpPr>
          <p:cNvPr id="41" name="Text Placeholder 4">
            <a:extLst>
              <a:ext uri="{FF2B5EF4-FFF2-40B4-BE49-F238E27FC236}">
                <a16:creationId xmlns:a16="http://schemas.microsoft.com/office/drawing/2014/main" id="{6012FFDA-311F-429E-998E-F6E6B0A7186E}"/>
              </a:ext>
            </a:extLst>
          </p:cNvPr>
          <p:cNvSpPr>
            <a:spLocks noGrp="1"/>
          </p:cNvSpPr>
          <p:nvPr>
            <p:ph type="body" sz="quarter" idx="31" hasCustomPrompt="1"/>
          </p:nvPr>
        </p:nvSpPr>
        <p:spPr>
          <a:xfrm>
            <a:off x="407987" y="4231996"/>
            <a:ext cx="11376025" cy="412363"/>
          </a:xfrm>
          <a:prstGeom prst="rect">
            <a:avLst/>
          </a:prstGeom>
          <a:noFill/>
        </p:spPr>
        <p:txBody>
          <a:bodyPr vert="horz" lIns="0" tIns="0" rIns="0" bIns="0" rtlCol="0" anchor="ctr">
            <a:noAutofit/>
          </a:bodyPr>
          <a:lstStyle>
            <a:lvl1pPr>
              <a:defRPr lang="en-US" b="0" dirty="0">
                <a:solidFill>
                  <a:schemeClr val="accent4"/>
                </a:solidFill>
              </a:defRPr>
            </a:lvl1pPr>
          </a:lstStyle>
          <a:p>
            <a:pPr lvl="0"/>
            <a:r>
              <a:rPr lang="en-US" dirty="0"/>
              <a:t>Click to insert section title</a:t>
            </a:r>
          </a:p>
        </p:txBody>
      </p:sp>
      <p:sp>
        <p:nvSpPr>
          <p:cNvPr id="42" name="Text Placeholder 7">
            <a:extLst>
              <a:ext uri="{FF2B5EF4-FFF2-40B4-BE49-F238E27FC236}">
                <a16:creationId xmlns:a16="http://schemas.microsoft.com/office/drawing/2014/main" id="{9228FC83-C11D-47F2-8BDE-B10D125E5E87}"/>
              </a:ext>
            </a:extLst>
          </p:cNvPr>
          <p:cNvSpPr>
            <a:spLocks noGrp="1"/>
          </p:cNvSpPr>
          <p:nvPr>
            <p:ph type="body" sz="quarter" idx="32" hasCustomPrompt="1"/>
          </p:nvPr>
        </p:nvSpPr>
        <p:spPr>
          <a:xfrm>
            <a:off x="426488" y="1866555"/>
            <a:ext cx="3566160" cy="1994493"/>
          </a:xfrm>
          <a:prstGeom prst="rect">
            <a:avLst/>
          </a:prstGeom>
        </p:spPr>
        <p:txBody>
          <a:bodyPr>
            <a:noAutofit/>
          </a:bodyPr>
          <a:lstStyle>
            <a:lvl1pPr>
              <a:lnSpc>
                <a:spcPts val="1600"/>
              </a:lnSpc>
              <a:defRPr sz="1400">
                <a:solidFill>
                  <a:schemeClr val="tx1"/>
                </a:solidFill>
              </a:defRPr>
            </a:lvl1pPr>
            <a:lvl2pPr marL="173038" indent="-168275">
              <a:lnSpc>
                <a:spcPts val="1400"/>
              </a:lnSpc>
              <a:defRPr sz="1200">
                <a:solidFill>
                  <a:schemeClr val="tx1"/>
                </a:solidFill>
              </a:defRPr>
            </a:lvl2pPr>
            <a:lvl3pPr marL="347663" indent="-174625">
              <a:lnSpc>
                <a:spcPts val="1400"/>
              </a:lnSpc>
              <a:defRPr sz="1200">
                <a:solidFill>
                  <a:schemeClr val="tx1"/>
                </a:solidFill>
              </a:defRPr>
            </a:lvl3pPr>
            <a:lvl4pPr marL="509588" indent="-161925">
              <a:lnSpc>
                <a:spcPts val="1200"/>
              </a:lnSpc>
              <a:defRPr sz="1100">
                <a:solidFill>
                  <a:schemeClr val="tx1"/>
                </a:solidFill>
              </a:defRPr>
            </a:lvl4pPr>
            <a:lvl5pPr>
              <a:lnSpc>
                <a:spcPct val="100000"/>
              </a:lnSpc>
              <a:defRPr sz="1200">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24" name="Text Placeholder 7">
            <a:extLst>
              <a:ext uri="{FF2B5EF4-FFF2-40B4-BE49-F238E27FC236}">
                <a16:creationId xmlns:a16="http://schemas.microsoft.com/office/drawing/2014/main" id="{9228FC83-C11D-47F2-8BDE-B10D125E5E87}"/>
              </a:ext>
            </a:extLst>
          </p:cNvPr>
          <p:cNvSpPr>
            <a:spLocks noGrp="1"/>
          </p:cNvSpPr>
          <p:nvPr>
            <p:ph type="body" sz="quarter" idx="33" hasCustomPrompt="1"/>
          </p:nvPr>
        </p:nvSpPr>
        <p:spPr>
          <a:xfrm>
            <a:off x="4322171" y="1866555"/>
            <a:ext cx="3566160" cy="1994493"/>
          </a:xfrm>
          <a:prstGeom prst="rect">
            <a:avLst/>
          </a:prstGeom>
        </p:spPr>
        <p:txBody>
          <a:bodyPr>
            <a:noAutofit/>
          </a:bodyPr>
          <a:lstStyle>
            <a:lvl1pPr>
              <a:lnSpc>
                <a:spcPts val="1600"/>
              </a:lnSpc>
              <a:defRPr sz="1400">
                <a:solidFill>
                  <a:schemeClr val="tx1"/>
                </a:solidFill>
              </a:defRPr>
            </a:lvl1pPr>
            <a:lvl2pPr marL="173038" indent="-168275">
              <a:lnSpc>
                <a:spcPts val="1400"/>
              </a:lnSpc>
              <a:defRPr sz="1200">
                <a:solidFill>
                  <a:schemeClr val="tx1"/>
                </a:solidFill>
              </a:defRPr>
            </a:lvl2pPr>
            <a:lvl3pPr marL="347663" indent="-174625">
              <a:lnSpc>
                <a:spcPts val="1400"/>
              </a:lnSpc>
              <a:defRPr sz="1200">
                <a:solidFill>
                  <a:schemeClr val="tx1"/>
                </a:solidFill>
              </a:defRPr>
            </a:lvl3pPr>
            <a:lvl4pPr marL="509588" indent="-161925">
              <a:lnSpc>
                <a:spcPts val="1200"/>
              </a:lnSpc>
              <a:defRPr sz="1100">
                <a:solidFill>
                  <a:schemeClr val="tx1"/>
                </a:solidFill>
              </a:defRPr>
            </a:lvl4pPr>
            <a:lvl5pPr>
              <a:lnSpc>
                <a:spcPct val="100000"/>
              </a:lnSpc>
              <a:defRPr sz="1200">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25" name="Text Placeholder 7">
            <a:extLst>
              <a:ext uri="{FF2B5EF4-FFF2-40B4-BE49-F238E27FC236}">
                <a16:creationId xmlns:a16="http://schemas.microsoft.com/office/drawing/2014/main" id="{9228FC83-C11D-47F2-8BDE-B10D125E5E87}"/>
              </a:ext>
            </a:extLst>
          </p:cNvPr>
          <p:cNvSpPr>
            <a:spLocks noGrp="1"/>
          </p:cNvSpPr>
          <p:nvPr>
            <p:ph type="body" sz="quarter" idx="34" hasCustomPrompt="1"/>
          </p:nvPr>
        </p:nvSpPr>
        <p:spPr>
          <a:xfrm>
            <a:off x="8217853" y="1866555"/>
            <a:ext cx="3566160" cy="1994493"/>
          </a:xfrm>
          <a:prstGeom prst="rect">
            <a:avLst/>
          </a:prstGeom>
        </p:spPr>
        <p:txBody>
          <a:bodyPr>
            <a:noAutofit/>
          </a:bodyPr>
          <a:lstStyle>
            <a:lvl1pPr>
              <a:lnSpc>
                <a:spcPts val="1600"/>
              </a:lnSpc>
              <a:defRPr sz="1400">
                <a:solidFill>
                  <a:schemeClr val="tx1"/>
                </a:solidFill>
              </a:defRPr>
            </a:lvl1pPr>
            <a:lvl2pPr marL="173038" indent="-168275">
              <a:lnSpc>
                <a:spcPts val="1400"/>
              </a:lnSpc>
              <a:defRPr sz="1200">
                <a:solidFill>
                  <a:schemeClr val="tx1"/>
                </a:solidFill>
              </a:defRPr>
            </a:lvl2pPr>
            <a:lvl3pPr marL="347663" indent="-174625">
              <a:lnSpc>
                <a:spcPts val="1400"/>
              </a:lnSpc>
              <a:defRPr sz="1200">
                <a:solidFill>
                  <a:schemeClr val="tx1"/>
                </a:solidFill>
              </a:defRPr>
            </a:lvl3pPr>
            <a:lvl4pPr marL="509588" indent="-161925">
              <a:lnSpc>
                <a:spcPts val="1200"/>
              </a:lnSpc>
              <a:defRPr sz="1100">
                <a:solidFill>
                  <a:schemeClr val="tx1"/>
                </a:solidFill>
              </a:defRPr>
            </a:lvl4pPr>
            <a:lvl5pPr>
              <a:lnSpc>
                <a:spcPct val="100000"/>
              </a:lnSpc>
              <a:defRPr sz="1200">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26" name="Text Placeholder 7">
            <a:extLst>
              <a:ext uri="{FF2B5EF4-FFF2-40B4-BE49-F238E27FC236}">
                <a16:creationId xmlns:a16="http://schemas.microsoft.com/office/drawing/2014/main" id="{9228FC83-C11D-47F2-8BDE-B10D125E5E87}"/>
              </a:ext>
            </a:extLst>
          </p:cNvPr>
          <p:cNvSpPr>
            <a:spLocks noGrp="1"/>
          </p:cNvSpPr>
          <p:nvPr>
            <p:ph type="body" sz="quarter" idx="35" hasCustomPrompt="1"/>
          </p:nvPr>
        </p:nvSpPr>
        <p:spPr>
          <a:xfrm>
            <a:off x="426487" y="4674187"/>
            <a:ext cx="11357525" cy="1799211"/>
          </a:xfrm>
          <a:prstGeom prst="rect">
            <a:avLst/>
          </a:prstGeom>
        </p:spPr>
        <p:txBody>
          <a:bodyPr>
            <a:noAutofit/>
          </a:bodyPr>
          <a:lstStyle>
            <a:lvl1pPr>
              <a:lnSpc>
                <a:spcPts val="1600"/>
              </a:lnSpc>
              <a:defRPr sz="1400">
                <a:solidFill>
                  <a:schemeClr val="tx1"/>
                </a:solidFill>
              </a:defRPr>
            </a:lvl1pPr>
            <a:lvl2pPr marL="173038" indent="-168275">
              <a:lnSpc>
                <a:spcPts val="1400"/>
              </a:lnSpc>
              <a:defRPr sz="1200">
                <a:solidFill>
                  <a:schemeClr val="tx1"/>
                </a:solidFill>
              </a:defRPr>
            </a:lvl2pPr>
            <a:lvl3pPr marL="347663" indent="-174625">
              <a:lnSpc>
                <a:spcPts val="1400"/>
              </a:lnSpc>
              <a:defRPr sz="1200">
                <a:solidFill>
                  <a:schemeClr val="tx1"/>
                </a:solidFill>
              </a:defRPr>
            </a:lvl3pPr>
            <a:lvl4pPr marL="509588" indent="-161925">
              <a:lnSpc>
                <a:spcPts val="1200"/>
              </a:lnSpc>
              <a:defRPr sz="1100">
                <a:solidFill>
                  <a:schemeClr val="tx1"/>
                </a:solidFill>
              </a:defRPr>
            </a:lvl4pPr>
            <a:lvl5pPr>
              <a:lnSpc>
                <a:spcPct val="100000"/>
              </a:lnSpc>
              <a:defRPr sz="1200">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cxnSp>
        <p:nvCxnSpPr>
          <p:cNvPr id="27"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11568760"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5" name="Title 4"/>
          <p:cNvSpPr>
            <a:spLocks noGrp="1"/>
          </p:cNvSpPr>
          <p:nvPr>
            <p:ph type="title"/>
          </p:nvPr>
        </p:nvSpPr>
        <p:spPr/>
        <p:txBody>
          <a:bodyPr/>
          <a:lstStyle/>
          <a:p>
            <a:r>
              <a:rPr lang="en-US"/>
              <a:t>Click to edit Master title style</a:t>
            </a:r>
            <a:endParaRPr lang="de-DE"/>
          </a:p>
        </p:txBody>
      </p:sp>
      <p:sp>
        <p:nvSpPr>
          <p:cNvPr id="6" name="Date Placeholder 5"/>
          <p:cNvSpPr>
            <a:spLocks noGrp="1"/>
          </p:cNvSpPr>
          <p:nvPr>
            <p:ph type="dt" sz="half" idx="36"/>
          </p:nvPr>
        </p:nvSpPr>
        <p:spPr>
          <a:xfrm>
            <a:off x="407988" y="6555971"/>
            <a:ext cx="2829007" cy="219456"/>
          </a:xfrm>
          <a:prstGeom prst="rect">
            <a:avLst/>
          </a:prstGeom>
        </p:spPr>
        <p:txBody>
          <a:bodyPr/>
          <a:lstStyle/>
          <a:p>
            <a:pPr>
              <a:lnSpc>
                <a:spcPct val="85000"/>
              </a:lnSpc>
            </a:pPr>
            <a:fld id="{A03A7FC1-D302-4280-9AEB-BEFE845A2B33}" type="datetime1">
              <a:rPr lang="en-GB"/>
              <a:pPr>
                <a:lnSpc>
                  <a:spcPct val="85000"/>
                </a:lnSpc>
              </a:pPr>
              <a:t>18/12/2020</a:t>
            </a:fld>
            <a:endParaRPr lang="en-US" dirty="0"/>
          </a:p>
        </p:txBody>
      </p:sp>
      <p:sp>
        <p:nvSpPr>
          <p:cNvPr id="7" name="Footer Placeholder 6"/>
          <p:cNvSpPr>
            <a:spLocks noGrp="1"/>
          </p:cNvSpPr>
          <p:nvPr>
            <p:ph type="ftr" sz="quarter" idx="37"/>
          </p:nvPr>
        </p:nvSpPr>
        <p:spPr>
          <a:xfrm>
            <a:off x="9324107" y="6555758"/>
            <a:ext cx="2223686" cy="219456"/>
          </a:xfrm>
          <a:prstGeom prst="rect">
            <a:avLst/>
          </a:prstGeom>
        </p:spPr>
        <p:txBody>
          <a:bodyPr/>
          <a:lstStyle/>
          <a:p>
            <a:r>
              <a:rPr lang="en-US" dirty="0">
                <a:solidFill>
                  <a:srgbClr val="EDEDED">
                    <a:lumMod val="50000"/>
                  </a:srgbClr>
                </a:solidFill>
              </a:rPr>
              <a:t>Slide # </a:t>
            </a:r>
          </a:p>
        </p:txBody>
      </p:sp>
      <p:sp>
        <p:nvSpPr>
          <p:cNvPr id="8" name="Slide Number Placeholder 7"/>
          <p:cNvSpPr>
            <a:spLocks noGrp="1"/>
          </p:cNvSpPr>
          <p:nvPr>
            <p:ph type="sldNum" sz="quarter" idx="38"/>
          </p:nvPr>
        </p:nvSpPr>
        <p:spPr>
          <a:xfrm>
            <a:off x="11784013" y="6555758"/>
            <a:ext cx="123754" cy="215444"/>
          </a:xfrm>
          <a:prstGeom prst="rect">
            <a:avLst/>
          </a:prstGeom>
        </p:spPr>
        <p:txBody>
          <a:bodyPr/>
          <a:lstStyle/>
          <a:p>
            <a:fld id="{DD205EFF-948D-4AF6-B54C-65639188FB5F}" type="slidenum">
              <a:rPr lang="en-US">
                <a:solidFill>
                  <a:srgbClr val="EDEDED">
                    <a:lumMod val="50000"/>
                  </a:srgbClr>
                </a:solidFill>
              </a:rPr>
              <a:pPr/>
              <a:t>‹#›</a:t>
            </a:fld>
            <a:endParaRPr lang="en-US" dirty="0">
              <a:solidFill>
                <a:srgbClr val="EDEDED">
                  <a:lumMod val="50000"/>
                </a:srgbClr>
              </a:solidFill>
            </a:endParaRPr>
          </a:p>
        </p:txBody>
      </p:sp>
    </p:spTree>
    <p:extLst>
      <p:ext uri="{BB962C8B-B14F-4D97-AF65-F5344CB8AC3E}">
        <p14:creationId xmlns:p14="http://schemas.microsoft.com/office/powerpoint/2010/main" val="1312604071"/>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2_Contact information">
    <p:spTree>
      <p:nvGrpSpPr>
        <p:cNvPr id="1" name=""/>
        <p:cNvGrpSpPr/>
        <p:nvPr/>
      </p:nvGrpSpPr>
      <p:grpSpPr>
        <a:xfrm>
          <a:off x="0" y="0"/>
          <a:ext cx="0" cy="0"/>
          <a:chOff x="0" y="0"/>
          <a:chExt cx="0" cy="0"/>
        </a:xfrm>
      </p:grpSpPr>
      <p:sp>
        <p:nvSpPr>
          <p:cNvPr id="18" name="Picture Placeholder 17">
            <a:extLst>
              <a:ext uri="{FF2B5EF4-FFF2-40B4-BE49-F238E27FC236}">
                <a16:creationId xmlns:a16="http://schemas.microsoft.com/office/drawing/2014/main" id="{EC1A94F9-DC7A-4538-8277-70A44CA10105}"/>
              </a:ext>
            </a:extLst>
          </p:cNvPr>
          <p:cNvSpPr>
            <a:spLocks noGrp="1" noChangeAspect="1"/>
          </p:cNvSpPr>
          <p:nvPr>
            <p:ph type="pic" sz="quarter" idx="10"/>
          </p:nvPr>
        </p:nvSpPr>
        <p:spPr>
          <a:xfrm>
            <a:off x="624115" y="1903413"/>
            <a:ext cx="1452563" cy="1671637"/>
          </a:xfrm>
          <a:prstGeom prst="rect">
            <a:avLst/>
          </a:prstGeom>
          <a:solidFill>
            <a:srgbClr val="D9D9D9"/>
          </a:solidFill>
        </p:spPr>
        <p:txBody>
          <a:bodyPr anchor="ctr"/>
          <a:lstStyle>
            <a:lvl1pPr algn="ctr">
              <a:defRPr/>
            </a:lvl1pPr>
          </a:lstStyle>
          <a:p>
            <a:r>
              <a:rPr lang="en-US" dirty="0"/>
              <a:t>Click icon to add picture</a:t>
            </a:r>
            <a:endParaRPr lang="pt-PT"/>
          </a:p>
        </p:txBody>
      </p:sp>
      <p:sp>
        <p:nvSpPr>
          <p:cNvPr id="19" name="Picture Placeholder 17">
            <a:extLst>
              <a:ext uri="{FF2B5EF4-FFF2-40B4-BE49-F238E27FC236}">
                <a16:creationId xmlns:a16="http://schemas.microsoft.com/office/drawing/2014/main" id="{74E803A8-AB56-45EC-B2C1-515FBB73BB37}"/>
              </a:ext>
            </a:extLst>
          </p:cNvPr>
          <p:cNvSpPr>
            <a:spLocks noGrp="1" noChangeAspect="1"/>
          </p:cNvSpPr>
          <p:nvPr>
            <p:ph type="pic" sz="quarter" idx="11"/>
          </p:nvPr>
        </p:nvSpPr>
        <p:spPr>
          <a:xfrm>
            <a:off x="6455195" y="1903413"/>
            <a:ext cx="1452563" cy="1671637"/>
          </a:xfrm>
          <a:prstGeom prst="rect">
            <a:avLst/>
          </a:prstGeom>
          <a:solidFill>
            <a:srgbClr val="D9D9D9"/>
          </a:solidFill>
        </p:spPr>
        <p:txBody>
          <a:bodyPr anchor="ctr"/>
          <a:lstStyle>
            <a:lvl1pPr algn="ctr">
              <a:defRPr/>
            </a:lvl1pPr>
          </a:lstStyle>
          <a:p>
            <a:r>
              <a:rPr lang="en-US" dirty="0"/>
              <a:t>Click icon to add picture</a:t>
            </a:r>
            <a:endParaRPr lang="pt-PT"/>
          </a:p>
        </p:txBody>
      </p:sp>
      <p:sp>
        <p:nvSpPr>
          <p:cNvPr id="20" name="Picture Placeholder 17">
            <a:extLst>
              <a:ext uri="{FF2B5EF4-FFF2-40B4-BE49-F238E27FC236}">
                <a16:creationId xmlns:a16="http://schemas.microsoft.com/office/drawing/2014/main" id="{9D1BE315-6BE9-4C05-9EDD-2BF1E943154E}"/>
              </a:ext>
            </a:extLst>
          </p:cNvPr>
          <p:cNvSpPr>
            <a:spLocks noGrp="1" noChangeAspect="1"/>
          </p:cNvSpPr>
          <p:nvPr>
            <p:ph type="pic" sz="quarter" idx="12"/>
          </p:nvPr>
        </p:nvSpPr>
        <p:spPr>
          <a:xfrm>
            <a:off x="624115" y="4379453"/>
            <a:ext cx="1452563" cy="1671637"/>
          </a:xfrm>
          <a:prstGeom prst="rect">
            <a:avLst/>
          </a:prstGeom>
          <a:solidFill>
            <a:srgbClr val="D9D9D9"/>
          </a:solidFill>
        </p:spPr>
        <p:txBody>
          <a:bodyPr anchor="ctr"/>
          <a:lstStyle>
            <a:lvl1pPr algn="ctr">
              <a:defRPr/>
            </a:lvl1pPr>
          </a:lstStyle>
          <a:p>
            <a:r>
              <a:rPr lang="en-US" dirty="0"/>
              <a:t>Click icon to add picture</a:t>
            </a:r>
            <a:endParaRPr lang="pt-PT"/>
          </a:p>
        </p:txBody>
      </p:sp>
      <p:sp>
        <p:nvSpPr>
          <p:cNvPr id="21" name="Picture Placeholder 17">
            <a:extLst>
              <a:ext uri="{FF2B5EF4-FFF2-40B4-BE49-F238E27FC236}">
                <a16:creationId xmlns:a16="http://schemas.microsoft.com/office/drawing/2014/main" id="{1281E9B6-7C84-4FF5-B198-C8FC0C8924EE}"/>
              </a:ext>
            </a:extLst>
          </p:cNvPr>
          <p:cNvSpPr>
            <a:spLocks noGrp="1" noChangeAspect="1"/>
          </p:cNvSpPr>
          <p:nvPr>
            <p:ph type="pic" sz="quarter" idx="13"/>
          </p:nvPr>
        </p:nvSpPr>
        <p:spPr>
          <a:xfrm>
            <a:off x="6455195" y="4379453"/>
            <a:ext cx="1452563" cy="1671637"/>
          </a:xfrm>
          <a:prstGeom prst="rect">
            <a:avLst/>
          </a:prstGeom>
          <a:solidFill>
            <a:srgbClr val="D9D9D9"/>
          </a:solidFill>
        </p:spPr>
        <p:txBody>
          <a:bodyPr anchor="ctr"/>
          <a:lstStyle>
            <a:lvl1pPr algn="ctr">
              <a:defRPr/>
            </a:lvl1pPr>
          </a:lstStyle>
          <a:p>
            <a:r>
              <a:rPr lang="en-US" dirty="0"/>
              <a:t>Click icon to add picture</a:t>
            </a:r>
            <a:endParaRPr lang="pt-PT"/>
          </a:p>
        </p:txBody>
      </p:sp>
      <p:sp>
        <p:nvSpPr>
          <p:cNvPr id="11"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407988" y="404813"/>
            <a:ext cx="11016604" cy="863600"/>
          </a:xfrm>
          <a:prstGeom prst="rect">
            <a:avLst/>
          </a:prstGeom>
        </p:spPr>
        <p:txBody>
          <a:bodyPr vert="horz" lIns="0" tIns="0" rIns="0" bIns="0" rtlCol="0" anchor="t">
            <a:normAutofit/>
          </a:bodyPr>
          <a:lstStyle>
            <a:lvl1pPr>
              <a:defRPr lang="pt-PT" dirty="0"/>
            </a:lvl1pPr>
          </a:lstStyle>
          <a:p>
            <a:pPr lvl="0">
              <a:lnSpc>
                <a:spcPts val="3000"/>
              </a:lnSpc>
            </a:pPr>
            <a:r>
              <a:rPr lang="en-US" dirty="0"/>
              <a:t>Click to add title</a:t>
            </a:r>
            <a:endParaRPr lang="pt-PT" dirty="0"/>
          </a:p>
        </p:txBody>
      </p:sp>
      <p:sp>
        <p:nvSpPr>
          <p:cNvPr id="17" name="Text Placeholder 7">
            <a:extLst>
              <a:ext uri="{FF2B5EF4-FFF2-40B4-BE49-F238E27FC236}">
                <a16:creationId xmlns:a16="http://schemas.microsoft.com/office/drawing/2014/main" id="{9228FC83-C11D-47F2-8BDE-B10D125E5E87}"/>
              </a:ext>
            </a:extLst>
          </p:cNvPr>
          <p:cNvSpPr>
            <a:spLocks noGrp="1"/>
          </p:cNvSpPr>
          <p:nvPr>
            <p:ph type="body" sz="quarter" idx="32" hasCustomPrompt="1"/>
          </p:nvPr>
        </p:nvSpPr>
        <p:spPr>
          <a:xfrm>
            <a:off x="2207568" y="1903413"/>
            <a:ext cx="3743970" cy="1671637"/>
          </a:xfrm>
          <a:prstGeom prst="rect">
            <a:avLst/>
          </a:prstGeom>
        </p:spPr>
        <p:txBody>
          <a:bodyPr>
            <a:noAutofit/>
          </a:bodyPr>
          <a:lstStyle>
            <a:lvl1pPr>
              <a:lnSpc>
                <a:spcPts val="1600"/>
              </a:lnSpc>
              <a:defRPr sz="1200">
                <a:solidFill>
                  <a:schemeClr val="tx1"/>
                </a:solidFill>
              </a:defRPr>
            </a:lvl1pPr>
            <a:lvl2pPr marL="173038" indent="-168275">
              <a:lnSpc>
                <a:spcPts val="1400"/>
              </a:lnSpc>
              <a:buClr>
                <a:schemeClr val="accent1"/>
              </a:buClr>
              <a:defRPr sz="1200">
                <a:solidFill>
                  <a:schemeClr val="tx1"/>
                </a:solidFill>
              </a:defRPr>
            </a:lvl2pPr>
            <a:lvl3pPr marL="347663" indent="-174625">
              <a:lnSpc>
                <a:spcPts val="1400"/>
              </a:lnSpc>
              <a:buClr>
                <a:schemeClr val="accent1"/>
              </a:buClr>
              <a:defRPr sz="1200">
                <a:solidFill>
                  <a:schemeClr val="tx1"/>
                </a:solidFill>
              </a:defRPr>
            </a:lvl3pPr>
            <a:lvl4pPr marL="509588" indent="-161925">
              <a:lnSpc>
                <a:spcPts val="1200"/>
              </a:lnSpc>
              <a:buClr>
                <a:schemeClr val="accent1"/>
              </a:buClr>
              <a:defRPr sz="1100">
                <a:solidFill>
                  <a:schemeClr val="tx1"/>
                </a:solidFill>
              </a:defRPr>
            </a:lvl4pPr>
            <a:lvl5pPr>
              <a:lnSpc>
                <a:spcPct val="100000"/>
              </a:lnSpc>
              <a:defRPr sz="1200">
                <a:solidFill>
                  <a:schemeClr val="tx1"/>
                </a:solidFill>
              </a:defRPr>
            </a:lvl5pPr>
          </a:lstStyle>
          <a:p>
            <a:pPr lvl="0"/>
            <a:r>
              <a:rPr lang="en-US" dirty="0"/>
              <a:t>Click to insert text</a:t>
            </a:r>
          </a:p>
        </p:txBody>
      </p:sp>
      <p:sp>
        <p:nvSpPr>
          <p:cNvPr id="24" name="Text Placeholder 7">
            <a:extLst>
              <a:ext uri="{FF2B5EF4-FFF2-40B4-BE49-F238E27FC236}">
                <a16:creationId xmlns:a16="http://schemas.microsoft.com/office/drawing/2014/main" id="{9228FC83-C11D-47F2-8BDE-B10D125E5E87}"/>
              </a:ext>
            </a:extLst>
          </p:cNvPr>
          <p:cNvSpPr>
            <a:spLocks noGrp="1"/>
          </p:cNvSpPr>
          <p:nvPr>
            <p:ph type="body" sz="quarter" idx="33" hasCustomPrompt="1"/>
          </p:nvPr>
        </p:nvSpPr>
        <p:spPr>
          <a:xfrm>
            <a:off x="8040043" y="1903413"/>
            <a:ext cx="3743970" cy="1671637"/>
          </a:xfrm>
          <a:prstGeom prst="rect">
            <a:avLst/>
          </a:prstGeom>
        </p:spPr>
        <p:txBody>
          <a:bodyPr>
            <a:noAutofit/>
          </a:bodyPr>
          <a:lstStyle>
            <a:lvl1pPr>
              <a:lnSpc>
                <a:spcPts val="1600"/>
              </a:lnSpc>
              <a:defRPr sz="1200">
                <a:solidFill>
                  <a:schemeClr val="tx1"/>
                </a:solidFill>
              </a:defRPr>
            </a:lvl1pPr>
            <a:lvl2pPr marL="173038" indent="-168275">
              <a:lnSpc>
                <a:spcPts val="1400"/>
              </a:lnSpc>
              <a:buClr>
                <a:schemeClr val="accent1"/>
              </a:buClr>
              <a:defRPr sz="1200">
                <a:solidFill>
                  <a:schemeClr val="tx1"/>
                </a:solidFill>
              </a:defRPr>
            </a:lvl2pPr>
            <a:lvl3pPr marL="347663" indent="-174625">
              <a:lnSpc>
                <a:spcPts val="1400"/>
              </a:lnSpc>
              <a:buClr>
                <a:schemeClr val="accent1"/>
              </a:buClr>
              <a:defRPr sz="1200">
                <a:solidFill>
                  <a:schemeClr val="tx1"/>
                </a:solidFill>
              </a:defRPr>
            </a:lvl3pPr>
            <a:lvl4pPr marL="509588" indent="-161925">
              <a:lnSpc>
                <a:spcPts val="1200"/>
              </a:lnSpc>
              <a:buClr>
                <a:schemeClr val="accent1"/>
              </a:buClr>
              <a:defRPr sz="1100">
                <a:solidFill>
                  <a:schemeClr val="tx1"/>
                </a:solidFill>
              </a:defRPr>
            </a:lvl4pPr>
            <a:lvl5pPr>
              <a:lnSpc>
                <a:spcPct val="100000"/>
              </a:lnSpc>
              <a:defRPr sz="1200">
                <a:solidFill>
                  <a:schemeClr val="tx1"/>
                </a:solidFill>
              </a:defRPr>
            </a:lvl5pPr>
          </a:lstStyle>
          <a:p>
            <a:pPr lvl="0"/>
            <a:r>
              <a:rPr lang="en-US" dirty="0"/>
              <a:t>Click to insert text</a:t>
            </a:r>
          </a:p>
        </p:txBody>
      </p:sp>
      <p:sp>
        <p:nvSpPr>
          <p:cNvPr id="27" name="Text Placeholder 7">
            <a:extLst>
              <a:ext uri="{FF2B5EF4-FFF2-40B4-BE49-F238E27FC236}">
                <a16:creationId xmlns:a16="http://schemas.microsoft.com/office/drawing/2014/main" id="{9228FC83-C11D-47F2-8BDE-B10D125E5E87}"/>
              </a:ext>
            </a:extLst>
          </p:cNvPr>
          <p:cNvSpPr>
            <a:spLocks noGrp="1"/>
          </p:cNvSpPr>
          <p:nvPr>
            <p:ph type="body" sz="quarter" idx="34" hasCustomPrompt="1"/>
          </p:nvPr>
        </p:nvSpPr>
        <p:spPr>
          <a:xfrm>
            <a:off x="2207568" y="4379453"/>
            <a:ext cx="3743970" cy="1671637"/>
          </a:xfrm>
          <a:prstGeom prst="rect">
            <a:avLst/>
          </a:prstGeom>
        </p:spPr>
        <p:txBody>
          <a:bodyPr>
            <a:noAutofit/>
          </a:bodyPr>
          <a:lstStyle>
            <a:lvl1pPr>
              <a:lnSpc>
                <a:spcPts val="1600"/>
              </a:lnSpc>
              <a:defRPr sz="1200">
                <a:solidFill>
                  <a:schemeClr val="tx1"/>
                </a:solidFill>
              </a:defRPr>
            </a:lvl1pPr>
            <a:lvl2pPr marL="173038" indent="-168275">
              <a:lnSpc>
                <a:spcPts val="1400"/>
              </a:lnSpc>
              <a:buClr>
                <a:schemeClr val="accent1"/>
              </a:buClr>
              <a:defRPr sz="1200">
                <a:solidFill>
                  <a:schemeClr val="tx1"/>
                </a:solidFill>
              </a:defRPr>
            </a:lvl2pPr>
            <a:lvl3pPr marL="347663" indent="-174625">
              <a:lnSpc>
                <a:spcPts val="1400"/>
              </a:lnSpc>
              <a:buClr>
                <a:schemeClr val="accent1"/>
              </a:buClr>
              <a:defRPr sz="1200">
                <a:solidFill>
                  <a:schemeClr val="tx1"/>
                </a:solidFill>
              </a:defRPr>
            </a:lvl3pPr>
            <a:lvl4pPr marL="509588" indent="-161925">
              <a:lnSpc>
                <a:spcPts val="1200"/>
              </a:lnSpc>
              <a:buClr>
                <a:schemeClr val="accent1"/>
              </a:buClr>
              <a:defRPr sz="1100">
                <a:solidFill>
                  <a:schemeClr val="tx1"/>
                </a:solidFill>
              </a:defRPr>
            </a:lvl4pPr>
            <a:lvl5pPr>
              <a:lnSpc>
                <a:spcPct val="100000"/>
              </a:lnSpc>
              <a:defRPr sz="1200">
                <a:solidFill>
                  <a:schemeClr val="tx1"/>
                </a:solidFill>
              </a:defRPr>
            </a:lvl5pPr>
          </a:lstStyle>
          <a:p>
            <a:pPr lvl="0"/>
            <a:r>
              <a:rPr lang="en-US" dirty="0"/>
              <a:t>Click to insert text</a:t>
            </a:r>
          </a:p>
        </p:txBody>
      </p:sp>
      <p:sp>
        <p:nvSpPr>
          <p:cNvPr id="28" name="Text Placeholder 7">
            <a:extLst>
              <a:ext uri="{FF2B5EF4-FFF2-40B4-BE49-F238E27FC236}">
                <a16:creationId xmlns:a16="http://schemas.microsoft.com/office/drawing/2014/main" id="{9228FC83-C11D-47F2-8BDE-B10D125E5E87}"/>
              </a:ext>
            </a:extLst>
          </p:cNvPr>
          <p:cNvSpPr>
            <a:spLocks noGrp="1"/>
          </p:cNvSpPr>
          <p:nvPr>
            <p:ph type="body" sz="quarter" idx="35" hasCustomPrompt="1"/>
          </p:nvPr>
        </p:nvSpPr>
        <p:spPr>
          <a:xfrm>
            <a:off x="8040043" y="4379453"/>
            <a:ext cx="3743970" cy="1671637"/>
          </a:xfrm>
          <a:prstGeom prst="rect">
            <a:avLst/>
          </a:prstGeom>
        </p:spPr>
        <p:txBody>
          <a:bodyPr>
            <a:noAutofit/>
          </a:bodyPr>
          <a:lstStyle>
            <a:lvl1pPr>
              <a:lnSpc>
                <a:spcPts val="1600"/>
              </a:lnSpc>
              <a:defRPr sz="1200">
                <a:solidFill>
                  <a:schemeClr val="tx1"/>
                </a:solidFill>
              </a:defRPr>
            </a:lvl1pPr>
            <a:lvl2pPr marL="173038" indent="-168275">
              <a:lnSpc>
                <a:spcPts val="1400"/>
              </a:lnSpc>
              <a:buClr>
                <a:schemeClr val="accent1"/>
              </a:buClr>
              <a:defRPr sz="1200">
                <a:solidFill>
                  <a:schemeClr val="tx1"/>
                </a:solidFill>
              </a:defRPr>
            </a:lvl2pPr>
            <a:lvl3pPr marL="347663" indent="-174625">
              <a:lnSpc>
                <a:spcPts val="1400"/>
              </a:lnSpc>
              <a:buClr>
                <a:schemeClr val="accent1"/>
              </a:buClr>
              <a:defRPr sz="1200">
                <a:solidFill>
                  <a:schemeClr val="tx1"/>
                </a:solidFill>
              </a:defRPr>
            </a:lvl3pPr>
            <a:lvl4pPr marL="509588" indent="-161925">
              <a:lnSpc>
                <a:spcPts val="1200"/>
              </a:lnSpc>
              <a:buClr>
                <a:schemeClr val="accent1"/>
              </a:buClr>
              <a:defRPr sz="1100">
                <a:solidFill>
                  <a:schemeClr val="tx1"/>
                </a:solidFill>
              </a:defRPr>
            </a:lvl4pPr>
            <a:lvl5pPr>
              <a:lnSpc>
                <a:spcPct val="100000"/>
              </a:lnSpc>
              <a:defRPr sz="1200">
                <a:solidFill>
                  <a:schemeClr val="tx1"/>
                </a:solidFill>
              </a:defRPr>
            </a:lvl5pPr>
          </a:lstStyle>
          <a:p>
            <a:pPr lvl="0"/>
            <a:r>
              <a:rPr lang="en-US" dirty="0"/>
              <a:t>Click to insert text</a:t>
            </a:r>
          </a:p>
        </p:txBody>
      </p:sp>
      <p:sp>
        <p:nvSpPr>
          <p:cNvPr id="5" name="Date Placeholder 4"/>
          <p:cNvSpPr>
            <a:spLocks noGrp="1"/>
          </p:cNvSpPr>
          <p:nvPr>
            <p:ph type="dt" sz="half" idx="36"/>
          </p:nvPr>
        </p:nvSpPr>
        <p:spPr>
          <a:xfrm>
            <a:off x="407988" y="6555971"/>
            <a:ext cx="2829007" cy="219456"/>
          </a:xfrm>
          <a:prstGeom prst="rect">
            <a:avLst/>
          </a:prstGeom>
        </p:spPr>
        <p:txBody>
          <a:bodyPr/>
          <a:lstStyle/>
          <a:p>
            <a:pPr>
              <a:lnSpc>
                <a:spcPct val="85000"/>
              </a:lnSpc>
            </a:pPr>
            <a:fld id="{27184E02-11A2-4675-9057-1865ED2F567D}" type="datetime1">
              <a:rPr lang="en-GB"/>
              <a:pPr>
                <a:lnSpc>
                  <a:spcPct val="85000"/>
                </a:lnSpc>
              </a:pPr>
              <a:t>18/12/2020</a:t>
            </a:fld>
            <a:endParaRPr lang="en-US" dirty="0"/>
          </a:p>
        </p:txBody>
      </p:sp>
      <p:sp>
        <p:nvSpPr>
          <p:cNvPr id="6" name="Footer Placeholder 5"/>
          <p:cNvSpPr>
            <a:spLocks noGrp="1"/>
          </p:cNvSpPr>
          <p:nvPr>
            <p:ph type="ftr" sz="quarter" idx="37"/>
          </p:nvPr>
        </p:nvSpPr>
        <p:spPr>
          <a:xfrm>
            <a:off x="9324107" y="6555758"/>
            <a:ext cx="2223686" cy="219456"/>
          </a:xfrm>
          <a:prstGeom prst="rect">
            <a:avLst/>
          </a:prstGeom>
        </p:spPr>
        <p:txBody>
          <a:bodyPr/>
          <a:lstStyle/>
          <a:p>
            <a:r>
              <a:rPr lang="en-US" dirty="0">
                <a:solidFill>
                  <a:srgbClr val="EDEDED">
                    <a:lumMod val="50000"/>
                  </a:srgbClr>
                </a:solidFill>
              </a:rPr>
              <a:t>Slide # </a:t>
            </a:r>
          </a:p>
        </p:txBody>
      </p:sp>
      <p:sp>
        <p:nvSpPr>
          <p:cNvPr id="7" name="Slide Number Placeholder 6"/>
          <p:cNvSpPr>
            <a:spLocks noGrp="1"/>
          </p:cNvSpPr>
          <p:nvPr>
            <p:ph type="sldNum" sz="quarter" idx="38"/>
          </p:nvPr>
        </p:nvSpPr>
        <p:spPr>
          <a:xfrm>
            <a:off x="11784013" y="6555758"/>
            <a:ext cx="123754" cy="215444"/>
          </a:xfrm>
          <a:prstGeom prst="rect">
            <a:avLst/>
          </a:prstGeom>
        </p:spPr>
        <p:txBody>
          <a:bodyPr/>
          <a:lstStyle/>
          <a:p>
            <a:fld id="{DD205EFF-948D-4AF6-B54C-65639188FB5F}" type="slidenum">
              <a:rPr lang="en-US">
                <a:solidFill>
                  <a:srgbClr val="EDEDED">
                    <a:lumMod val="50000"/>
                  </a:srgbClr>
                </a:solidFill>
              </a:rPr>
              <a:pPr/>
              <a:t>‹#›</a:t>
            </a:fld>
            <a:endParaRPr lang="en-US" dirty="0">
              <a:solidFill>
                <a:srgbClr val="EDEDED">
                  <a:lumMod val="50000"/>
                </a:srgbClr>
              </a:solidFill>
            </a:endParaRPr>
          </a:p>
        </p:txBody>
      </p:sp>
    </p:spTree>
    <p:extLst>
      <p:ext uri="{BB962C8B-B14F-4D97-AF65-F5344CB8AC3E}">
        <p14:creationId xmlns:p14="http://schemas.microsoft.com/office/powerpoint/2010/main" val="1223181128"/>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2_Contact details">
    <p:spTree>
      <p:nvGrpSpPr>
        <p:cNvPr id="1" name=""/>
        <p:cNvGrpSpPr/>
        <p:nvPr/>
      </p:nvGrpSpPr>
      <p:grpSpPr>
        <a:xfrm>
          <a:off x="0" y="0"/>
          <a:ext cx="0" cy="0"/>
          <a:chOff x="0" y="0"/>
          <a:chExt cx="0" cy="0"/>
        </a:xfrm>
      </p:grpSpPr>
      <p:sp>
        <p:nvSpPr>
          <p:cNvPr id="15" name="Text Placeholder 4">
            <a:extLst>
              <a:ext uri="{FF2B5EF4-FFF2-40B4-BE49-F238E27FC236}">
                <a16:creationId xmlns:a16="http://schemas.microsoft.com/office/drawing/2014/main" id="{38EB8B05-1295-4FBE-8D2F-3BFEB534AE51}"/>
              </a:ext>
            </a:extLst>
          </p:cNvPr>
          <p:cNvSpPr>
            <a:spLocks noGrp="1"/>
          </p:cNvSpPr>
          <p:nvPr>
            <p:ph type="body" sz="quarter" idx="29"/>
          </p:nvPr>
        </p:nvSpPr>
        <p:spPr>
          <a:xfrm>
            <a:off x="6638114" y="662159"/>
            <a:ext cx="4883669" cy="412363"/>
          </a:xfrm>
          <a:prstGeom prst="rect">
            <a:avLst/>
          </a:prstGeom>
          <a:noFill/>
        </p:spPr>
        <p:txBody>
          <a:bodyPr anchor="ctr">
            <a:noAutofit/>
          </a:bodyPr>
          <a:lstStyle>
            <a:lvl1pPr algn="l">
              <a:lnSpc>
                <a:spcPts val="3000"/>
              </a:lnSpc>
              <a:defRPr sz="2000" b="0">
                <a:solidFill>
                  <a:srgbClr val="12ABDB"/>
                </a:solidFill>
              </a:defRPr>
            </a:lvl1pPr>
            <a:lvl2pPr>
              <a:defRPr sz="1400"/>
            </a:lvl2pPr>
            <a:lvl3pPr>
              <a:defRPr sz="1200"/>
            </a:lvl3pPr>
            <a:lvl4pPr>
              <a:defRPr sz="1100"/>
            </a:lvl4pPr>
            <a:lvl5pPr>
              <a:defRPr sz="1100"/>
            </a:lvl5pPr>
          </a:lstStyle>
          <a:p>
            <a:pPr lvl="0"/>
            <a:r>
              <a:rPr lang="en-US"/>
              <a:t>Click to edit Master text styles</a:t>
            </a:r>
          </a:p>
        </p:txBody>
      </p:sp>
      <p:sp>
        <p:nvSpPr>
          <p:cNvPr id="16" name="Text Placeholder 4">
            <a:extLst>
              <a:ext uri="{FF2B5EF4-FFF2-40B4-BE49-F238E27FC236}">
                <a16:creationId xmlns:a16="http://schemas.microsoft.com/office/drawing/2014/main" id="{89F369BB-997D-4351-8E94-506F593BC826}"/>
              </a:ext>
            </a:extLst>
          </p:cNvPr>
          <p:cNvSpPr>
            <a:spLocks noGrp="1"/>
          </p:cNvSpPr>
          <p:nvPr>
            <p:ph type="body" sz="quarter" idx="30"/>
          </p:nvPr>
        </p:nvSpPr>
        <p:spPr>
          <a:xfrm>
            <a:off x="6638114" y="4221110"/>
            <a:ext cx="4883669" cy="412363"/>
          </a:xfrm>
          <a:prstGeom prst="rect">
            <a:avLst/>
          </a:prstGeom>
          <a:noFill/>
        </p:spPr>
        <p:txBody>
          <a:bodyPr anchor="ctr">
            <a:noAutofit/>
          </a:bodyPr>
          <a:lstStyle>
            <a:lvl1pPr algn="l">
              <a:lnSpc>
                <a:spcPts val="3000"/>
              </a:lnSpc>
              <a:defRPr sz="2000" b="0">
                <a:solidFill>
                  <a:srgbClr val="12ABDB"/>
                </a:solidFill>
              </a:defRPr>
            </a:lvl1pPr>
            <a:lvl2pPr>
              <a:defRPr sz="1400"/>
            </a:lvl2pPr>
            <a:lvl3pPr>
              <a:defRPr sz="1200"/>
            </a:lvl3pPr>
            <a:lvl4pPr>
              <a:defRPr sz="1100"/>
            </a:lvl4pPr>
            <a:lvl5pPr>
              <a:defRPr sz="1100"/>
            </a:lvl5pPr>
          </a:lstStyle>
          <a:p>
            <a:pPr lvl="0"/>
            <a:r>
              <a:rPr lang="en-US"/>
              <a:t>Click to edit Master text styles</a:t>
            </a:r>
          </a:p>
        </p:txBody>
      </p:sp>
      <p:sp>
        <p:nvSpPr>
          <p:cNvPr id="17" name="Text Placeholder 7">
            <a:extLst>
              <a:ext uri="{FF2B5EF4-FFF2-40B4-BE49-F238E27FC236}">
                <a16:creationId xmlns:a16="http://schemas.microsoft.com/office/drawing/2014/main" id="{1DC896E0-16D3-438F-B293-ED80E1183A74}"/>
              </a:ext>
            </a:extLst>
          </p:cNvPr>
          <p:cNvSpPr>
            <a:spLocks noGrp="1"/>
          </p:cNvSpPr>
          <p:nvPr>
            <p:ph type="body" sz="quarter" idx="31"/>
          </p:nvPr>
        </p:nvSpPr>
        <p:spPr>
          <a:xfrm>
            <a:off x="6638113" y="4810699"/>
            <a:ext cx="4883670" cy="1717101"/>
          </a:xfrm>
          <a:prstGeom prst="rect">
            <a:avLst/>
          </a:prstGeom>
        </p:spPr>
        <p:txBody>
          <a:bodyPr>
            <a:noAutofit/>
          </a:bodyPr>
          <a:lstStyle>
            <a:lvl1pPr>
              <a:lnSpc>
                <a:spcPts val="1600"/>
              </a:lnSpc>
              <a:defRPr sz="1400"/>
            </a:lvl1pPr>
            <a:lvl2pPr marL="173038" indent="-168275">
              <a:lnSpc>
                <a:spcPts val="1400"/>
              </a:lnSpc>
              <a:defRPr sz="1200"/>
            </a:lvl2pPr>
            <a:lvl3pPr marL="347663" indent="-174625">
              <a:lnSpc>
                <a:spcPts val="1200"/>
              </a:lnSpc>
              <a:defRPr sz="1100"/>
            </a:lvl3pPr>
            <a:lvl4pPr marL="404813" indent="-115888">
              <a:lnSpc>
                <a:spcPts val="1100"/>
              </a:lnSpc>
              <a:defRPr sz="1000"/>
            </a:lvl4pPr>
            <a:lvl5pPr>
              <a:lnSpc>
                <a:spcPct val="100000"/>
              </a:lnSpc>
              <a:defRPr sz="12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Text Placeholder 7">
            <a:extLst>
              <a:ext uri="{FF2B5EF4-FFF2-40B4-BE49-F238E27FC236}">
                <a16:creationId xmlns:a16="http://schemas.microsoft.com/office/drawing/2014/main" id="{766AF42E-C565-4CFD-A0C6-69ADC5ED724D}"/>
              </a:ext>
            </a:extLst>
          </p:cNvPr>
          <p:cNvSpPr>
            <a:spLocks noGrp="1"/>
          </p:cNvSpPr>
          <p:nvPr>
            <p:ph type="body" sz="quarter" idx="32"/>
          </p:nvPr>
        </p:nvSpPr>
        <p:spPr>
          <a:xfrm>
            <a:off x="6638113" y="1265729"/>
            <a:ext cx="1981648" cy="1058371"/>
          </a:xfrm>
          <a:prstGeom prst="rect">
            <a:avLst/>
          </a:prstGeom>
        </p:spPr>
        <p:txBody>
          <a:bodyPr>
            <a:noAutofit/>
          </a:bodyPr>
          <a:lstStyle>
            <a:lvl1pPr>
              <a:lnSpc>
                <a:spcPts val="1400"/>
              </a:lnSpc>
              <a:defRPr sz="1200"/>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a:t>Click to edit Master text styles</a:t>
            </a:r>
          </a:p>
        </p:txBody>
      </p:sp>
      <p:sp>
        <p:nvSpPr>
          <p:cNvPr id="19" name="Text Placeholder 7">
            <a:extLst>
              <a:ext uri="{FF2B5EF4-FFF2-40B4-BE49-F238E27FC236}">
                <a16:creationId xmlns:a16="http://schemas.microsoft.com/office/drawing/2014/main" id="{FEEE7B4B-7781-4178-8912-CB53DC7910B1}"/>
              </a:ext>
            </a:extLst>
          </p:cNvPr>
          <p:cNvSpPr>
            <a:spLocks noGrp="1"/>
          </p:cNvSpPr>
          <p:nvPr>
            <p:ph type="body" sz="quarter" idx="33"/>
          </p:nvPr>
        </p:nvSpPr>
        <p:spPr>
          <a:xfrm>
            <a:off x="9473096" y="1265729"/>
            <a:ext cx="1981648" cy="1058371"/>
          </a:xfrm>
          <a:prstGeom prst="rect">
            <a:avLst/>
          </a:prstGeom>
        </p:spPr>
        <p:txBody>
          <a:bodyPr>
            <a:noAutofit/>
          </a:bodyPr>
          <a:lstStyle>
            <a:lvl1pPr>
              <a:lnSpc>
                <a:spcPts val="1400"/>
              </a:lnSpc>
              <a:defRPr sz="1200"/>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a:t>Click to edit Master text styles</a:t>
            </a:r>
          </a:p>
        </p:txBody>
      </p:sp>
      <p:sp>
        <p:nvSpPr>
          <p:cNvPr id="20" name="Text Placeholder 7">
            <a:extLst>
              <a:ext uri="{FF2B5EF4-FFF2-40B4-BE49-F238E27FC236}">
                <a16:creationId xmlns:a16="http://schemas.microsoft.com/office/drawing/2014/main" id="{65D71B9F-4F61-41D4-A7CC-FD63E71DC5A6}"/>
              </a:ext>
            </a:extLst>
          </p:cNvPr>
          <p:cNvSpPr>
            <a:spLocks noGrp="1"/>
          </p:cNvSpPr>
          <p:nvPr>
            <p:ph type="body" sz="quarter" idx="34"/>
          </p:nvPr>
        </p:nvSpPr>
        <p:spPr>
          <a:xfrm>
            <a:off x="6638113" y="2455544"/>
            <a:ext cx="1981648" cy="1058371"/>
          </a:xfrm>
          <a:prstGeom prst="rect">
            <a:avLst/>
          </a:prstGeom>
        </p:spPr>
        <p:txBody>
          <a:bodyPr>
            <a:noAutofit/>
          </a:bodyPr>
          <a:lstStyle>
            <a:lvl1pPr>
              <a:lnSpc>
                <a:spcPts val="1400"/>
              </a:lnSpc>
              <a:defRPr sz="1200"/>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a:t>Click to edit Master text styles</a:t>
            </a:r>
          </a:p>
        </p:txBody>
      </p:sp>
      <p:sp>
        <p:nvSpPr>
          <p:cNvPr id="21" name="Text Placeholder 7">
            <a:extLst>
              <a:ext uri="{FF2B5EF4-FFF2-40B4-BE49-F238E27FC236}">
                <a16:creationId xmlns:a16="http://schemas.microsoft.com/office/drawing/2014/main" id="{1BD170B4-C089-4F45-8016-02293706DE36}"/>
              </a:ext>
            </a:extLst>
          </p:cNvPr>
          <p:cNvSpPr>
            <a:spLocks noGrp="1"/>
          </p:cNvSpPr>
          <p:nvPr>
            <p:ph type="body" sz="quarter" idx="35"/>
          </p:nvPr>
        </p:nvSpPr>
        <p:spPr>
          <a:xfrm>
            <a:off x="9473096" y="2455544"/>
            <a:ext cx="1981648" cy="1058371"/>
          </a:xfrm>
          <a:prstGeom prst="rect">
            <a:avLst/>
          </a:prstGeom>
        </p:spPr>
        <p:txBody>
          <a:bodyPr>
            <a:noAutofit/>
          </a:bodyPr>
          <a:lstStyle>
            <a:lvl1pPr>
              <a:lnSpc>
                <a:spcPts val="1400"/>
              </a:lnSpc>
              <a:defRPr sz="1200"/>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a:t>Click to edit Master text styles</a:t>
            </a:r>
          </a:p>
        </p:txBody>
      </p:sp>
      <p:sp>
        <p:nvSpPr>
          <p:cNvPr id="22" name="Freeform: Shape 21">
            <a:extLst>
              <a:ext uri="{FF2B5EF4-FFF2-40B4-BE49-F238E27FC236}">
                <a16:creationId xmlns:a16="http://schemas.microsoft.com/office/drawing/2014/main" id="{E1D38B64-120F-4B33-BFE3-9536C55688C0}"/>
              </a:ext>
            </a:extLst>
          </p:cNvPr>
          <p:cNvSpPr>
            <a:spLocks/>
          </p:cNvSpPr>
          <p:nvPr userDrawn="1"/>
        </p:nvSpPr>
        <p:spPr bwMode="auto">
          <a:xfrm>
            <a:off x="0" y="0"/>
            <a:ext cx="6314264" cy="6858000"/>
          </a:xfrm>
          <a:custGeom>
            <a:avLst/>
            <a:gdLst>
              <a:gd name="connsiteX0" fmla="*/ 0 w 6314264"/>
              <a:gd name="connsiteY0" fmla="*/ 0 h 6850062"/>
              <a:gd name="connsiteX1" fmla="*/ 2371778 w 6314264"/>
              <a:gd name="connsiteY1" fmla="*/ 0 h 6850062"/>
              <a:gd name="connsiteX2" fmla="*/ 5821131 w 6314264"/>
              <a:gd name="connsiteY2" fmla="*/ 4462172 h 6850062"/>
              <a:gd name="connsiteX3" fmla="*/ 5967979 w 6314264"/>
              <a:gd name="connsiteY3" fmla="*/ 6737018 h 6850062"/>
              <a:gd name="connsiteX4" fmla="*/ 5901053 w 6314264"/>
              <a:gd name="connsiteY4" fmla="*/ 6850062 h 6850062"/>
              <a:gd name="connsiteX5" fmla="*/ 0 w 6314264"/>
              <a:gd name="connsiteY5" fmla="*/ 6850062 h 6850062"/>
              <a:gd name="connsiteX6" fmla="*/ 0 w 6314264"/>
              <a:gd name="connsiteY6" fmla="*/ 6791481 h 6850062"/>
              <a:gd name="connsiteX7" fmla="*/ 0 w 6314264"/>
              <a:gd name="connsiteY7" fmla="*/ 0 h 6850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14264" h="6850062">
                <a:moveTo>
                  <a:pt x="0" y="0"/>
                </a:moveTo>
                <a:cubicBezTo>
                  <a:pt x="0" y="0"/>
                  <a:pt x="0" y="0"/>
                  <a:pt x="2371778" y="0"/>
                </a:cubicBezTo>
                <a:cubicBezTo>
                  <a:pt x="2402328" y="4520519"/>
                  <a:pt x="6334924" y="5918074"/>
                  <a:pt x="5821131" y="4462172"/>
                </a:cubicBezTo>
                <a:cubicBezTo>
                  <a:pt x="6272436" y="4633046"/>
                  <a:pt x="6588349" y="5598554"/>
                  <a:pt x="5967979" y="6737018"/>
                </a:cubicBezTo>
                <a:lnTo>
                  <a:pt x="5901053" y="6850062"/>
                </a:lnTo>
                <a:lnTo>
                  <a:pt x="0" y="6850062"/>
                </a:lnTo>
                <a:lnTo>
                  <a:pt x="0" y="6791481"/>
                </a:lnTo>
                <a:cubicBezTo>
                  <a:pt x="0" y="5305461"/>
                  <a:pt x="0" y="3143977"/>
                  <a:pt x="0" y="0"/>
                </a:cubicBezTo>
                <a:close/>
              </a:path>
            </a:pathLst>
          </a:custGeom>
          <a:solidFill>
            <a:srgbClr val="2C00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pt-PT">
              <a:solidFill>
                <a:srgbClr val="000000"/>
              </a:solidFill>
            </a:endParaRPr>
          </a:p>
        </p:txBody>
      </p:sp>
      <p:sp>
        <p:nvSpPr>
          <p:cNvPr id="23" name="Freeform 26">
            <a:extLst>
              <a:ext uri="{FF2B5EF4-FFF2-40B4-BE49-F238E27FC236}">
                <a16:creationId xmlns:a16="http://schemas.microsoft.com/office/drawing/2014/main" id="{B017E329-98D6-4441-B449-FBAD88FAA377}"/>
              </a:ext>
            </a:extLst>
          </p:cNvPr>
          <p:cNvSpPr>
            <a:spLocks/>
          </p:cNvSpPr>
          <p:nvPr userDrawn="1"/>
        </p:nvSpPr>
        <p:spPr bwMode="auto">
          <a:xfrm>
            <a:off x="5688408" y="4703082"/>
            <a:ext cx="414338" cy="339383"/>
          </a:xfrm>
          <a:custGeom>
            <a:avLst/>
            <a:gdLst>
              <a:gd name="T0" fmla="*/ 99 w 149"/>
              <a:gd name="T1" fmla="*/ 85 h 122"/>
              <a:gd name="T2" fmla="*/ 149 w 149"/>
              <a:gd name="T3" fmla="*/ 34 h 122"/>
              <a:gd name="T4" fmla="*/ 112 w 149"/>
              <a:gd name="T5" fmla="*/ 0 h 122"/>
              <a:gd name="T6" fmla="*/ 39 w 149"/>
              <a:gd name="T7" fmla="*/ 78 h 122"/>
              <a:gd name="T8" fmla="*/ 0 w 149"/>
              <a:gd name="T9" fmla="*/ 114 h 122"/>
              <a:gd name="T10" fmla="*/ 29 w 149"/>
              <a:gd name="T11" fmla="*/ 122 h 122"/>
              <a:gd name="T12" fmla="*/ 99 w 149"/>
              <a:gd name="T13" fmla="*/ 99 h 122"/>
              <a:gd name="T14" fmla="*/ 64 w 149"/>
              <a:gd name="T15" fmla="*/ 68 h 122"/>
              <a:gd name="T16" fmla="*/ 99 w 149"/>
              <a:gd name="T17" fmla="*/ 85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9" h="122">
                <a:moveTo>
                  <a:pt x="99" y="85"/>
                </a:moveTo>
                <a:cubicBezTo>
                  <a:pt x="127" y="85"/>
                  <a:pt x="149" y="62"/>
                  <a:pt x="149" y="34"/>
                </a:cubicBezTo>
                <a:cubicBezTo>
                  <a:pt x="147" y="22"/>
                  <a:pt x="143" y="0"/>
                  <a:pt x="112" y="0"/>
                </a:cubicBezTo>
                <a:cubicBezTo>
                  <a:pt x="78" y="0"/>
                  <a:pt x="67" y="48"/>
                  <a:pt x="39" y="78"/>
                </a:cubicBezTo>
                <a:cubicBezTo>
                  <a:pt x="37" y="96"/>
                  <a:pt x="20" y="111"/>
                  <a:pt x="0" y="114"/>
                </a:cubicBezTo>
                <a:cubicBezTo>
                  <a:pt x="5" y="119"/>
                  <a:pt x="16" y="122"/>
                  <a:pt x="29" y="122"/>
                </a:cubicBezTo>
                <a:cubicBezTo>
                  <a:pt x="54" y="122"/>
                  <a:pt x="84" y="115"/>
                  <a:pt x="99" y="99"/>
                </a:cubicBezTo>
                <a:cubicBezTo>
                  <a:pt x="78" y="100"/>
                  <a:pt x="65" y="86"/>
                  <a:pt x="64" y="68"/>
                </a:cubicBezTo>
                <a:cubicBezTo>
                  <a:pt x="74" y="80"/>
                  <a:pt x="85" y="85"/>
                  <a:pt x="99" y="85"/>
                </a:cubicBezTo>
              </a:path>
            </a:pathLst>
          </a:custGeom>
          <a:solidFill>
            <a:srgbClr val="00B9E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pt-PT" b="1">
              <a:solidFill>
                <a:srgbClr val="000000"/>
              </a:solidFill>
            </a:endParaRPr>
          </a:p>
        </p:txBody>
      </p:sp>
      <p:sp>
        <p:nvSpPr>
          <p:cNvPr id="24" name="Freeform 27">
            <a:extLst>
              <a:ext uri="{FF2B5EF4-FFF2-40B4-BE49-F238E27FC236}">
                <a16:creationId xmlns:a16="http://schemas.microsoft.com/office/drawing/2014/main" id="{8015E310-A729-4C80-936F-71D663EE6DA7}"/>
              </a:ext>
            </a:extLst>
          </p:cNvPr>
          <p:cNvSpPr>
            <a:spLocks/>
          </p:cNvSpPr>
          <p:nvPr userDrawn="1"/>
        </p:nvSpPr>
        <p:spPr bwMode="auto">
          <a:xfrm>
            <a:off x="5471869" y="4458435"/>
            <a:ext cx="630877" cy="536142"/>
          </a:xfrm>
          <a:custGeom>
            <a:avLst/>
            <a:gdLst>
              <a:gd name="T0" fmla="*/ 227 w 227"/>
              <a:gd name="T1" fmla="*/ 120 h 193"/>
              <a:gd name="T2" fmla="*/ 188 w 227"/>
              <a:gd name="T3" fmla="*/ 40 h 193"/>
              <a:gd name="T4" fmla="*/ 127 w 227"/>
              <a:gd name="T5" fmla="*/ 3 h 193"/>
              <a:gd name="T6" fmla="*/ 122 w 227"/>
              <a:gd name="T7" fmla="*/ 0 h 193"/>
              <a:gd name="T8" fmla="*/ 122 w 227"/>
              <a:gd name="T9" fmla="*/ 0 h 193"/>
              <a:gd name="T10" fmla="*/ 0 w 227"/>
              <a:gd name="T11" fmla="*/ 125 h 193"/>
              <a:gd name="T12" fmla="*/ 42 w 227"/>
              <a:gd name="T13" fmla="*/ 187 h 193"/>
              <a:gd name="T14" fmla="*/ 85 w 227"/>
              <a:gd name="T15" fmla="*/ 188 h 193"/>
              <a:gd name="T16" fmla="*/ 117 w 227"/>
              <a:gd name="T17" fmla="*/ 166 h 193"/>
              <a:gd name="T18" fmla="*/ 190 w 227"/>
              <a:gd name="T19" fmla="*/ 88 h 193"/>
              <a:gd name="T20" fmla="*/ 227 w 227"/>
              <a:gd name="T21" fmla="*/ 122 h 193"/>
              <a:gd name="T22" fmla="*/ 227 w 227"/>
              <a:gd name="T23" fmla="*/ 120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7" h="193">
                <a:moveTo>
                  <a:pt x="227" y="120"/>
                </a:moveTo>
                <a:cubicBezTo>
                  <a:pt x="226" y="89"/>
                  <a:pt x="211" y="62"/>
                  <a:pt x="188" y="40"/>
                </a:cubicBezTo>
                <a:cubicBezTo>
                  <a:pt x="170" y="24"/>
                  <a:pt x="149" y="12"/>
                  <a:pt x="127" y="3"/>
                </a:cubicBezTo>
                <a:cubicBezTo>
                  <a:pt x="125" y="2"/>
                  <a:pt x="123" y="1"/>
                  <a:pt x="122" y="0"/>
                </a:cubicBezTo>
                <a:cubicBezTo>
                  <a:pt x="122" y="0"/>
                  <a:pt x="122" y="0"/>
                  <a:pt x="122" y="0"/>
                </a:cubicBezTo>
                <a:cubicBezTo>
                  <a:pt x="94" y="33"/>
                  <a:pt x="0" y="57"/>
                  <a:pt x="0" y="125"/>
                </a:cubicBezTo>
                <a:cubicBezTo>
                  <a:pt x="0" y="152"/>
                  <a:pt x="17" y="177"/>
                  <a:pt x="42" y="187"/>
                </a:cubicBezTo>
                <a:cubicBezTo>
                  <a:pt x="56" y="193"/>
                  <a:pt x="71" y="193"/>
                  <a:pt x="85" y="188"/>
                </a:cubicBezTo>
                <a:cubicBezTo>
                  <a:pt x="98" y="184"/>
                  <a:pt x="108" y="176"/>
                  <a:pt x="117" y="166"/>
                </a:cubicBezTo>
                <a:cubicBezTo>
                  <a:pt x="145" y="136"/>
                  <a:pt x="156" y="88"/>
                  <a:pt x="190" y="88"/>
                </a:cubicBezTo>
                <a:cubicBezTo>
                  <a:pt x="221" y="88"/>
                  <a:pt x="225" y="110"/>
                  <a:pt x="227" y="122"/>
                </a:cubicBezTo>
                <a:cubicBezTo>
                  <a:pt x="227" y="122"/>
                  <a:pt x="227" y="121"/>
                  <a:pt x="227" y="120"/>
                </a:cubicBezTo>
              </a:path>
            </a:pathLst>
          </a:custGeom>
          <a:solidFill>
            <a:srgbClr val="007DB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pt-PT" b="1">
              <a:solidFill>
                <a:srgbClr val="000000"/>
              </a:solidFill>
            </a:endParaRPr>
          </a:p>
        </p:txBody>
      </p:sp>
      <p:sp>
        <p:nvSpPr>
          <p:cNvPr id="25" name="Text Placeholder 7">
            <a:extLst>
              <a:ext uri="{FF2B5EF4-FFF2-40B4-BE49-F238E27FC236}">
                <a16:creationId xmlns:a16="http://schemas.microsoft.com/office/drawing/2014/main" id="{BBB56F29-6918-4BD4-9377-61503A926466}"/>
              </a:ext>
            </a:extLst>
          </p:cNvPr>
          <p:cNvSpPr>
            <a:spLocks noGrp="1"/>
          </p:cNvSpPr>
          <p:nvPr>
            <p:ph type="body" sz="quarter" idx="36"/>
          </p:nvPr>
        </p:nvSpPr>
        <p:spPr>
          <a:xfrm>
            <a:off x="412692" y="4869077"/>
            <a:ext cx="3344087" cy="1088820"/>
          </a:xfrm>
          <a:prstGeom prst="rect">
            <a:avLst/>
          </a:prstGeom>
        </p:spPr>
        <p:txBody>
          <a:bodyPr anchor="b">
            <a:noAutofit/>
          </a:bodyPr>
          <a:lstStyle>
            <a:lvl1pPr>
              <a:lnSpc>
                <a:spcPts val="1600"/>
              </a:lnSpc>
              <a:spcAft>
                <a:spcPts val="0"/>
              </a:spcAft>
              <a:defRPr sz="140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a:t>Click to edit Master text styles</a:t>
            </a:r>
          </a:p>
        </p:txBody>
      </p:sp>
      <p:cxnSp>
        <p:nvCxnSpPr>
          <p:cNvPr id="28"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3283674" y="6587911"/>
            <a:ext cx="0" cy="155576"/>
          </a:xfrm>
          <a:prstGeom prst="line">
            <a:avLst/>
          </a:prstGeom>
          <a:solidFill>
            <a:schemeClr val="tx1"/>
          </a:solidFill>
          <a:ln w="12700" cap="rnd">
            <a:solidFill>
              <a:schemeClr val="bg1"/>
            </a:solidFill>
            <a:round/>
          </a:ln>
        </p:spPr>
        <p:style>
          <a:lnRef idx="1">
            <a:schemeClr val="accent1"/>
          </a:lnRef>
          <a:fillRef idx="0">
            <a:schemeClr val="accent1"/>
          </a:fillRef>
          <a:effectRef idx="0">
            <a:schemeClr val="accent1"/>
          </a:effectRef>
          <a:fontRef idx="minor">
            <a:schemeClr val="tx1"/>
          </a:fontRef>
        </p:style>
      </p:cxnSp>
      <p:sp>
        <p:nvSpPr>
          <p:cNvPr id="5" name="Date Placeholder 4"/>
          <p:cNvSpPr>
            <a:spLocks noGrp="1"/>
          </p:cNvSpPr>
          <p:nvPr>
            <p:ph type="dt" sz="half" idx="37"/>
          </p:nvPr>
        </p:nvSpPr>
        <p:spPr>
          <a:xfrm>
            <a:off x="407988" y="6555971"/>
            <a:ext cx="2829007" cy="219456"/>
          </a:xfrm>
          <a:prstGeom prst="rect">
            <a:avLst/>
          </a:prstGeom>
        </p:spPr>
        <p:txBody>
          <a:bodyPr/>
          <a:lstStyle>
            <a:lvl1pPr>
              <a:defRPr>
                <a:solidFill>
                  <a:schemeClr val="bg1"/>
                </a:solidFill>
              </a:defRPr>
            </a:lvl1pPr>
          </a:lstStyle>
          <a:p>
            <a:pPr>
              <a:lnSpc>
                <a:spcPct val="85000"/>
              </a:lnSpc>
            </a:pPr>
            <a:fld id="{E71B3F13-6A04-4330-AF35-842E247C2675}" type="datetime1">
              <a:rPr lang="en-GB" smtClean="0">
                <a:solidFill>
                  <a:prstClr val="white"/>
                </a:solidFill>
              </a:rPr>
              <a:pPr>
                <a:lnSpc>
                  <a:spcPct val="85000"/>
                </a:lnSpc>
              </a:pPr>
              <a:t>18/12/2020</a:t>
            </a:fld>
            <a:endParaRPr lang="en-US" dirty="0">
              <a:solidFill>
                <a:prstClr val="white"/>
              </a:solidFill>
            </a:endParaRPr>
          </a:p>
        </p:txBody>
      </p:sp>
      <p:sp>
        <p:nvSpPr>
          <p:cNvPr id="6" name="Footer Placeholder 5"/>
          <p:cNvSpPr>
            <a:spLocks noGrp="1"/>
          </p:cNvSpPr>
          <p:nvPr>
            <p:ph type="ftr" sz="quarter" idx="38"/>
          </p:nvPr>
        </p:nvSpPr>
        <p:spPr>
          <a:xfrm>
            <a:off x="9324107" y="6555758"/>
            <a:ext cx="2223686" cy="219456"/>
          </a:xfrm>
          <a:prstGeom prst="rect">
            <a:avLst/>
          </a:prstGeom>
        </p:spPr>
        <p:txBody>
          <a:bodyPr/>
          <a:lstStyle/>
          <a:p>
            <a:r>
              <a:rPr lang="en-US" dirty="0">
                <a:solidFill>
                  <a:srgbClr val="EDEDED">
                    <a:lumMod val="50000"/>
                  </a:srgbClr>
                </a:solidFill>
              </a:rPr>
              <a:t>Slide # </a:t>
            </a:r>
          </a:p>
        </p:txBody>
      </p:sp>
      <p:sp>
        <p:nvSpPr>
          <p:cNvPr id="7" name="Slide Number Placeholder 6"/>
          <p:cNvSpPr>
            <a:spLocks noGrp="1"/>
          </p:cNvSpPr>
          <p:nvPr>
            <p:ph type="sldNum" sz="quarter" idx="39"/>
          </p:nvPr>
        </p:nvSpPr>
        <p:spPr>
          <a:xfrm>
            <a:off x="11784013" y="6555758"/>
            <a:ext cx="123754" cy="215444"/>
          </a:xfrm>
          <a:prstGeom prst="rect">
            <a:avLst/>
          </a:prstGeom>
        </p:spPr>
        <p:txBody>
          <a:bodyPr/>
          <a:lstStyle/>
          <a:p>
            <a:fld id="{DD205EFF-948D-4AF6-B54C-65639188FB5F}" type="slidenum">
              <a:rPr lang="en-US">
                <a:solidFill>
                  <a:srgbClr val="EDEDED">
                    <a:lumMod val="50000"/>
                  </a:srgbClr>
                </a:solidFill>
              </a:rPr>
              <a:pPr/>
              <a:t>‹#›</a:t>
            </a:fld>
            <a:endParaRPr lang="en-US" dirty="0">
              <a:solidFill>
                <a:srgbClr val="EDEDED">
                  <a:lumMod val="50000"/>
                </a:srgbClr>
              </a:solidFill>
            </a:endParaRPr>
          </a:p>
        </p:txBody>
      </p:sp>
    </p:spTree>
    <p:extLst>
      <p:ext uri="{BB962C8B-B14F-4D97-AF65-F5344CB8AC3E}">
        <p14:creationId xmlns:p14="http://schemas.microsoft.com/office/powerpoint/2010/main" val="1371251363"/>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2_Text with Shapes - Layout4">
    <p:bg>
      <p:bgRef idx="1001">
        <a:schemeClr val="bg1"/>
      </p:bgRef>
    </p:bg>
    <p:spTree>
      <p:nvGrpSpPr>
        <p:cNvPr id="1" name=""/>
        <p:cNvGrpSpPr/>
        <p:nvPr/>
      </p:nvGrpSpPr>
      <p:grpSpPr>
        <a:xfrm>
          <a:off x="0" y="0"/>
          <a:ext cx="0" cy="0"/>
          <a:chOff x="0" y="0"/>
          <a:chExt cx="0" cy="0"/>
        </a:xfrm>
      </p:grpSpPr>
      <p:graphicFrame>
        <p:nvGraphicFramePr>
          <p:cNvPr id="9" name="Object 8" hidden="1"/>
          <p:cNvGraphicFramePr>
            <a:graphicFrameLocks noChangeAspect="1"/>
          </p:cNvGraphicFramePr>
          <p:nvPr userDrawn="1">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35599"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8" name="Freeform 5"/>
          <p:cNvSpPr>
            <a:spLocks/>
          </p:cNvSpPr>
          <p:nvPr userDrawn="1"/>
        </p:nvSpPr>
        <p:spPr bwMode="auto">
          <a:xfrm>
            <a:off x="1" y="1"/>
            <a:ext cx="6728158" cy="6238418"/>
          </a:xfrm>
          <a:custGeom>
            <a:avLst/>
            <a:gdLst>
              <a:gd name="T0" fmla="*/ 1 w 2122"/>
              <a:gd name="T1" fmla="*/ 0 h 1967"/>
              <a:gd name="T2" fmla="*/ 1662 w 2122"/>
              <a:gd name="T3" fmla="*/ 0 h 1967"/>
              <a:gd name="T4" fmla="*/ 1669 w 2122"/>
              <a:gd name="T5" fmla="*/ 9 h 1967"/>
              <a:gd name="T6" fmla="*/ 1815 w 2122"/>
              <a:gd name="T7" fmla="*/ 158 h 1967"/>
              <a:gd name="T8" fmla="*/ 2031 w 2122"/>
              <a:gd name="T9" fmla="*/ 451 h 1967"/>
              <a:gd name="T10" fmla="*/ 2116 w 2122"/>
              <a:gd name="T11" fmla="*/ 718 h 1967"/>
              <a:gd name="T12" fmla="*/ 2073 w 2122"/>
              <a:gd name="T13" fmla="*/ 955 h 1967"/>
              <a:gd name="T14" fmla="*/ 1898 w 2122"/>
              <a:gd name="T15" fmla="*/ 1179 h 1967"/>
              <a:gd name="T16" fmla="*/ 1659 w 2122"/>
              <a:gd name="T17" fmla="*/ 1351 h 1967"/>
              <a:gd name="T18" fmla="*/ 1314 w 2122"/>
              <a:gd name="T19" fmla="*/ 1534 h 1967"/>
              <a:gd name="T20" fmla="*/ 1001 w 2122"/>
              <a:gd name="T21" fmla="*/ 1698 h 1967"/>
              <a:gd name="T22" fmla="*/ 833 w 2122"/>
              <a:gd name="T23" fmla="*/ 1819 h 1967"/>
              <a:gd name="T24" fmla="*/ 761 w 2122"/>
              <a:gd name="T25" fmla="*/ 1934 h 1967"/>
              <a:gd name="T26" fmla="*/ 752 w 2122"/>
              <a:gd name="T27" fmla="*/ 1942 h 1967"/>
              <a:gd name="T28" fmla="*/ 582 w 2122"/>
              <a:gd name="T29" fmla="*/ 1963 h 1967"/>
              <a:gd name="T30" fmla="*/ 409 w 2122"/>
              <a:gd name="T31" fmla="*/ 1910 h 1967"/>
              <a:gd name="T32" fmla="*/ 243 w 2122"/>
              <a:gd name="T33" fmla="*/ 1757 h 1967"/>
              <a:gd name="T34" fmla="*/ 98 w 2122"/>
              <a:gd name="T35" fmla="*/ 1476 h 1967"/>
              <a:gd name="T36" fmla="*/ 13 w 2122"/>
              <a:gd name="T37" fmla="*/ 1161 h 1967"/>
              <a:gd name="T38" fmla="*/ 1 w 2122"/>
              <a:gd name="T39" fmla="*/ 1063 h 1967"/>
              <a:gd name="T40" fmla="*/ 1 w 2122"/>
              <a:gd name="T41" fmla="*/ 16 h 1967"/>
              <a:gd name="T42" fmla="*/ 1 w 2122"/>
              <a:gd name="T43" fmla="*/ 0 h 19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122" h="1967">
                <a:moveTo>
                  <a:pt x="1" y="0"/>
                </a:moveTo>
                <a:cubicBezTo>
                  <a:pt x="555" y="0"/>
                  <a:pt x="1108" y="0"/>
                  <a:pt x="1662" y="0"/>
                </a:cubicBezTo>
                <a:cubicBezTo>
                  <a:pt x="1664" y="3"/>
                  <a:pt x="1666" y="6"/>
                  <a:pt x="1669" y="9"/>
                </a:cubicBezTo>
                <a:cubicBezTo>
                  <a:pt x="1718" y="59"/>
                  <a:pt x="1768" y="107"/>
                  <a:pt x="1815" y="158"/>
                </a:cubicBezTo>
                <a:cubicBezTo>
                  <a:pt x="1898" y="248"/>
                  <a:pt x="1973" y="344"/>
                  <a:pt x="2031" y="451"/>
                </a:cubicBezTo>
                <a:cubicBezTo>
                  <a:pt x="2076" y="535"/>
                  <a:pt x="2108" y="623"/>
                  <a:pt x="2116" y="718"/>
                </a:cubicBezTo>
                <a:cubicBezTo>
                  <a:pt x="2122" y="800"/>
                  <a:pt x="2108" y="880"/>
                  <a:pt x="2073" y="955"/>
                </a:cubicBezTo>
                <a:cubicBezTo>
                  <a:pt x="2032" y="1043"/>
                  <a:pt x="1970" y="1115"/>
                  <a:pt x="1898" y="1179"/>
                </a:cubicBezTo>
                <a:cubicBezTo>
                  <a:pt x="1825" y="1245"/>
                  <a:pt x="1743" y="1300"/>
                  <a:pt x="1659" y="1351"/>
                </a:cubicBezTo>
                <a:cubicBezTo>
                  <a:pt x="1547" y="1418"/>
                  <a:pt x="1431" y="1476"/>
                  <a:pt x="1314" y="1534"/>
                </a:cubicBezTo>
                <a:cubicBezTo>
                  <a:pt x="1209" y="1587"/>
                  <a:pt x="1102" y="1638"/>
                  <a:pt x="1001" y="1698"/>
                </a:cubicBezTo>
                <a:cubicBezTo>
                  <a:pt x="941" y="1733"/>
                  <a:pt x="883" y="1770"/>
                  <a:pt x="833" y="1819"/>
                </a:cubicBezTo>
                <a:cubicBezTo>
                  <a:pt x="800" y="1852"/>
                  <a:pt x="773" y="1888"/>
                  <a:pt x="761" y="1934"/>
                </a:cubicBezTo>
                <a:cubicBezTo>
                  <a:pt x="761" y="1937"/>
                  <a:pt x="755" y="1941"/>
                  <a:pt x="752" y="1942"/>
                </a:cubicBezTo>
                <a:cubicBezTo>
                  <a:pt x="696" y="1958"/>
                  <a:pt x="640" y="1967"/>
                  <a:pt x="582" y="1963"/>
                </a:cubicBezTo>
                <a:cubicBezTo>
                  <a:pt x="520" y="1958"/>
                  <a:pt x="463" y="1941"/>
                  <a:pt x="409" y="1910"/>
                </a:cubicBezTo>
                <a:cubicBezTo>
                  <a:pt x="342" y="1872"/>
                  <a:pt x="289" y="1818"/>
                  <a:pt x="243" y="1757"/>
                </a:cubicBezTo>
                <a:cubicBezTo>
                  <a:pt x="180" y="1671"/>
                  <a:pt x="134" y="1575"/>
                  <a:pt x="98" y="1476"/>
                </a:cubicBezTo>
                <a:cubicBezTo>
                  <a:pt x="60" y="1373"/>
                  <a:pt x="33" y="1268"/>
                  <a:pt x="13" y="1161"/>
                </a:cubicBezTo>
                <a:cubicBezTo>
                  <a:pt x="8" y="1128"/>
                  <a:pt x="1" y="1096"/>
                  <a:pt x="1" y="1063"/>
                </a:cubicBezTo>
                <a:cubicBezTo>
                  <a:pt x="0" y="714"/>
                  <a:pt x="1" y="365"/>
                  <a:pt x="1" y="16"/>
                </a:cubicBezTo>
                <a:cubicBezTo>
                  <a:pt x="1" y="11"/>
                  <a:pt x="1" y="6"/>
                  <a:pt x="1"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de-DE">
              <a:solidFill>
                <a:srgbClr val="000000"/>
              </a:solidFill>
            </a:endParaRPr>
          </a:p>
        </p:txBody>
      </p:sp>
      <p:sp>
        <p:nvSpPr>
          <p:cNvPr id="19" name="Text Placeholder 7">
            <a:extLst>
              <a:ext uri="{FF2B5EF4-FFF2-40B4-BE49-F238E27FC236}">
                <a16:creationId xmlns:a16="http://schemas.microsoft.com/office/drawing/2014/main" id="{F44B07A7-FBF2-491D-B0F6-7A5448F53F32}"/>
              </a:ext>
            </a:extLst>
          </p:cNvPr>
          <p:cNvSpPr>
            <a:spLocks noGrp="1"/>
          </p:cNvSpPr>
          <p:nvPr>
            <p:ph type="body" sz="quarter" idx="35" hasCustomPrompt="1"/>
          </p:nvPr>
        </p:nvSpPr>
        <p:spPr>
          <a:xfrm>
            <a:off x="407988" y="2439343"/>
            <a:ext cx="4940178" cy="1008112"/>
          </a:xfrm>
          <a:prstGeom prst="rect">
            <a:avLst/>
          </a:prstGeom>
        </p:spPr>
        <p:txBody>
          <a:bodyPr anchor="t">
            <a:noAutofit/>
          </a:bodyPr>
          <a:lstStyle>
            <a:lvl1pPr algn="l">
              <a:lnSpc>
                <a:spcPts val="1800"/>
              </a:lnSpc>
              <a:spcAft>
                <a:spcPts val="600"/>
              </a:spcAft>
              <a:defRPr sz="160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Click to insert text</a:t>
            </a:r>
          </a:p>
        </p:txBody>
      </p:sp>
      <p:sp>
        <p:nvSpPr>
          <p:cNvPr id="20" name="Text Placeholder 7">
            <a:extLst>
              <a:ext uri="{FF2B5EF4-FFF2-40B4-BE49-F238E27FC236}">
                <a16:creationId xmlns:a16="http://schemas.microsoft.com/office/drawing/2014/main" id="{6956FD36-565A-4468-BCC4-CB7785266950}"/>
              </a:ext>
            </a:extLst>
          </p:cNvPr>
          <p:cNvSpPr>
            <a:spLocks noGrp="1"/>
          </p:cNvSpPr>
          <p:nvPr>
            <p:ph type="body" sz="quarter" idx="36" hasCustomPrompt="1"/>
          </p:nvPr>
        </p:nvSpPr>
        <p:spPr>
          <a:xfrm>
            <a:off x="7896200" y="1404921"/>
            <a:ext cx="3887813" cy="524886"/>
          </a:xfrm>
          <a:prstGeom prst="rect">
            <a:avLst/>
          </a:prstGeom>
        </p:spPr>
        <p:txBody>
          <a:bodyPr anchor="ctr">
            <a:noAutofit/>
          </a:bodyPr>
          <a:lstStyle>
            <a:lvl1pPr algn="l">
              <a:lnSpc>
                <a:spcPts val="1600"/>
              </a:lnSpc>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Click to insert text</a:t>
            </a:r>
          </a:p>
        </p:txBody>
      </p:sp>
      <p:sp>
        <p:nvSpPr>
          <p:cNvPr id="21" name="Text Placeholder 7">
            <a:extLst>
              <a:ext uri="{FF2B5EF4-FFF2-40B4-BE49-F238E27FC236}">
                <a16:creationId xmlns:a16="http://schemas.microsoft.com/office/drawing/2014/main" id="{16278310-82AA-4E47-A510-E54DC245FB2B}"/>
              </a:ext>
            </a:extLst>
          </p:cNvPr>
          <p:cNvSpPr>
            <a:spLocks noGrp="1"/>
          </p:cNvSpPr>
          <p:nvPr>
            <p:ph type="body" sz="quarter" idx="37" hasCustomPrompt="1"/>
          </p:nvPr>
        </p:nvSpPr>
        <p:spPr>
          <a:xfrm>
            <a:off x="7896200" y="5918247"/>
            <a:ext cx="3887813" cy="524886"/>
          </a:xfrm>
          <a:prstGeom prst="rect">
            <a:avLst/>
          </a:prstGeom>
        </p:spPr>
        <p:txBody>
          <a:bodyPr anchor="ctr">
            <a:noAutofit/>
          </a:bodyPr>
          <a:lstStyle>
            <a:lvl1pPr algn="l">
              <a:lnSpc>
                <a:spcPts val="1600"/>
              </a:lnSpc>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Click to insert text</a:t>
            </a:r>
          </a:p>
        </p:txBody>
      </p:sp>
      <p:sp>
        <p:nvSpPr>
          <p:cNvPr id="22" name="Text Placeholder 7">
            <a:extLst>
              <a:ext uri="{FF2B5EF4-FFF2-40B4-BE49-F238E27FC236}">
                <a16:creationId xmlns:a16="http://schemas.microsoft.com/office/drawing/2014/main" id="{ABF327CC-2917-45F5-82B2-75A9F742E63A}"/>
              </a:ext>
            </a:extLst>
          </p:cNvPr>
          <p:cNvSpPr>
            <a:spLocks noGrp="1"/>
          </p:cNvSpPr>
          <p:nvPr>
            <p:ph type="body" sz="quarter" idx="38" hasCustomPrompt="1"/>
          </p:nvPr>
        </p:nvSpPr>
        <p:spPr>
          <a:xfrm>
            <a:off x="7896200" y="5015581"/>
            <a:ext cx="3887813" cy="524886"/>
          </a:xfrm>
          <a:prstGeom prst="rect">
            <a:avLst/>
          </a:prstGeom>
        </p:spPr>
        <p:txBody>
          <a:bodyPr anchor="ctr">
            <a:noAutofit/>
          </a:bodyPr>
          <a:lstStyle>
            <a:lvl1pPr algn="l">
              <a:lnSpc>
                <a:spcPts val="1600"/>
              </a:lnSpc>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Click to insert text</a:t>
            </a:r>
          </a:p>
        </p:txBody>
      </p:sp>
      <p:sp>
        <p:nvSpPr>
          <p:cNvPr id="23" name="Text Placeholder 7">
            <a:extLst>
              <a:ext uri="{FF2B5EF4-FFF2-40B4-BE49-F238E27FC236}">
                <a16:creationId xmlns:a16="http://schemas.microsoft.com/office/drawing/2014/main" id="{169195DA-4761-45A5-B68F-E20845F04F0C}"/>
              </a:ext>
            </a:extLst>
          </p:cNvPr>
          <p:cNvSpPr>
            <a:spLocks noGrp="1"/>
          </p:cNvSpPr>
          <p:nvPr>
            <p:ph type="body" sz="quarter" idx="39" hasCustomPrompt="1"/>
          </p:nvPr>
        </p:nvSpPr>
        <p:spPr>
          <a:xfrm>
            <a:off x="7896200" y="4112916"/>
            <a:ext cx="3887813" cy="524886"/>
          </a:xfrm>
          <a:prstGeom prst="rect">
            <a:avLst/>
          </a:prstGeom>
        </p:spPr>
        <p:txBody>
          <a:bodyPr anchor="ctr">
            <a:noAutofit/>
          </a:bodyPr>
          <a:lstStyle>
            <a:lvl1pPr algn="l">
              <a:lnSpc>
                <a:spcPts val="1600"/>
              </a:lnSpc>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Click to insert text</a:t>
            </a:r>
          </a:p>
        </p:txBody>
      </p:sp>
      <p:sp>
        <p:nvSpPr>
          <p:cNvPr id="24" name="Text Placeholder 7">
            <a:extLst>
              <a:ext uri="{FF2B5EF4-FFF2-40B4-BE49-F238E27FC236}">
                <a16:creationId xmlns:a16="http://schemas.microsoft.com/office/drawing/2014/main" id="{343313FC-7C2A-4C39-A322-E5328A14AED9}"/>
              </a:ext>
            </a:extLst>
          </p:cNvPr>
          <p:cNvSpPr>
            <a:spLocks noGrp="1"/>
          </p:cNvSpPr>
          <p:nvPr>
            <p:ph type="body" sz="quarter" idx="40" hasCustomPrompt="1"/>
          </p:nvPr>
        </p:nvSpPr>
        <p:spPr>
          <a:xfrm>
            <a:off x="7896200" y="3210251"/>
            <a:ext cx="3887813" cy="524886"/>
          </a:xfrm>
          <a:prstGeom prst="rect">
            <a:avLst/>
          </a:prstGeom>
        </p:spPr>
        <p:txBody>
          <a:bodyPr anchor="ctr">
            <a:noAutofit/>
          </a:bodyPr>
          <a:lstStyle>
            <a:lvl1pPr algn="l">
              <a:lnSpc>
                <a:spcPts val="1600"/>
              </a:lnSpc>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Click to insert text</a:t>
            </a:r>
          </a:p>
        </p:txBody>
      </p:sp>
      <p:sp>
        <p:nvSpPr>
          <p:cNvPr id="25" name="Text Placeholder 7">
            <a:extLst>
              <a:ext uri="{FF2B5EF4-FFF2-40B4-BE49-F238E27FC236}">
                <a16:creationId xmlns:a16="http://schemas.microsoft.com/office/drawing/2014/main" id="{C9E896F1-84B5-4E7A-BD88-FFAFED8559EB}"/>
              </a:ext>
            </a:extLst>
          </p:cNvPr>
          <p:cNvSpPr>
            <a:spLocks noGrp="1"/>
          </p:cNvSpPr>
          <p:nvPr>
            <p:ph type="body" sz="quarter" idx="41" hasCustomPrompt="1"/>
          </p:nvPr>
        </p:nvSpPr>
        <p:spPr>
          <a:xfrm>
            <a:off x="7896200" y="2307586"/>
            <a:ext cx="3887813" cy="524886"/>
          </a:xfrm>
          <a:prstGeom prst="rect">
            <a:avLst/>
          </a:prstGeom>
        </p:spPr>
        <p:txBody>
          <a:bodyPr anchor="ctr">
            <a:noAutofit/>
          </a:bodyPr>
          <a:lstStyle>
            <a:lvl1pPr algn="l">
              <a:lnSpc>
                <a:spcPts val="1600"/>
              </a:lnSpc>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Click to insert text</a:t>
            </a:r>
          </a:p>
        </p:txBody>
      </p:sp>
      <p:sp>
        <p:nvSpPr>
          <p:cNvPr id="11"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407988" y="1447298"/>
            <a:ext cx="5471988" cy="863600"/>
          </a:xfrm>
          <a:prstGeom prst="rect">
            <a:avLst/>
          </a:prstGeom>
        </p:spPr>
        <p:txBody>
          <a:bodyPr vert="horz" lIns="0" tIns="0" rIns="0" bIns="0" rtlCol="0" anchor="t">
            <a:normAutofit/>
          </a:bodyPr>
          <a:lstStyle>
            <a:lvl1pPr>
              <a:defRPr lang="pt-PT" dirty="0">
                <a:solidFill>
                  <a:schemeClr val="bg1"/>
                </a:solidFill>
              </a:defRPr>
            </a:lvl1pPr>
          </a:lstStyle>
          <a:p>
            <a:pPr lvl="0">
              <a:lnSpc>
                <a:spcPts val="3000"/>
              </a:lnSpc>
            </a:pPr>
            <a:r>
              <a:rPr lang="en-US" dirty="0"/>
              <a:t>Click to add title</a:t>
            </a:r>
            <a:endParaRPr lang="pt-PT" dirty="0"/>
          </a:p>
        </p:txBody>
      </p:sp>
      <p:sp>
        <p:nvSpPr>
          <p:cNvPr id="10" name="Date Placeholder 9"/>
          <p:cNvSpPr>
            <a:spLocks noGrp="1"/>
          </p:cNvSpPr>
          <p:nvPr>
            <p:ph type="dt" sz="half" idx="42"/>
          </p:nvPr>
        </p:nvSpPr>
        <p:spPr>
          <a:xfrm>
            <a:off x="407988" y="6555971"/>
            <a:ext cx="2829007" cy="219456"/>
          </a:xfrm>
          <a:prstGeom prst="rect">
            <a:avLst/>
          </a:prstGeom>
        </p:spPr>
        <p:txBody>
          <a:bodyPr/>
          <a:lstStyle/>
          <a:p>
            <a:pPr>
              <a:lnSpc>
                <a:spcPct val="85000"/>
              </a:lnSpc>
            </a:pPr>
            <a:fld id="{C638F4E2-5E73-4A08-9012-DEB5818306D0}" type="datetime1">
              <a:rPr lang="en-GB"/>
              <a:pPr>
                <a:lnSpc>
                  <a:spcPct val="85000"/>
                </a:lnSpc>
              </a:pPr>
              <a:t>18/12/2020</a:t>
            </a:fld>
            <a:endParaRPr lang="en-US" dirty="0"/>
          </a:p>
        </p:txBody>
      </p:sp>
      <p:sp>
        <p:nvSpPr>
          <p:cNvPr id="12" name="Footer Placeholder 11"/>
          <p:cNvSpPr>
            <a:spLocks noGrp="1"/>
          </p:cNvSpPr>
          <p:nvPr>
            <p:ph type="ftr" sz="quarter" idx="43"/>
          </p:nvPr>
        </p:nvSpPr>
        <p:spPr>
          <a:xfrm>
            <a:off x="9324107" y="6555758"/>
            <a:ext cx="2223686" cy="219456"/>
          </a:xfrm>
          <a:prstGeom prst="rect">
            <a:avLst/>
          </a:prstGeom>
        </p:spPr>
        <p:txBody>
          <a:bodyPr/>
          <a:lstStyle/>
          <a:p>
            <a:r>
              <a:rPr lang="en-US" dirty="0">
                <a:solidFill>
                  <a:srgbClr val="EDEDED">
                    <a:lumMod val="50000"/>
                  </a:srgbClr>
                </a:solidFill>
              </a:rPr>
              <a:t>Slide # </a:t>
            </a:r>
          </a:p>
        </p:txBody>
      </p:sp>
      <p:sp>
        <p:nvSpPr>
          <p:cNvPr id="13" name="Slide Number Placeholder 12"/>
          <p:cNvSpPr>
            <a:spLocks noGrp="1"/>
          </p:cNvSpPr>
          <p:nvPr>
            <p:ph type="sldNum" sz="quarter" idx="44"/>
          </p:nvPr>
        </p:nvSpPr>
        <p:spPr>
          <a:xfrm>
            <a:off x="11784013" y="6555758"/>
            <a:ext cx="123754" cy="215444"/>
          </a:xfrm>
          <a:prstGeom prst="rect">
            <a:avLst/>
          </a:prstGeom>
        </p:spPr>
        <p:txBody>
          <a:bodyPr/>
          <a:lstStyle/>
          <a:p>
            <a:fld id="{DD205EFF-948D-4AF6-B54C-65639188FB5F}" type="slidenum">
              <a:rPr lang="en-US">
                <a:solidFill>
                  <a:srgbClr val="EDEDED">
                    <a:lumMod val="50000"/>
                  </a:srgbClr>
                </a:solidFill>
              </a:rPr>
              <a:pPr/>
              <a:t>‹#›</a:t>
            </a:fld>
            <a:endParaRPr lang="en-US" dirty="0">
              <a:solidFill>
                <a:srgbClr val="EDEDED">
                  <a:lumMod val="50000"/>
                </a:srgbClr>
              </a:solidFill>
            </a:endParaRPr>
          </a:p>
        </p:txBody>
      </p:sp>
    </p:spTree>
    <p:extLst>
      <p:ext uri="{BB962C8B-B14F-4D97-AF65-F5344CB8AC3E}">
        <p14:creationId xmlns:p14="http://schemas.microsoft.com/office/powerpoint/2010/main" val="3948842627"/>
      </p:ext>
    </p:extLst>
  </p:cSld>
  <p:clrMapOvr>
    <a:overrideClrMapping bg1="lt1" tx1="dk1" bg2="lt2" tx2="dk2" accent1="accent1" accent2="accent2" accent3="accent3" accent4="accent4" accent5="accent5" accent6="accent6" hlink="hlink" folHlink="folHlink"/>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2_Text with Shapes - Layout5">
    <p:bg>
      <p:bgRef idx="1001">
        <a:schemeClr val="bg1"/>
      </p:bgRef>
    </p:bg>
    <p:spTree>
      <p:nvGrpSpPr>
        <p:cNvPr id="1" name=""/>
        <p:cNvGrpSpPr/>
        <p:nvPr/>
      </p:nvGrpSpPr>
      <p:grpSpPr>
        <a:xfrm>
          <a:off x="0" y="0"/>
          <a:ext cx="0" cy="0"/>
          <a:chOff x="0" y="0"/>
          <a:chExt cx="0" cy="0"/>
        </a:xfrm>
      </p:grpSpPr>
      <p:graphicFrame>
        <p:nvGraphicFramePr>
          <p:cNvPr id="10" name="Object 9" hidden="1"/>
          <p:cNvGraphicFramePr>
            <a:graphicFrameLocks noChangeAspect="1"/>
          </p:cNvGraphicFramePr>
          <p:nvPr userDrawn="1">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36623"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C50C01FB-E2BF-4470-A153-6F7BF3CCF3F9}"/>
              </a:ext>
            </a:extLst>
          </p:cNvPr>
          <p:cNvSpPr/>
          <p:nvPr userDrawn="1"/>
        </p:nvSpPr>
        <p:spPr>
          <a:xfrm>
            <a:off x="0" y="4437112"/>
            <a:ext cx="12192000" cy="2420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solidFill>
                <a:prstClr val="white"/>
              </a:solidFill>
            </a:endParaRPr>
          </a:p>
        </p:txBody>
      </p:sp>
      <p:sp>
        <p:nvSpPr>
          <p:cNvPr id="9" name="Freeform 5"/>
          <p:cNvSpPr>
            <a:spLocks/>
          </p:cNvSpPr>
          <p:nvPr userDrawn="1"/>
        </p:nvSpPr>
        <p:spPr bwMode="auto">
          <a:xfrm>
            <a:off x="10543422" y="1"/>
            <a:ext cx="1648578" cy="5085230"/>
          </a:xfrm>
          <a:custGeom>
            <a:avLst/>
            <a:gdLst>
              <a:gd name="T0" fmla="*/ 91 w 548"/>
              <a:gd name="T1" fmla="*/ 0 h 1694"/>
              <a:gd name="T2" fmla="*/ 548 w 548"/>
              <a:gd name="T3" fmla="*/ 0 h 1694"/>
              <a:gd name="T4" fmla="*/ 548 w 548"/>
              <a:gd name="T5" fmla="*/ 1694 h 1694"/>
              <a:gd name="T6" fmla="*/ 489 w 548"/>
              <a:gd name="T7" fmla="*/ 1661 h 1694"/>
              <a:gd name="T8" fmla="*/ 233 w 548"/>
              <a:gd name="T9" fmla="*/ 1367 h 1694"/>
              <a:gd name="T10" fmla="*/ 129 w 548"/>
              <a:gd name="T11" fmla="*/ 1033 h 1694"/>
              <a:gd name="T12" fmla="*/ 83 w 548"/>
              <a:gd name="T13" fmla="*/ 629 h 1694"/>
              <a:gd name="T14" fmla="*/ 54 w 548"/>
              <a:gd name="T15" fmla="*/ 304 h 1694"/>
              <a:gd name="T16" fmla="*/ 2 w 548"/>
              <a:gd name="T17" fmla="*/ 84 h 1694"/>
              <a:gd name="T18" fmla="*/ 6 w 548"/>
              <a:gd name="T19" fmla="*/ 73 h 1694"/>
              <a:gd name="T20" fmla="*/ 83 w 548"/>
              <a:gd name="T21" fmla="*/ 8 h 1694"/>
              <a:gd name="T22" fmla="*/ 91 w 548"/>
              <a:gd name="T23"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48" h="1694">
                <a:moveTo>
                  <a:pt x="91" y="0"/>
                </a:moveTo>
                <a:cubicBezTo>
                  <a:pt x="243" y="0"/>
                  <a:pt x="395" y="0"/>
                  <a:pt x="548" y="0"/>
                </a:cubicBezTo>
                <a:cubicBezTo>
                  <a:pt x="548" y="564"/>
                  <a:pt x="548" y="1129"/>
                  <a:pt x="548" y="1694"/>
                </a:cubicBezTo>
                <a:cubicBezTo>
                  <a:pt x="528" y="1683"/>
                  <a:pt x="508" y="1673"/>
                  <a:pt x="489" y="1661"/>
                </a:cubicBezTo>
                <a:cubicBezTo>
                  <a:pt x="375" y="1588"/>
                  <a:pt x="292" y="1488"/>
                  <a:pt x="233" y="1367"/>
                </a:cubicBezTo>
                <a:cubicBezTo>
                  <a:pt x="181" y="1261"/>
                  <a:pt x="151" y="1149"/>
                  <a:pt x="129" y="1033"/>
                </a:cubicBezTo>
                <a:cubicBezTo>
                  <a:pt x="105" y="900"/>
                  <a:pt x="94" y="765"/>
                  <a:pt x="83" y="629"/>
                </a:cubicBezTo>
                <a:cubicBezTo>
                  <a:pt x="75" y="521"/>
                  <a:pt x="66" y="413"/>
                  <a:pt x="54" y="304"/>
                </a:cubicBezTo>
                <a:cubicBezTo>
                  <a:pt x="46" y="229"/>
                  <a:pt x="31" y="155"/>
                  <a:pt x="2" y="84"/>
                </a:cubicBezTo>
                <a:cubicBezTo>
                  <a:pt x="0" y="78"/>
                  <a:pt x="2" y="76"/>
                  <a:pt x="6" y="73"/>
                </a:cubicBezTo>
                <a:cubicBezTo>
                  <a:pt x="32" y="51"/>
                  <a:pt x="58" y="30"/>
                  <a:pt x="83" y="8"/>
                </a:cubicBezTo>
                <a:cubicBezTo>
                  <a:pt x="86" y="6"/>
                  <a:pt x="88" y="3"/>
                  <a:pt x="91" y="0"/>
                </a:cubicBez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de-DE">
              <a:solidFill>
                <a:srgbClr val="000000"/>
              </a:solidFill>
            </a:endParaRPr>
          </a:p>
        </p:txBody>
      </p:sp>
      <p:pic>
        <p:nvPicPr>
          <p:cNvPr id="23" name="Graphic 4">
            <a:extLst>
              <a:ext uri="{FF2B5EF4-FFF2-40B4-BE49-F238E27FC236}">
                <a16:creationId xmlns:a16="http://schemas.microsoft.com/office/drawing/2014/main" id="{25EEA1D4-3AF7-42D7-AE97-AE404AECFAEB}"/>
              </a:ext>
            </a:extLst>
          </p:cNvPr>
          <p:cNvPicPr>
            <a:picLocks noChangeAspect="1"/>
          </p:cNvPicPr>
          <p:nvPr userDrawn="1"/>
        </p:nvPicPr>
        <p:blipFill rotWithShape="1">
          <a:blip r:embed="rId6">
            <a:extLst>
              <a:ext uri="{96DAC541-7B7A-43D3-8B79-37D633B846F1}">
                <asvg:svgBlip xmlns:asvg="http://schemas.microsoft.com/office/drawing/2016/SVG/main" r:embed="rId7"/>
              </a:ext>
            </a:extLst>
          </a:blip>
          <a:srcRect l="81836" t="-4713" b="16530"/>
          <a:stretch/>
        </p:blipFill>
        <p:spPr>
          <a:xfrm>
            <a:off x="11547793" y="188640"/>
            <a:ext cx="424356" cy="459624"/>
          </a:xfrm>
          <a:prstGeom prst="rect">
            <a:avLst/>
          </a:prstGeom>
        </p:spPr>
      </p:pic>
      <p:sp>
        <p:nvSpPr>
          <p:cNvPr id="11" name="Title 10"/>
          <p:cNvSpPr>
            <a:spLocks noGrp="1"/>
          </p:cNvSpPr>
          <p:nvPr>
            <p:ph type="title"/>
          </p:nvPr>
        </p:nvSpPr>
        <p:spPr/>
        <p:txBody>
          <a:bodyPr/>
          <a:lstStyle/>
          <a:p>
            <a:r>
              <a:rPr lang="en-US"/>
              <a:t>Click to edit Master title style</a:t>
            </a:r>
            <a:endParaRPr lang="de-DE"/>
          </a:p>
        </p:txBody>
      </p:sp>
      <p:sp>
        <p:nvSpPr>
          <p:cNvPr id="12" name="Date Placeholder 11"/>
          <p:cNvSpPr>
            <a:spLocks noGrp="1"/>
          </p:cNvSpPr>
          <p:nvPr>
            <p:ph type="dt" sz="half" idx="10"/>
          </p:nvPr>
        </p:nvSpPr>
        <p:spPr>
          <a:xfrm>
            <a:off x="407988" y="6555971"/>
            <a:ext cx="2829007" cy="219456"/>
          </a:xfrm>
          <a:prstGeom prst="rect">
            <a:avLst/>
          </a:prstGeom>
        </p:spPr>
        <p:txBody>
          <a:bodyPr/>
          <a:lstStyle/>
          <a:p>
            <a:pPr>
              <a:lnSpc>
                <a:spcPct val="85000"/>
              </a:lnSpc>
            </a:pPr>
            <a:fld id="{33B9E81A-7082-4F96-AB50-2AB3E85CC925}" type="datetime1">
              <a:rPr lang="en-GB"/>
              <a:pPr>
                <a:lnSpc>
                  <a:spcPct val="85000"/>
                </a:lnSpc>
              </a:pPr>
              <a:t>18/12/2020</a:t>
            </a:fld>
            <a:endParaRPr lang="en-US" dirty="0"/>
          </a:p>
        </p:txBody>
      </p:sp>
      <p:sp>
        <p:nvSpPr>
          <p:cNvPr id="13" name="Footer Placeholder 12"/>
          <p:cNvSpPr>
            <a:spLocks noGrp="1"/>
          </p:cNvSpPr>
          <p:nvPr>
            <p:ph type="ftr" sz="quarter" idx="11"/>
          </p:nvPr>
        </p:nvSpPr>
        <p:spPr>
          <a:xfrm>
            <a:off x="9324107" y="6555758"/>
            <a:ext cx="2223686" cy="219456"/>
          </a:xfrm>
          <a:prstGeom prst="rect">
            <a:avLst/>
          </a:prstGeom>
        </p:spPr>
        <p:txBody>
          <a:bodyPr/>
          <a:lstStyle/>
          <a:p>
            <a:r>
              <a:rPr lang="en-US" dirty="0">
                <a:solidFill>
                  <a:srgbClr val="EDEDED">
                    <a:lumMod val="50000"/>
                  </a:srgbClr>
                </a:solidFill>
              </a:rPr>
              <a:t>Slide # </a:t>
            </a:r>
          </a:p>
        </p:txBody>
      </p:sp>
      <p:sp>
        <p:nvSpPr>
          <p:cNvPr id="16" name="Slide Number Placeholder 15"/>
          <p:cNvSpPr>
            <a:spLocks noGrp="1"/>
          </p:cNvSpPr>
          <p:nvPr>
            <p:ph type="sldNum" sz="quarter" idx="12"/>
          </p:nvPr>
        </p:nvSpPr>
        <p:spPr>
          <a:xfrm>
            <a:off x="11784013" y="6555758"/>
            <a:ext cx="123754" cy="215444"/>
          </a:xfrm>
          <a:prstGeom prst="rect">
            <a:avLst/>
          </a:prstGeom>
        </p:spPr>
        <p:txBody>
          <a:bodyPr/>
          <a:lstStyle/>
          <a:p>
            <a:fld id="{DD205EFF-948D-4AF6-B54C-65639188FB5F}" type="slidenum">
              <a:rPr lang="en-US">
                <a:solidFill>
                  <a:srgbClr val="EDEDED">
                    <a:lumMod val="50000"/>
                  </a:srgbClr>
                </a:solidFill>
              </a:rPr>
              <a:pPr/>
              <a:t>‹#›</a:t>
            </a:fld>
            <a:endParaRPr lang="en-US" dirty="0">
              <a:solidFill>
                <a:srgbClr val="EDEDED">
                  <a:lumMod val="50000"/>
                </a:srgbClr>
              </a:solidFill>
            </a:endParaRPr>
          </a:p>
        </p:txBody>
      </p:sp>
    </p:spTree>
    <p:extLst>
      <p:ext uri="{BB962C8B-B14F-4D97-AF65-F5344CB8AC3E}">
        <p14:creationId xmlns:p14="http://schemas.microsoft.com/office/powerpoint/2010/main" val="1965849517"/>
      </p:ext>
    </p:extLst>
  </p:cSld>
  <p:clrMapOvr>
    <a:overrideClrMapping bg1="lt1" tx1="dk1" bg2="lt2" tx2="dk2" accent1="accent1" accent2="accent2" accent3="accent3" accent4="accent4" accent5="accent5" accent6="accent6" hlink="hlink" folHlink="folHlink"/>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1_Image and Text1 (fixed)">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0D0D1E5A-3176-4CB4-975A-4DC18D29026C}"/>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r="23077" b="19676"/>
          <a:stretch/>
        </p:blipFill>
        <p:spPr>
          <a:xfrm rot="16200000">
            <a:off x="5413032" y="79029"/>
            <a:ext cx="6857997" cy="6699938"/>
          </a:xfrm>
          <a:prstGeom prst="rect">
            <a:avLst/>
          </a:prstGeom>
        </p:spPr>
      </p:pic>
      <p:sp>
        <p:nvSpPr>
          <p:cNvPr id="11" name="Title Placeholder 1">
            <a:extLst>
              <a:ext uri="{FF2B5EF4-FFF2-40B4-BE49-F238E27FC236}">
                <a16:creationId xmlns:a16="http://schemas.microsoft.com/office/drawing/2014/main" id="{AC165F49-BCC1-4C3B-91C3-5D1BB415ABF1}"/>
              </a:ext>
            </a:extLst>
          </p:cNvPr>
          <p:cNvSpPr>
            <a:spLocks noGrp="1"/>
          </p:cNvSpPr>
          <p:nvPr>
            <p:ph type="title" hasCustomPrompt="1"/>
          </p:nvPr>
        </p:nvSpPr>
        <p:spPr>
          <a:xfrm>
            <a:off x="6688365" y="4308293"/>
            <a:ext cx="3484336" cy="1721321"/>
          </a:xfrm>
          <a:prstGeom prst="rect">
            <a:avLst/>
          </a:prstGeom>
        </p:spPr>
        <p:txBody>
          <a:bodyPr vert="horz" lIns="0" tIns="0" rIns="0" bIns="45720" rtlCol="0" anchor="b">
            <a:noAutofit/>
          </a:bodyPr>
          <a:lstStyle>
            <a:lvl1pPr>
              <a:lnSpc>
                <a:spcPts val="3000"/>
              </a:lnSpc>
              <a:defRPr sz="2600">
                <a:solidFill>
                  <a:srgbClr val="2C004B"/>
                </a:solidFill>
              </a:defRPr>
            </a:lvl1pPr>
          </a:lstStyle>
          <a:p>
            <a:r>
              <a:rPr lang="en-US" dirty="0"/>
              <a:t>Click to add title</a:t>
            </a:r>
            <a:endParaRPr lang="pt-PT" dirty="0"/>
          </a:p>
        </p:txBody>
      </p:sp>
      <p:sp>
        <p:nvSpPr>
          <p:cNvPr id="12" name="Text Placeholder 7">
            <a:extLst>
              <a:ext uri="{FF2B5EF4-FFF2-40B4-BE49-F238E27FC236}">
                <a16:creationId xmlns:a16="http://schemas.microsoft.com/office/drawing/2014/main" id="{98BC8B91-D2A3-4F52-B4E2-1C3C1B691942}"/>
              </a:ext>
            </a:extLst>
          </p:cNvPr>
          <p:cNvSpPr>
            <a:spLocks noGrp="1"/>
          </p:cNvSpPr>
          <p:nvPr>
            <p:ph type="body" sz="quarter" idx="32" hasCustomPrompt="1"/>
          </p:nvPr>
        </p:nvSpPr>
        <p:spPr>
          <a:xfrm>
            <a:off x="407988" y="5085184"/>
            <a:ext cx="4123375" cy="944430"/>
          </a:xfrm>
          <a:prstGeom prst="rect">
            <a:avLst/>
          </a:prstGeom>
        </p:spPr>
        <p:txBody>
          <a:bodyPr anchor="b">
            <a:noAutofit/>
          </a:bodyPr>
          <a:lstStyle>
            <a:lvl1pPr>
              <a:lnSpc>
                <a:spcPts val="2200"/>
              </a:lnSpc>
              <a:spcAft>
                <a:spcPts val="0"/>
              </a:spcAft>
              <a:defRPr sz="1800"/>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Click to insert text</a:t>
            </a:r>
          </a:p>
        </p:txBody>
      </p:sp>
      <p:pic>
        <p:nvPicPr>
          <p:cNvPr id="6" name="Graphic 4">
            <a:extLst>
              <a:ext uri="{FF2B5EF4-FFF2-40B4-BE49-F238E27FC236}">
                <a16:creationId xmlns:a16="http://schemas.microsoft.com/office/drawing/2014/main" id="{25EEA1D4-3AF7-42D7-AE97-AE404AECFAEB}"/>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81836" t="-4713" b="16530"/>
          <a:stretch/>
        </p:blipFill>
        <p:spPr>
          <a:xfrm>
            <a:off x="11547793" y="188640"/>
            <a:ext cx="424356" cy="459624"/>
          </a:xfrm>
          <a:prstGeom prst="rect">
            <a:avLst/>
          </a:prstGeom>
        </p:spPr>
      </p:pic>
      <p:cxnSp>
        <p:nvCxnSpPr>
          <p:cNvPr id="15"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11568760" y="6587911"/>
            <a:ext cx="0" cy="155576"/>
          </a:xfrm>
          <a:prstGeom prst="line">
            <a:avLst/>
          </a:prstGeom>
          <a:solidFill>
            <a:schemeClr val="tx1"/>
          </a:solidFill>
          <a:ln w="12700" cap="rnd">
            <a:solidFill>
              <a:schemeClr val="bg1"/>
            </a:solidFill>
            <a:round/>
          </a:ln>
        </p:spPr>
        <p:style>
          <a:lnRef idx="1">
            <a:schemeClr val="accent1"/>
          </a:lnRef>
          <a:fillRef idx="0">
            <a:schemeClr val="accent1"/>
          </a:fillRef>
          <a:effectRef idx="0">
            <a:schemeClr val="accent1"/>
          </a:effectRef>
          <a:fontRef idx="minor">
            <a:schemeClr val="tx1"/>
          </a:fontRef>
        </p:style>
      </p:cxnSp>
      <p:sp>
        <p:nvSpPr>
          <p:cNvPr id="8" name="Date Placeholder 7"/>
          <p:cNvSpPr>
            <a:spLocks noGrp="1"/>
          </p:cNvSpPr>
          <p:nvPr>
            <p:ph type="dt" sz="half" idx="33"/>
          </p:nvPr>
        </p:nvSpPr>
        <p:spPr>
          <a:xfrm>
            <a:off x="407988" y="6555971"/>
            <a:ext cx="2829007" cy="219456"/>
          </a:xfrm>
          <a:prstGeom prst="rect">
            <a:avLst/>
          </a:prstGeom>
        </p:spPr>
        <p:txBody>
          <a:bodyPr/>
          <a:lstStyle/>
          <a:p>
            <a:pPr>
              <a:lnSpc>
                <a:spcPct val="85000"/>
              </a:lnSpc>
            </a:pPr>
            <a:fld id="{96BA695E-4048-4599-BF5A-C8CDE18F8E4E}" type="datetime1">
              <a:rPr lang="en-GB"/>
              <a:pPr>
                <a:lnSpc>
                  <a:spcPct val="85000"/>
                </a:lnSpc>
              </a:pPr>
              <a:t>18/12/2020</a:t>
            </a:fld>
            <a:endParaRPr lang="en-US" dirty="0"/>
          </a:p>
        </p:txBody>
      </p:sp>
      <p:sp>
        <p:nvSpPr>
          <p:cNvPr id="9" name="Footer Placeholder 8"/>
          <p:cNvSpPr>
            <a:spLocks noGrp="1"/>
          </p:cNvSpPr>
          <p:nvPr>
            <p:ph type="ftr" sz="quarter" idx="34"/>
          </p:nvPr>
        </p:nvSpPr>
        <p:spPr>
          <a:xfrm>
            <a:off x="9324107" y="6555758"/>
            <a:ext cx="2223686" cy="219456"/>
          </a:xfrm>
          <a:prstGeom prst="rect">
            <a:avLst/>
          </a:prstGeom>
        </p:spPr>
        <p:txBody>
          <a:bodyPr/>
          <a:lstStyle>
            <a:lvl1pPr>
              <a:defRPr>
                <a:solidFill>
                  <a:schemeClr val="bg1"/>
                </a:solidFill>
              </a:defRPr>
            </a:lvl1pPr>
          </a:lstStyle>
          <a:p>
            <a:r>
              <a:rPr lang="en-US" dirty="0">
                <a:solidFill>
                  <a:prstClr val="white"/>
                </a:solidFill>
              </a:rPr>
              <a:t>Slide # </a:t>
            </a:r>
          </a:p>
        </p:txBody>
      </p:sp>
      <p:sp>
        <p:nvSpPr>
          <p:cNvPr id="10" name="Slide Number Placeholder 9"/>
          <p:cNvSpPr>
            <a:spLocks noGrp="1"/>
          </p:cNvSpPr>
          <p:nvPr>
            <p:ph type="sldNum" sz="quarter" idx="35"/>
          </p:nvPr>
        </p:nvSpPr>
        <p:spPr>
          <a:xfrm>
            <a:off x="11784013" y="6555758"/>
            <a:ext cx="123754" cy="215444"/>
          </a:xfrm>
          <a:prstGeom prst="rect">
            <a:avLst/>
          </a:prstGeom>
        </p:spPr>
        <p:txBody>
          <a:bodyPr/>
          <a:lstStyle>
            <a:lvl1pPr>
              <a:defRPr>
                <a:solidFill>
                  <a:schemeClr val="bg1"/>
                </a:solidFill>
              </a:defRPr>
            </a:lvl1pPr>
          </a:lstStyle>
          <a:p>
            <a:fld id="{DD205EFF-948D-4AF6-B54C-65639188FB5F}" type="slidenum">
              <a:rPr lang="en-US" smtClean="0">
                <a:solidFill>
                  <a:prstClr val="white"/>
                </a:solidFill>
              </a:rPr>
              <a:pPr/>
              <a:t>‹#›</a:t>
            </a:fld>
            <a:endParaRPr lang="en-US" dirty="0">
              <a:solidFill>
                <a:prstClr val="white"/>
              </a:solidFill>
            </a:endParaRPr>
          </a:p>
        </p:txBody>
      </p:sp>
    </p:spTree>
    <p:extLst>
      <p:ext uri="{BB962C8B-B14F-4D97-AF65-F5344CB8AC3E}">
        <p14:creationId xmlns:p14="http://schemas.microsoft.com/office/powerpoint/2010/main" val="4020772888"/>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1_Image and Text_2">
    <p:spTree>
      <p:nvGrpSpPr>
        <p:cNvPr id="1" name=""/>
        <p:cNvGrpSpPr/>
        <p:nvPr/>
      </p:nvGrpSpPr>
      <p:grpSpPr>
        <a:xfrm>
          <a:off x="0" y="0"/>
          <a:ext cx="0" cy="0"/>
          <a:chOff x="0" y="0"/>
          <a:chExt cx="0" cy="0"/>
        </a:xfrm>
      </p:grpSpPr>
      <p:graphicFrame>
        <p:nvGraphicFramePr>
          <p:cNvPr id="13" name="Object 12" hidden="1"/>
          <p:cNvGraphicFramePr>
            <a:graphicFrameLocks noChangeAspect="1"/>
          </p:cNvGraphicFramePr>
          <p:nvPr userDrawn="1">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37647"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9" name="Freeform 5"/>
          <p:cNvSpPr>
            <a:spLocks/>
          </p:cNvSpPr>
          <p:nvPr userDrawn="1"/>
        </p:nvSpPr>
        <p:spPr bwMode="auto">
          <a:xfrm>
            <a:off x="0" y="0"/>
            <a:ext cx="5452303" cy="6384585"/>
          </a:xfrm>
          <a:custGeom>
            <a:avLst/>
            <a:gdLst>
              <a:gd name="T0" fmla="*/ 0 w 1745"/>
              <a:gd name="T1" fmla="*/ 1807 h 2044"/>
              <a:gd name="T2" fmla="*/ 0 w 1745"/>
              <a:gd name="T3" fmla="*/ 0 h 2044"/>
              <a:gd name="T4" fmla="*/ 1742 w 1745"/>
              <a:gd name="T5" fmla="*/ 0 h 2044"/>
              <a:gd name="T6" fmla="*/ 1742 w 1745"/>
              <a:gd name="T7" fmla="*/ 10 h 2044"/>
              <a:gd name="T8" fmla="*/ 1735 w 1745"/>
              <a:gd name="T9" fmla="*/ 160 h 2044"/>
              <a:gd name="T10" fmla="*/ 1654 w 1745"/>
              <a:gd name="T11" fmla="*/ 439 h 2044"/>
              <a:gd name="T12" fmla="*/ 1452 w 1745"/>
              <a:gd name="T13" fmla="*/ 821 h 2044"/>
              <a:gd name="T14" fmla="*/ 1197 w 1745"/>
              <a:gd name="T15" fmla="*/ 1214 h 2044"/>
              <a:gd name="T16" fmla="*/ 1019 w 1745"/>
              <a:gd name="T17" fmla="*/ 1509 h 2044"/>
              <a:gd name="T18" fmla="*/ 946 w 1745"/>
              <a:gd name="T19" fmla="*/ 1692 h 2044"/>
              <a:gd name="T20" fmla="*/ 945 w 1745"/>
              <a:gd name="T21" fmla="*/ 1848 h 2044"/>
              <a:gd name="T22" fmla="*/ 941 w 1745"/>
              <a:gd name="T23" fmla="*/ 1857 h 2044"/>
              <a:gd name="T24" fmla="*/ 873 w 1745"/>
              <a:gd name="T25" fmla="*/ 1920 h 2044"/>
              <a:gd name="T26" fmla="*/ 522 w 1745"/>
              <a:gd name="T27" fmla="*/ 2037 h 2044"/>
              <a:gd name="T28" fmla="*/ 267 w 1745"/>
              <a:gd name="T29" fmla="*/ 1971 h 2044"/>
              <a:gd name="T30" fmla="*/ 12 w 1745"/>
              <a:gd name="T31" fmla="*/ 1814 h 2044"/>
              <a:gd name="T32" fmla="*/ 0 w 1745"/>
              <a:gd name="T33" fmla="*/ 1807 h 20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745" h="2044">
                <a:moveTo>
                  <a:pt x="0" y="1807"/>
                </a:moveTo>
                <a:cubicBezTo>
                  <a:pt x="0" y="1205"/>
                  <a:pt x="0" y="602"/>
                  <a:pt x="0" y="0"/>
                </a:cubicBezTo>
                <a:cubicBezTo>
                  <a:pt x="580" y="0"/>
                  <a:pt x="1161" y="0"/>
                  <a:pt x="1742" y="0"/>
                </a:cubicBezTo>
                <a:cubicBezTo>
                  <a:pt x="1742" y="3"/>
                  <a:pt x="1741" y="7"/>
                  <a:pt x="1742" y="10"/>
                </a:cubicBezTo>
                <a:cubicBezTo>
                  <a:pt x="1745" y="60"/>
                  <a:pt x="1742" y="110"/>
                  <a:pt x="1735" y="160"/>
                </a:cubicBezTo>
                <a:cubicBezTo>
                  <a:pt x="1721" y="257"/>
                  <a:pt x="1691" y="349"/>
                  <a:pt x="1654" y="439"/>
                </a:cubicBezTo>
                <a:cubicBezTo>
                  <a:pt x="1599" y="573"/>
                  <a:pt x="1529" y="699"/>
                  <a:pt x="1452" y="821"/>
                </a:cubicBezTo>
                <a:cubicBezTo>
                  <a:pt x="1369" y="953"/>
                  <a:pt x="1282" y="1083"/>
                  <a:pt x="1197" y="1214"/>
                </a:cubicBezTo>
                <a:cubicBezTo>
                  <a:pt x="1134" y="1311"/>
                  <a:pt x="1072" y="1407"/>
                  <a:pt x="1019" y="1509"/>
                </a:cubicBezTo>
                <a:cubicBezTo>
                  <a:pt x="989" y="1568"/>
                  <a:pt x="962" y="1628"/>
                  <a:pt x="946" y="1692"/>
                </a:cubicBezTo>
                <a:cubicBezTo>
                  <a:pt x="933" y="1744"/>
                  <a:pt x="929" y="1796"/>
                  <a:pt x="945" y="1848"/>
                </a:cubicBezTo>
                <a:cubicBezTo>
                  <a:pt x="945" y="1850"/>
                  <a:pt x="943" y="1855"/>
                  <a:pt x="941" y="1857"/>
                </a:cubicBezTo>
                <a:cubicBezTo>
                  <a:pt x="919" y="1878"/>
                  <a:pt x="897" y="1901"/>
                  <a:pt x="873" y="1920"/>
                </a:cubicBezTo>
                <a:cubicBezTo>
                  <a:pt x="771" y="2003"/>
                  <a:pt x="654" y="2044"/>
                  <a:pt x="522" y="2037"/>
                </a:cubicBezTo>
                <a:cubicBezTo>
                  <a:pt x="432" y="2032"/>
                  <a:pt x="348" y="2007"/>
                  <a:pt x="267" y="1971"/>
                </a:cubicBezTo>
                <a:cubicBezTo>
                  <a:pt x="175" y="1929"/>
                  <a:pt x="92" y="1875"/>
                  <a:pt x="12" y="1814"/>
                </a:cubicBezTo>
                <a:cubicBezTo>
                  <a:pt x="8" y="1811"/>
                  <a:pt x="4" y="1809"/>
                  <a:pt x="0" y="1807"/>
                </a:cubicBez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de-DE">
              <a:solidFill>
                <a:srgbClr val="000000"/>
              </a:solidFill>
            </a:endParaRPr>
          </a:p>
        </p:txBody>
      </p:sp>
      <p:sp>
        <p:nvSpPr>
          <p:cNvPr id="15" name="Picture Placeholder 14">
            <a:extLst>
              <a:ext uri="{FF2B5EF4-FFF2-40B4-BE49-F238E27FC236}">
                <a16:creationId xmlns:a16="http://schemas.microsoft.com/office/drawing/2014/main" id="{218E0C47-FBAF-440E-A6A0-9D14AE6071F8}"/>
              </a:ext>
            </a:extLst>
          </p:cNvPr>
          <p:cNvSpPr>
            <a:spLocks noGrp="1"/>
          </p:cNvSpPr>
          <p:nvPr>
            <p:ph type="pic" sz="quarter" idx="10"/>
          </p:nvPr>
        </p:nvSpPr>
        <p:spPr>
          <a:xfrm>
            <a:off x="0" y="-1"/>
            <a:ext cx="12191999" cy="6857998"/>
          </a:xfrm>
          <a:custGeom>
            <a:avLst/>
            <a:gdLst>
              <a:gd name="connsiteX0" fmla="*/ 0 w 12191999"/>
              <a:gd name="connsiteY0" fmla="*/ 0 h 6857998"/>
              <a:gd name="connsiteX1" fmla="*/ 12191999 w 12191999"/>
              <a:gd name="connsiteY1" fmla="*/ 0 h 6857998"/>
              <a:gd name="connsiteX2" fmla="*/ 12191999 w 12191999"/>
              <a:gd name="connsiteY2" fmla="*/ 6857998 h 6857998"/>
              <a:gd name="connsiteX3" fmla="*/ 0 w 12191999"/>
              <a:gd name="connsiteY3" fmla="*/ 6857998 h 6857998"/>
              <a:gd name="connsiteX4" fmla="*/ 0 w 12191999"/>
              <a:gd name="connsiteY4" fmla="*/ 5644299 h 6857998"/>
              <a:gd name="connsiteX5" fmla="*/ 37495 w 12191999"/>
              <a:gd name="connsiteY5" fmla="*/ 5666164 h 6857998"/>
              <a:gd name="connsiteX6" fmla="*/ 834250 w 12191999"/>
              <a:gd name="connsiteY6" fmla="*/ 6156565 h 6857998"/>
              <a:gd name="connsiteX7" fmla="*/ 1631004 w 12191999"/>
              <a:gd name="connsiteY7" fmla="*/ 6362721 h 6857998"/>
              <a:gd name="connsiteX8" fmla="*/ 2727714 w 12191999"/>
              <a:gd name="connsiteY8" fmla="*/ 5997263 h 6857998"/>
              <a:gd name="connsiteX9" fmla="*/ 2940182 w 12191999"/>
              <a:gd name="connsiteY9" fmla="*/ 5800478 h 6857998"/>
              <a:gd name="connsiteX10" fmla="*/ 2952680 w 12191999"/>
              <a:gd name="connsiteY10" fmla="*/ 5772366 h 6857998"/>
              <a:gd name="connsiteX11" fmla="*/ 2955805 w 12191999"/>
              <a:gd name="connsiteY11" fmla="*/ 5285088 h 6857998"/>
              <a:gd name="connsiteX12" fmla="*/ 3183895 w 12191999"/>
              <a:gd name="connsiteY12" fmla="*/ 4713474 h 6857998"/>
              <a:gd name="connsiteX13" fmla="*/ 3740061 w 12191999"/>
              <a:gd name="connsiteY13" fmla="*/ 3792020 h 6857998"/>
              <a:gd name="connsiteX14" fmla="*/ 4536816 w 12191999"/>
              <a:gd name="connsiteY14" fmla="*/ 2564455 h 6857998"/>
              <a:gd name="connsiteX15" fmla="*/ 5167971 w 12191999"/>
              <a:gd name="connsiteY15" fmla="*/ 1371250 h 6857998"/>
              <a:gd name="connsiteX16" fmla="*/ 5421058 w 12191999"/>
              <a:gd name="connsiteY16" fmla="*/ 499773 h 6857998"/>
              <a:gd name="connsiteX17" fmla="*/ 5442930 w 12191999"/>
              <a:gd name="connsiteY17" fmla="*/ 31237 h 6857998"/>
              <a:gd name="connsiteX18" fmla="*/ 5442930 w 12191999"/>
              <a:gd name="connsiteY18" fmla="*/ 1 h 6857998"/>
              <a:gd name="connsiteX19" fmla="*/ 0 w 12191999"/>
              <a:gd name="connsiteY19" fmla="*/ 1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2191999" h="6857998">
                <a:moveTo>
                  <a:pt x="0" y="0"/>
                </a:moveTo>
                <a:lnTo>
                  <a:pt x="12191999" y="0"/>
                </a:lnTo>
                <a:lnTo>
                  <a:pt x="12191999" y="6857998"/>
                </a:lnTo>
                <a:lnTo>
                  <a:pt x="0" y="6857998"/>
                </a:lnTo>
                <a:lnTo>
                  <a:pt x="0" y="5644299"/>
                </a:lnTo>
                <a:cubicBezTo>
                  <a:pt x="12498" y="5650546"/>
                  <a:pt x="24996" y="5656794"/>
                  <a:pt x="37495" y="5666164"/>
                </a:cubicBezTo>
                <a:cubicBezTo>
                  <a:pt x="287457" y="5856702"/>
                  <a:pt x="546793" y="6025375"/>
                  <a:pt x="834250" y="6156565"/>
                </a:cubicBezTo>
                <a:cubicBezTo>
                  <a:pt x="1087336" y="6269014"/>
                  <a:pt x="1349797" y="6347103"/>
                  <a:pt x="1631004" y="6362721"/>
                </a:cubicBezTo>
                <a:cubicBezTo>
                  <a:pt x="2043442" y="6384586"/>
                  <a:pt x="2409012" y="6256520"/>
                  <a:pt x="2727714" y="5997263"/>
                </a:cubicBezTo>
                <a:cubicBezTo>
                  <a:pt x="2802703" y="5937915"/>
                  <a:pt x="2871442" y="5866073"/>
                  <a:pt x="2940182" y="5800478"/>
                </a:cubicBezTo>
                <a:cubicBezTo>
                  <a:pt x="2946431" y="5794231"/>
                  <a:pt x="2952680" y="5778613"/>
                  <a:pt x="2952680" y="5772366"/>
                </a:cubicBezTo>
                <a:cubicBezTo>
                  <a:pt x="2902688" y="5609940"/>
                  <a:pt x="2915186" y="5447514"/>
                  <a:pt x="2955805" y="5285088"/>
                </a:cubicBezTo>
                <a:cubicBezTo>
                  <a:pt x="3005797" y="5085180"/>
                  <a:pt x="3090159" y="4897765"/>
                  <a:pt x="3183895" y="4713474"/>
                </a:cubicBezTo>
                <a:cubicBezTo>
                  <a:pt x="3349495" y="4394870"/>
                  <a:pt x="3543216" y="4095006"/>
                  <a:pt x="3740061" y="3792020"/>
                </a:cubicBezTo>
                <a:cubicBezTo>
                  <a:pt x="4005646" y="3382832"/>
                  <a:pt x="4277480" y="2976767"/>
                  <a:pt x="4536816" y="2564455"/>
                </a:cubicBezTo>
                <a:cubicBezTo>
                  <a:pt x="4777405" y="2183379"/>
                  <a:pt x="4996122" y="1789809"/>
                  <a:pt x="5167971" y="1371250"/>
                </a:cubicBezTo>
                <a:cubicBezTo>
                  <a:pt x="5283579" y="1090128"/>
                  <a:pt x="5377315" y="802760"/>
                  <a:pt x="5421058" y="499773"/>
                </a:cubicBezTo>
                <a:cubicBezTo>
                  <a:pt x="5442930" y="343594"/>
                  <a:pt x="5452303" y="187416"/>
                  <a:pt x="5442930" y="31237"/>
                </a:cubicBezTo>
                <a:cubicBezTo>
                  <a:pt x="5439805" y="21866"/>
                  <a:pt x="5442930" y="9372"/>
                  <a:pt x="5442930" y="1"/>
                </a:cubicBezTo>
                <a:cubicBezTo>
                  <a:pt x="3627578" y="1"/>
                  <a:pt x="1812227" y="1"/>
                  <a:pt x="0" y="1"/>
                </a:cubicBezTo>
                <a:close/>
              </a:path>
            </a:pathLst>
          </a:custGeom>
          <a:noFill/>
        </p:spPr>
        <p:txBody>
          <a:bodyPr wrap="square" anchor="ctr">
            <a:noAutofit/>
          </a:bodyPr>
          <a:lstStyle>
            <a:lvl1pPr algn="ctr">
              <a:defRPr/>
            </a:lvl1pPr>
          </a:lstStyle>
          <a:p>
            <a:r>
              <a:rPr lang="en-US" dirty="0"/>
              <a:t>Click icon to add picture</a:t>
            </a:r>
            <a:endParaRPr lang="pt-PT" dirty="0"/>
          </a:p>
        </p:txBody>
      </p:sp>
      <p:sp>
        <p:nvSpPr>
          <p:cNvPr id="11" name="Title Placeholder 1">
            <a:extLst>
              <a:ext uri="{FF2B5EF4-FFF2-40B4-BE49-F238E27FC236}">
                <a16:creationId xmlns:a16="http://schemas.microsoft.com/office/drawing/2014/main" id="{AC165F49-BCC1-4C3B-91C3-5D1BB415ABF1}"/>
              </a:ext>
            </a:extLst>
          </p:cNvPr>
          <p:cNvSpPr>
            <a:spLocks noGrp="1"/>
          </p:cNvSpPr>
          <p:nvPr>
            <p:ph type="title" hasCustomPrompt="1"/>
          </p:nvPr>
        </p:nvSpPr>
        <p:spPr>
          <a:xfrm>
            <a:off x="407988" y="649981"/>
            <a:ext cx="4319860" cy="1194843"/>
          </a:xfrm>
          <a:prstGeom prst="rect">
            <a:avLst/>
          </a:prstGeom>
        </p:spPr>
        <p:txBody>
          <a:bodyPr vert="horz" lIns="0" tIns="0" rIns="0" bIns="0" rtlCol="0" anchor="b">
            <a:normAutofit/>
          </a:bodyPr>
          <a:lstStyle>
            <a:lvl1pPr>
              <a:lnSpc>
                <a:spcPts val="3000"/>
              </a:lnSpc>
              <a:defRPr sz="2600">
                <a:solidFill>
                  <a:srgbClr val="12ABDB"/>
                </a:solidFill>
              </a:defRPr>
            </a:lvl1pPr>
          </a:lstStyle>
          <a:p>
            <a:r>
              <a:rPr lang="en-US" dirty="0"/>
              <a:t>Click to insert title</a:t>
            </a:r>
            <a:endParaRPr lang="pt-PT" dirty="0"/>
          </a:p>
        </p:txBody>
      </p:sp>
      <p:sp>
        <p:nvSpPr>
          <p:cNvPr id="12" name="Text Placeholder 7">
            <a:extLst>
              <a:ext uri="{FF2B5EF4-FFF2-40B4-BE49-F238E27FC236}">
                <a16:creationId xmlns:a16="http://schemas.microsoft.com/office/drawing/2014/main" id="{98BC8B91-D2A3-4F52-B4E2-1C3C1B691942}"/>
              </a:ext>
            </a:extLst>
          </p:cNvPr>
          <p:cNvSpPr>
            <a:spLocks noGrp="1"/>
          </p:cNvSpPr>
          <p:nvPr>
            <p:ph type="body" sz="quarter" idx="32" hasCustomPrompt="1"/>
          </p:nvPr>
        </p:nvSpPr>
        <p:spPr>
          <a:xfrm>
            <a:off x="407988" y="1988840"/>
            <a:ext cx="3599780" cy="1152127"/>
          </a:xfrm>
          <a:prstGeom prst="rect">
            <a:avLst/>
          </a:prstGeom>
        </p:spPr>
        <p:txBody>
          <a:bodyPr lIns="0" tIns="0" rIns="0" bIns="0">
            <a:noAutofit/>
          </a:bodyPr>
          <a:lstStyle>
            <a:lvl1pPr>
              <a:lnSpc>
                <a:spcPct val="100000"/>
              </a:lnSpc>
              <a:defRPr sz="180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Click to insert text</a:t>
            </a:r>
          </a:p>
        </p:txBody>
      </p:sp>
      <p:sp>
        <p:nvSpPr>
          <p:cNvPr id="2" name="Date Placeholder 1"/>
          <p:cNvSpPr>
            <a:spLocks noGrp="1"/>
          </p:cNvSpPr>
          <p:nvPr>
            <p:ph type="dt" sz="half" idx="33"/>
          </p:nvPr>
        </p:nvSpPr>
        <p:spPr>
          <a:xfrm>
            <a:off x="407988" y="6555971"/>
            <a:ext cx="2829007" cy="219456"/>
          </a:xfrm>
          <a:prstGeom prst="rect">
            <a:avLst/>
          </a:prstGeom>
        </p:spPr>
        <p:txBody>
          <a:bodyPr/>
          <a:lstStyle/>
          <a:p>
            <a:pPr>
              <a:lnSpc>
                <a:spcPct val="85000"/>
              </a:lnSpc>
            </a:pPr>
            <a:fld id="{EF4CB5A7-ED10-4747-B1ED-31991CF0E6AA}" type="datetime1">
              <a:rPr lang="en-GB"/>
              <a:pPr>
                <a:lnSpc>
                  <a:spcPct val="85000"/>
                </a:lnSpc>
              </a:pPr>
              <a:t>18/12/2020</a:t>
            </a:fld>
            <a:endParaRPr lang="en-US" dirty="0"/>
          </a:p>
        </p:txBody>
      </p:sp>
      <p:sp>
        <p:nvSpPr>
          <p:cNvPr id="3" name="Footer Placeholder 2"/>
          <p:cNvSpPr>
            <a:spLocks noGrp="1"/>
          </p:cNvSpPr>
          <p:nvPr>
            <p:ph type="ftr" sz="quarter" idx="34"/>
          </p:nvPr>
        </p:nvSpPr>
        <p:spPr>
          <a:xfrm>
            <a:off x="9324107" y="6555758"/>
            <a:ext cx="2223686" cy="219456"/>
          </a:xfrm>
          <a:prstGeom prst="rect">
            <a:avLst/>
          </a:prstGeom>
        </p:spPr>
        <p:txBody>
          <a:bodyPr/>
          <a:lstStyle/>
          <a:p>
            <a:r>
              <a:rPr lang="en-US" dirty="0">
                <a:solidFill>
                  <a:srgbClr val="EDEDED">
                    <a:lumMod val="50000"/>
                  </a:srgbClr>
                </a:solidFill>
              </a:rPr>
              <a:t>Slide # </a:t>
            </a:r>
          </a:p>
        </p:txBody>
      </p:sp>
      <p:sp>
        <p:nvSpPr>
          <p:cNvPr id="4" name="Slide Number Placeholder 3"/>
          <p:cNvSpPr>
            <a:spLocks noGrp="1"/>
          </p:cNvSpPr>
          <p:nvPr>
            <p:ph type="sldNum" sz="quarter" idx="35"/>
          </p:nvPr>
        </p:nvSpPr>
        <p:spPr>
          <a:xfrm>
            <a:off x="11784013" y="6555758"/>
            <a:ext cx="123754" cy="215444"/>
          </a:xfrm>
          <a:prstGeom prst="rect">
            <a:avLst/>
          </a:prstGeom>
        </p:spPr>
        <p:txBody>
          <a:bodyPr/>
          <a:lstStyle/>
          <a:p>
            <a:pPr algn="r"/>
            <a:fld id="{DD205EFF-948D-4AF6-B54C-65639188FB5F}" type="slidenum">
              <a:rPr lang="en-US">
                <a:solidFill>
                  <a:srgbClr val="EDEDED">
                    <a:lumMod val="50000"/>
                  </a:srgbClr>
                </a:solidFill>
              </a:rPr>
              <a:pPr algn="r"/>
              <a:t>‹#›</a:t>
            </a:fld>
            <a:endParaRPr lang="en-US" dirty="0">
              <a:solidFill>
                <a:srgbClr val="EDEDED">
                  <a:lumMod val="50000"/>
                </a:srgbClr>
              </a:solidFill>
            </a:endParaRPr>
          </a:p>
        </p:txBody>
      </p:sp>
    </p:spTree>
    <p:extLst>
      <p:ext uri="{BB962C8B-B14F-4D97-AF65-F5344CB8AC3E}">
        <p14:creationId xmlns:p14="http://schemas.microsoft.com/office/powerpoint/2010/main" val="3131909161"/>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1_Image and Text 3">
    <p:spTree>
      <p:nvGrpSpPr>
        <p:cNvPr id="1" name=""/>
        <p:cNvGrpSpPr/>
        <p:nvPr/>
      </p:nvGrpSpPr>
      <p:grpSpPr>
        <a:xfrm>
          <a:off x="0" y="0"/>
          <a:ext cx="0" cy="0"/>
          <a:chOff x="0" y="0"/>
          <a:chExt cx="0" cy="0"/>
        </a:xfrm>
      </p:grpSpPr>
      <p:graphicFrame>
        <p:nvGraphicFramePr>
          <p:cNvPr id="9" name="Object 8" hidden="1"/>
          <p:cNvGraphicFramePr>
            <a:graphicFrameLocks noChangeAspect="1"/>
          </p:cNvGraphicFramePr>
          <p:nvPr userDrawn="1">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38671"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8" name="Freeform 5"/>
          <p:cNvSpPr>
            <a:spLocks/>
          </p:cNvSpPr>
          <p:nvPr userDrawn="1"/>
        </p:nvSpPr>
        <p:spPr bwMode="auto">
          <a:xfrm>
            <a:off x="0" y="0"/>
            <a:ext cx="9372600" cy="6858000"/>
          </a:xfrm>
          <a:custGeom>
            <a:avLst/>
            <a:gdLst>
              <a:gd name="T0" fmla="*/ 810 w 2953"/>
              <a:gd name="T1" fmla="*/ 2160 h 2160"/>
              <a:gd name="T2" fmla="*/ 0 w 2953"/>
              <a:gd name="T3" fmla="*/ 2160 h 2160"/>
              <a:gd name="T4" fmla="*/ 0 w 2953"/>
              <a:gd name="T5" fmla="*/ 0 h 2160"/>
              <a:gd name="T6" fmla="*/ 2953 w 2953"/>
              <a:gd name="T7" fmla="*/ 0 h 2160"/>
              <a:gd name="T8" fmla="*/ 2951 w 2953"/>
              <a:gd name="T9" fmla="*/ 9 h 2160"/>
              <a:gd name="T10" fmla="*/ 2912 w 2953"/>
              <a:gd name="T11" fmla="*/ 104 h 2160"/>
              <a:gd name="T12" fmla="*/ 2689 w 2953"/>
              <a:gd name="T13" fmla="*/ 359 h 2160"/>
              <a:gd name="T14" fmla="*/ 2421 w 2953"/>
              <a:gd name="T15" fmla="*/ 509 h 2160"/>
              <a:gd name="T16" fmla="*/ 1974 w 2953"/>
              <a:gd name="T17" fmla="*/ 701 h 2160"/>
              <a:gd name="T18" fmla="*/ 1632 w 2953"/>
              <a:gd name="T19" fmla="*/ 876 h 2160"/>
              <a:gd name="T20" fmla="*/ 1411 w 2953"/>
              <a:gd name="T21" fmla="*/ 1047 h 2160"/>
              <a:gd name="T22" fmla="*/ 1306 w 2953"/>
              <a:gd name="T23" fmla="*/ 1219 h 2160"/>
              <a:gd name="T24" fmla="*/ 1303 w 2953"/>
              <a:gd name="T25" fmla="*/ 1459 h 2160"/>
              <a:gd name="T26" fmla="*/ 1396 w 2953"/>
              <a:gd name="T27" fmla="*/ 1682 h 2160"/>
              <a:gd name="T28" fmla="*/ 1403 w 2953"/>
              <a:gd name="T29" fmla="*/ 1695 h 2160"/>
              <a:gd name="T30" fmla="*/ 1398 w 2953"/>
              <a:gd name="T31" fmla="*/ 1700 h 2160"/>
              <a:gd name="T32" fmla="*/ 882 w 2953"/>
              <a:gd name="T33" fmla="*/ 2110 h 2160"/>
              <a:gd name="T34" fmla="*/ 810 w 2953"/>
              <a:gd name="T35" fmla="*/ 2160 h 2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953" h="2160">
                <a:moveTo>
                  <a:pt x="810" y="2160"/>
                </a:moveTo>
                <a:cubicBezTo>
                  <a:pt x="540" y="2160"/>
                  <a:pt x="270" y="2160"/>
                  <a:pt x="0" y="2160"/>
                </a:cubicBezTo>
                <a:cubicBezTo>
                  <a:pt x="0" y="1440"/>
                  <a:pt x="0" y="720"/>
                  <a:pt x="0" y="0"/>
                </a:cubicBezTo>
                <a:cubicBezTo>
                  <a:pt x="984" y="0"/>
                  <a:pt x="1969" y="0"/>
                  <a:pt x="2953" y="0"/>
                </a:cubicBezTo>
                <a:cubicBezTo>
                  <a:pt x="2952" y="3"/>
                  <a:pt x="2952" y="6"/>
                  <a:pt x="2951" y="9"/>
                </a:cubicBezTo>
                <a:cubicBezTo>
                  <a:pt x="2938" y="41"/>
                  <a:pt x="2927" y="73"/>
                  <a:pt x="2912" y="104"/>
                </a:cubicBezTo>
                <a:cubicBezTo>
                  <a:pt x="2859" y="208"/>
                  <a:pt x="2782" y="290"/>
                  <a:pt x="2689" y="359"/>
                </a:cubicBezTo>
                <a:cubicBezTo>
                  <a:pt x="2607" y="421"/>
                  <a:pt x="2516" y="468"/>
                  <a:pt x="2421" y="509"/>
                </a:cubicBezTo>
                <a:cubicBezTo>
                  <a:pt x="2272" y="572"/>
                  <a:pt x="2123" y="636"/>
                  <a:pt x="1974" y="701"/>
                </a:cubicBezTo>
                <a:cubicBezTo>
                  <a:pt x="1857" y="753"/>
                  <a:pt x="1742" y="809"/>
                  <a:pt x="1632" y="876"/>
                </a:cubicBezTo>
                <a:cubicBezTo>
                  <a:pt x="1551" y="924"/>
                  <a:pt x="1475" y="978"/>
                  <a:pt x="1411" y="1047"/>
                </a:cubicBezTo>
                <a:cubicBezTo>
                  <a:pt x="1364" y="1097"/>
                  <a:pt x="1327" y="1153"/>
                  <a:pt x="1306" y="1219"/>
                </a:cubicBezTo>
                <a:cubicBezTo>
                  <a:pt x="1280" y="1299"/>
                  <a:pt x="1283" y="1379"/>
                  <a:pt x="1303" y="1459"/>
                </a:cubicBezTo>
                <a:cubicBezTo>
                  <a:pt x="1323" y="1538"/>
                  <a:pt x="1357" y="1612"/>
                  <a:pt x="1396" y="1682"/>
                </a:cubicBezTo>
                <a:cubicBezTo>
                  <a:pt x="1399" y="1687"/>
                  <a:pt x="1401" y="1691"/>
                  <a:pt x="1403" y="1695"/>
                </a:cubicBezTo>
                <a:cubicBezTo>
                  <a:pt x="1401" y="1697"/>
                  <a:pt x="1399" y="1698"/>
                  <a:pt x="1398" y="1700"/>
                </a:cubicBezTo>
                <a:cubicBezTo>
                  <a:pt x="1232" y="1845"/>
                  <a:pt x="1061" y="1983"/>
                  <a:pt x="882" y="2110"/>
                </a:cubicBezTo>
                <a:cubicBezTo>
                  <a:pt x="858" y="2127"/>
                  <a:pt x="834" y="2143"/>
                  <a:pt x="810" y="2160"/>
                </a:cubicBez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de-DE">
              <a:solidFill>
                <a:srgbClr val="000000"/>
              </a:solidFill>
            </a:endParaRPr>
          </a:p>
        </p:txBody>
      </p:sp>
      <p:sp>
        <p:nvSpPr>
          <p:cNvPr id="16" name="Picture Placeholder 15">
            <a:extLst>
              <a:ext uri="{FF2B5EF4-FFF2-40B4-BE49-F238E27FC236}">
                <a16:creationId xmlns:a16="http://schemas.microsoft.com/office/drawing/2014/main" id="{218E0C47-FBAF-440E-A6A0-9D14AE6071F8}"/>
              </a:ext>
            </a:extLst>
          </p:cNvPr>
          <p:cNvSpPr>
            <a:spLocks noGrp="1"/>
          </p:cNvSpPr>
          <p:nvPr>
            <p:ph type="pic" sz="quarter" idx="10"/>
          </p:nvPr>
        </p:nvSpPr>
        <p:spPr>
          <a:xfrm>
            <a:off x="0" y="-1"/>
            <a:ext cx="12192000" cy="6857998"/>
          </a:xfrm>
          <a:custGeom>
            <a:avLst/>
            <a:gdLst>
              <a:gd name="connsiteX0" fmla="*/ 0 w 12192000"/>
              <a:gd name="connsiteY0" fmla="*/ 0 h 6857998"/>
              <a:gd name="connsiteX1" fmla="*/ 12192000 w 12192000"/>
              <a:gd name="connsiteY1" fmla="*/ 0 h 6857998"/>
              <a:gd name="connsiteX2" fmla="*/ 12192000 w 12192000"/>
              <a:gd name="connsiteY2" fmla="*/ 6857998 h 6857998"/>
              <a:gd name="connsiteX3" fmla="*/ 2570884 w 12192000"/>
              <a:gd name="connsiteY3" fmla="*/ 6857998 h 6857998"/>
              <a:gd name="connsiteX4" fmla="*/ 2799402 w 12192000"/>
              <a:gd name="connsiteY4" fmla="*/ 6699251 h 6857998"/>
              <a:gd name="connsiteX5" fmla="*/ 4437147 w 12192000"/>
              <a:gd name="connsiteY5" fmla="*/ 5397501 h 6857998"/>
              <a:gd name="connsiteX6" fmla="*/ 4453017 w 12192000"/>
              <a:gd name="connsiteY6" fmla="*/ 5381626 h 6857998"/>
              <a:gd name="connsiteX7" fmla="*/ 4430799 w 12192000"/>
              <a:gd name="connsiteY7" fmla="*/ 5340351 h 6857998"/>
              <a:gd name="connsiteX8" fmla="*/ 4135624 w 12192000"/>
              <a:gd name="connsiteY8" fmla="*/ 4632326 h 6857998"/>
              <a:gd name="connsiteX9" fmla="*/ 4145146 w 12192000"/>
              <a:gd name="connsiteY9" fmla="*/ 3870326 h 6857998"/>
              <a:gd name="connsiteX10" fmla="*/ 4478408 w 12192000"/>
              <a:gd name="connsiteY10" fmla="*/ 3324226 h 6857998"/>
              <a:gd name="connsiteX11" fmla="*/ 5179846 w 12192000"/>
              <a:gd name="connsiteY11" fmla="*/ 2781301 h 6857998"/>
              <a:gd name="connsiteX12" fmla="*/ 6265328 w 12192000"/>
              <a:gd name="connsiteY12" fmla="*/ 2225676 h 6857998"/>
              <a:gd name="connsiteX13" fmla="*/ 7684072 w 12192000"/>
              <a:gd name="connsiteY13" fmla="*/ 1616076 h 6857998"/>
              <a:gd name="connsiteX14" fmla="*/ 8534684 w 12192000"/>
              <a:gd name="connsiteY14" fmla="*/ 1139826 h 6857998"/>
              <a:gd name="connsiteX15" fmla="*/ 9242469 w 12192000"/>
              <a:gd name="connsiteY15" fmla="*/ 330201 h 6857998"/>
              <a:gd name="connsiteX16" fmla="*/ 9366252 w 12192000"/>
              <a:gd name="connsiteY16" fmla="*/ 28576 h 6857998"/>
              <a:gd name="connsiteX17" fmla="*/ 9372600 w 12192000"/>
              <a:gd name="connsiteY17" fmla="*/ 1 h 6857998"/>
              <a:gd name="connsiteX18" fmla="*/ 0 w 12192000"/>
              <a:gd name="connsiteY18" fmla="*/ 1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2192000" h="6857998">
                <a:moveTo>
                  <a:pt x="0" y="0"/>
                </a:moveTo>
                <a:lnTo>
                  <a:pt x="12192000" y="0"/>
                </a:lnTo>
                <a:lnTo>
                  <a:pt x="12192000" y="6857998"/>
                </a:lnTo>
                <a:lnTo>
                  <a:pt x="2570884" y="6857998"/>
                </a:lnTo>
                <a:lnTo>
                  <a:pt x="2799402" y="6699251"/>
                </a:lnTo>
                <a:cubicBezTo>
                  <a:pt x="3367535" y="6296026"/>
                  <a:pt x="3910276" y="5857876"/>
                  <a:pt x="4437147" y="5397501"/>
                </a:cubicBezTo>
                <a:cubicBezTo>
                  <a:pt x="4440322" y="5391151"/>
                  <a:pt x="4446669" y="5387976"/>
                  <a:pt x="4453017" y="5381626"/>
                </a:cubicBezTo>
                <a:cubicBezTo>
                  <a:pt x="4446669" y="5368926"/>
                  <a:pt x="4440322" y="5356226"/>
                  <a:pt x="4430799" y="5340351"/>
                </a:cubicBezTo>
                <a:cubicBezTo>
                  <a:pt x="4307016" y="5118101"/>
                  <a:pt x="4199103" y="4883151"/>
                  <a:pt x="4135624" y="4632326"/>
                </a:cubicBezTo>
                <a:cubicBezTo>
                  <a:pt x="4072146" y="4378326"/>
                  <a:pt x="4062624" y="4124326"/>
                  <a:pt x="4145146" y="3870326"/>
                </a:cubicBezTo>
                <a:cubicBezTo>
                  <a:pt x="4211798" y="3660776"/>
                  <a:pt x="4329234" y="3482976"/>
                  <a:pt x="4478408" y="3324226"/>
                </a:cubicBezTo>
                <a:cubicBezTo>
                  <a:pt x="4681539" y="3105151"/>
                  <a:pt x="4922758" y="2933701"/>
                  <a:pt x="5179846" y="2781301"/>
                </a:cubicBezTo>
                <a:cubicBezTo>
                  <a:pt x="5528977" y="2568576"/>
                  <a:pt x="5893979" y="2390776"/>
                  <a:pt x="6265328" y="2225676"/>
                </a:cubicBezTo>
                <a:cubicBezTo>
                  <a:pt x="6738243" y="2019301"/>
                  <a:pt x="7211157" y="1816101"/>
                  <a:pt x="7684072" y="1616076"/>
                </a:cubicBezTo>
                <a:cubicBezTo>
                  <a:pt x="7985595" y="1485901"/>
                  <a:pt x="8274422" y="1336676"/>
                  <a:pt x="8534684" y="1139826"/>
                </a:cubicBezTo>
                <a:cubicBezTo>
                  <a:pt x="8829859" y="920751"/>
                  <a:pt x="9074251" y="660401"/>
                  <a:pt x="9242469" y="330201"/>
                </a:cubicBezTo>
                <a:cubicBezTo>
                  <a:pt x="9290078" y="231776"/>
                  <a:pt x="9324991" y="130176"/>
                  <a:pt x="9366252" y="28576"/>
                </a:cubicBezTo>
                <a:cubicBezTo>
                  <a:pt x="9369426" y="19051"/>
                  <a:pt x="9369426" y="9526"/>
                  <a:pt x="9372600" y="1"/>
                </a:cubicBezTo>
                <a:cubicBezTo>
                  <a:pt x="6249458" y="1"/>
                  <a:pt x="3123142" y="1"/>
                  <a:pt x="0" y="1"/>
                </a:cubicBezTo>
                <a:close/>
              </a:path>
            </a:pathLst>
          </a:custGeom>
          <a:noFill/>
        </p:spPr>
        <p:txBody>
          <a:bodyPr wrap="square" anchor="ctr">
            <a:noAutofit/>
          </a:bodyPr>
          <a:lstStyle>
            <a:lvl1pPr algn="ctr">
              <a:defRPr/>
            </a:lvl1pPr>
          </a:lstStyle>
          <a:p>
            <a:r>
              <a:rPr lang="en-US" dirty="0"/>
              <a:t>Click icon to add picture</a:t>
            </a:r>
            <a:endParaRPr lang="pt-PT" dirty="0"/>
          </a:p>
        </p:txBody>
      </p:sp>
      <p:sp>
        <p:nvSpPr>
          <p:cNvPr id="11" name="Title Placeholder 1">
            <a:extLst>
              <a:ext uri="{FF2B5EF4-FFF2-40B4-BE49-F238E27FC236}">
                <a16:creationId xmlns:a16="http://schemas.microsoft.com/office/drawing/2014/main" id="{AC165F49-BCC1-4C3B-91C3-5D1BB415ABF1}"/>
              </a:ext>
            </a:extLst>
          </p:cNvPr>
          <p:cNvSpPr>
            <a:spLocks noGrp="1"/>
          </p:cNvSpPr>
          <p:nvPr>
            <p:ph type="title" hasCustomPrompt="1"/>
          </p:nvPr>
        </p:nvSpPr>
        <p:spPr>
          <a:xfrm>
            <a:off x="407988" y="649981"/>
            <a:ext cx="4319860" cy="1194843"/>
          </a:xfrm>
          <a:prstGeom prst="rect">
            <a:avLst/>
          </a:prstGeom>
        </p:spPr>
        <p:txBody>
          <a:bodyPr vert="horz" lIns="0" tIns="0" rIns="0" bIns="0" rtlCol="0" anchor="b">
            <a:normAutofit/>
          </a:bodyPr>
          <a:lstStyle>
            <a:lvl1pPr>
              <a:lnSpc>
                <a:spcPts val="3000"/>
              </a:lnSpc>
              <a:defRPr sz="2600">
                <a:solidFill>
                  <a:srgbClr val="12ABDB"/>
                </a:solidFill>
              </a:defRPr>
            </a:lvl1pPr>
          </a:lstStyle>
          <a:p>
            <a:r>
              <a:rPr lang="en-US" dirty="0"/>
              <a:t>Click to insert title</a:t>
            </a:r>
            <a:endParaRPr lang="pt-PT" dirty="0"/>
          </a:p>
        </p:txBody>
      </p:sp>
      <p:sp>
        <p:nvSpPr>
          <p:cNvPr id="12" name="Text Placeholder 7">
            <a:extLst>
              <a:ext uri="{FF2B5EF4-FFF2-40B4-BE49-F238E27FC236}">
                <a16:creationId xmlns:a16="http://schemas.microsoft.com/office/drawing/2014/main" id="{98BC8B91-D2A3-4F52-B4E2-1C3C1B691942}"/>
              </a:ext>
            </a:extLst>
          </p:cNvPr>
          <p:cNvSpPr>
            <a:spLocks noGrp="1"/>
          </p:cNvSpPr>
          <p:nvPr>
            <p:ph type="body" sz="quarter" idx="32" hasCustomPrompt="1"/>
          </p:nvPr>
        </p:nvSpPr>
        <p:spPr>
          <a:xfrm>
            <a:off x="407988" y="1988840"/>
            <a:ext cx="3709150" cy="1152127"/>
          </a:xfrm>
          <a:prstGeom prst="rect">
            <a:avLst/>
          </a:prstGeom>
        </p:spPr>
        <p:txBody>
          <a:bodyPr lIns="0" tIns="0" rIns="0" bIns="0">
            <a:noAutofit/>
          </a:bodyPr>
          <a:lstStyle>
            <a:lvl1pPr>
              <a:lnSpc>
                <a:spcPct val="100000"/>
              </a:lnSpc>
              <a:defRPr sz="180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Click to insert text</a:t>
            </a:r>
          </a:p>
        </p:txBody>
      </p:sp>
      <p:sp>
        <p:nvSpPr>
          <p:cNvPr id="2" name="Date Placeholder 1"/>
          <p:cNvSpPr>
            <a:spLocks noGrp="1"/>
          </p:cNvSpPr>
          <p:nvPr>
            <p:ph type="dt" sz="half" idx="33"/>
          </p:nvPr>
        </p:nvSpPr>
        <p:spPr>
          <a:xfrm>
            <a:off x="407988" y="6555971"/>
            <a:ext cx="2829007" cy="219456"/>
          </a:xfrm>
          <a:prstGeom prst="rect">
            <a:avLst/>
          </a:prstGeom>
        </p:spPr>
        <p:txBody>
          <a:bodyPr/>
          <a:lstStyle>
            <a:lvl1pPr>
              <a:defRPr>
                <a:solidFill>
                  <a:schemeClr val="bg2">
                    <a:lumMod val="90000"/>
                  </a:schemeClr>
                </a:solidFill>
              </a:defRPr>
            </a:lvl1pPr>
          </a:lstStyle>
          <a:p>
            <a:pPr>
              <a:lnSpc>
                <a:spcPct val="85000"/>
              </a:lnSpc>
            </a:pPr>
            <a:fld id="{21AB965A-3425-4667-9035-EE1EA647173B}" type="datetime1">
              <a:rPr lang="en-GB" smtClean="0">
                <a:solidFill>
                  <a:srgbClr val="EDEDED">
                    <a:lumMod val="90000"/>
                  </a:srgbClr>
                </a:solidFill>
              </a:rPr>
              <a:pPr>
                <a:lnSpc>
                  <a:spcPct val="85000"/>
                </a:lnSpc>
              </a:pPr>
              <a:t>18/12/2020</a:t>
            </a:fld>
            <a:endParaRPr lang="en-US" dirty="0">
              <a:solidFill>
                <a:srgbClr val="EDEDED">
                  <a:lumMod val="90000"/>
                </a:srgbClr>
              </a:solidFill>
            </a:endParaRPr>
          </a:p>
        </p:txBody>
      </p:sp>
      <p:sp>
        <p:nvSpPr>
          <p:cNvPr id="3" name="Footer Placeholder 2"/>
          <p:cNvSpPr>
            <a:spLocks noGrp="1"/>
          </p:cNvSpPr>
          <p:nvPr>
            <p:ph type="ftr" sz="quarter" idx="34"/>
          </p:nvPr>
        </p:nvSpPr>
        <p:spPr>
          <a:xfrm>
            <a:off x="9324107" y="6555758"/>
            <a:ext cx="2223686" cy="219456"/>
          </a:xfrm>
          <a:prstGeom prst="rect">
            <a:avLst/>
          </a:prstGeom>
        </p:spPr>
        <p:txBody>
          <a:bodyPr/>
          <a:lstStyle/>
          <a:p>
            <a:r>
              <a:rPr lang="en-US" dirty="0">
                <a:solidFill>
                  <a:srgbClr val="EDEDED">
                    <a:lumMod val="50000"/>
                  </a:srgbClr>
                </a:solidFill>
              </a:rPr>
              <a:t>Slide # </a:t>
            </a:r>
          </a:p>
        </p:txBody>
      </p:sp>
      <p:sp>
        <p:nvSpPr>
          <p:cNvPr id="4" name="Slide Number Placeholder 3"/>
          <p:cNvSpPr>
            <a:spLocks noGrp="1"/>
          </p:cNvSpPr>
          <p:nvPr>
            <p:ph type="sldNum" sz="quarter" idx="35"/>
          </p:nvPr>
        </p:nvSpPr>
        <p:spPr>
          <a:xfrm>
            <a:off x="11784013" y="6555758"/>
            <a:ext cx="123754" cy="215444"/>
          </a:xfrm>
          <a:prstGeom prst="rect">
            <a:avLst/>
          </a:prstGeom>
        </p:spPr>
        <p:txBody>
          <a:bodyPr/>
          <a:lstStyle/>
          <a:p>
            <a:pPr algn="r"/>
            <a:fld id="{DD205EFF-948D-4AF6-B54C-65639188FB5F}" type="slidenum">
              <a:rPr lang="en-US">
                <a:solidFill>
                  <a:srgbClr val="EDEDED">
                    <a:lumMod val="50000"/>
                  </a:srgbClr>
                </a:solidFill>
              </a:rPr>
              <a:pPr algn="r"/>
              <a:t>‹#›</a:t>
            </a:fld>
            <a:endParaRPr lang="en-US" dirty="0">
              <a:solidFill>
                <a:srgbClr val="EDEDED">
                  <a:lumMod val="50000"/>
                </a:srgbClr>
              </a:solidFill>
            </a:endParaRPr>
          </a:p>
        </p:txBody>
      </p:sp>
    </p:spTree>
    <p:extLst>
      <p:ext uri="{BB962C8B-B14F-4D97-AF65-F5344CB8AC3E}">
        <p14:creationId xmlns:p14="http://schemas.microsoft.com/office/powerpoint/2010/main" val="2472792223"/>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1_Technology Image">
    <p:bg>
      <p:bgRef idx="1001">
        <a:schemeClr val="bg1"/>
      </p:bgRef>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5A5BCC8E-52FE-4AF2-85A3-02F305A6057A}"/>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0880" b="30671"/>
          <a:stretch/>
        </p:blipFill>
        <p:spPr>
          <a:xfrm flipH="1">
            <a:off x="3886200" y="812801"/>
            <a:ext cx="8305800" cy="6045199"/>
          </a:xfrm>
          <a:prstGeom prst="rect">
            <a:avLst/>
          </a:prstGeom>
        </p:spPr>
      </p:pic>
      <p:sp>
        <p:nvSpPr>
          <p:cNvPr id="8" name="Picture Placeholder 17">
            <a:extLst>
              <a:ext uri="{FF2B5EF4-FFF2-40B4-BE49-F238E27FC236}">
                <a16:creationId xmlns:a16="http://schemas.microsoft.com/office/drawing/2014/main" id="{EDC88BCB-F476-4BB6-A735-9D28ECF2EBD5}"/>
              </a:ext>
            </a:extLst>
          </p:cNvPr>
          <p:cNvSpPr>
            <a:spLocks noGrp="1"/>
          </p:cNvSpPr>
          <p:nvPr>
            <p:ph type="pic" sz="quarter" idx="10"/>
          </p:nvPr>
        </p:nvSpPr>
        <p:spPr>
          <a:xfrm>
            <a:off x="0" y="-1"/>
            <a:ext cx="7358743" cy="6857998"/>
          </a:xfrm>
          <a:prstGeom prst="rect">
            <a:avLst/>
          </a:prstGeom>
          <a:noFill/>
        </p:spPr>
        <p:txBody>
          <a:bodyPr anchor="ctr"/>
          <a:lstStyle>
            <a:lvl1pPr algn="ctr">
              <a:defRPr/>
            </a:lvl1pPr>
          </a:lstStyle>
          <a:p>
            <a:r>
              <a:rPr lang="en-US" dirty="0"/>
              <a:t>Click icon to add picture</a:t>
            </a:r>
            <a:endParaRPr lang="pt-PT" dirty="0"/>
          </a:p>
        </p:txBody>
      </p:sp>
      <p:sp>
        <p:nvSpPr>
          <p:cNvPr id="9" name="Title Placeholder 1">
            <a:extLst>
              <a:ext uri="{FF2B5EF4-FFF2-40B4-BE49-F238E27FC236}">
                <a16:creationId xmlns:a16="http://schemas.microsoft.com/office/drawing/2014/main" id="{1EA78C13-ABAA-4BAC-9CD6-3FC2F2788217}"/>
              </a:ext>
            </a:extLst>
          </p:cNvPr>
          <p:cNvSpPr>
            <a:spLocks noGrp="1"/>
          </p:cNvSpPr>
          <p:nvPr>
            <p:ph type="title" hasCustomPrompt="1"/>
          </p:nvPr>
        </p:nvSpPr>
        <p:spPr>
          <a:xfrm>
            <a:off x="7641936" y="1917275"/>
            <a:ext cx="4142078" cy="1727749"/>
          </a:xfrm>
          <a:prstGeom prst="rect">
            <a:avLst/>
          </a:prstGeom>
        </p:spPr>
        <p:txBody>
          <a:bodyPr vert="horz" lIns="0" tIns="0" rIns="0" bIns="0" rtlCol="0" anchor="b">
            <a:normAutofit/>
          </a:bodyPr>
          <a:lstStyle>
            <a:lvl1pPr algn="r">
              <a:lnSpc>
                <a:spcPts val="3000"/>
              </a:lnSpc>
              <a:defRPr sz="2600">
                <a:solidFill>
                  <a:srgbClr val="95E616"/>
                </a:solidFill>
              </a:defRPr>
            </a:lvl1pPr>
          </a:lstStyle>
          <a:p>
            <a:r>
              <a:rPr lang="en-US" dirty="0"/>
              <a:t>Click to insert title</a:t>
            </a:r>
            <a:endParaRPr lang="pt-PT" dirty="0"/>
          </a:p>
        </p:txBody>
      </p:sp>
      <p:sp>
        <p:nvSpPr>
          <p:cNvPr id="10" name="Text Placeholder 7">
            <a:extLst>
              <a:ext uri="{FF2B5EF4-FFF2-40B4-BE49-F238E27FC236}">
                <a16:creationId xmlns:a16="http://schemas.microsoft.com/office/drawing/2014/main" id="{235AC200-82C6-49D0-B50C-8C2A4A3A2B93}"/>
              </a:ext>
            </a:extLst>
          </p:cNvPr>
          <p:cNvSpPr>
            <a:spLocks noGrp="1"/>
          </p:cNvSpPr>
          <p:nvPr>
            <p:ph type="body" sz="quarter" idx="32" hasCustomPrompt="1"/>
          </p:nvPr>
        </p:nvSpPr>
        <p:spPr>
          <a:xfrm>
            <a:off x="7631886" y="3762625"/>
            <a:ext cx="4152128" cy="2186655"/>
          </a:xfrm>
          <a:prstGeom prst="rect">
            <a:avLst/>
          </a:prstGeom>
        </p:spPr>
        <p:txBody>
          <a:bodyPr lIns="0" tIns="0" rIns="0" bIns="0">
            <a:noAutofit/>
          </a:bodyPr>
          <a:lstStyle>
            <a:lvl1pPr algn="r">
              <a:lnSpc>
                <a:spcPct val="100000"/>
              </a:lnSpc>
              <a:defRPr sz="180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Click to insert text</a:t>
            </a:r>
          </a:p>
        </p:txBody>
      </p:sp>
      <p:sp>
        <p:nvSpPr>
          <p:cNvPr id="2" name="Date Placeholder 1"/>
          <p:cNvSpPr>
            <a:spLocks noGrp="1"/>
          </p:cNvSpPr>
          <p:nvPr>
            <p:ph type="dt" sz="half" idx="33"/>
          </p:nvPr>
        </p:nvSpPr>
        <p:spPr>
          <a:xfrm>
            <a:off x="407988" y="6555971"/>
            <a:ext cx="2829007" cy="219456"/>
          </a:xfrm>
          <a:prstGeom prst="rect">
            <a:avLst/>
          </a:prstGeom>
        </p:spPr>
        <p:txBody>
          <a:bodyPr/>
          <a:lstStyle/>
          <a:p>
            <a:pPr>
              <a:lnSpc>
                <a:spcPct val="85000"/>
              </a:lnSpc>
            </a:pPr>
            <a:fld id="{B8583D9C-F08C-4694-A1BA-AB6331C38511}" type="datetime1">
              <a:rPr lang="en-GB"/>
              <a:pPr>
                <a:lnSpc>
                  <a:spcPct val="85000"/>
                </a:lnSpc>
              </a:pPr>
              <a:t>18/12/2020</a:t>
            </a:fld>
            <a:endParaRPr lang="en-US" dirty="0"/>
          </a:p>
        </p:txBody>
      </p:sp>
      <p:sp>
        <p:nvSpPr>
          <p:cNvPr id="4" name="Slide Number Placeholder 3"/>
          <p:cNvSpPr>
            <a:spLocks noGrp="1"/>
          </p:cNvSpPr>
          <p:nvPr>
            <p:ph type="sldNum" sz="quarter" idx="35"/>
          </p:nvPr>
        </p:nvSpPr>
        <p:spPr>
          <a:xfrm>
            <a:off x="11784013" y="6555758"/>
            <a:ext cx="123754" cy="215444"/>
          </a:xfrm>
          <a:prstGeom prst="rect">
            <a:avLst/>
          </a:prstGeom>
        </p:spPr>
        <p:txBody>
          <a:bodyPr/>
          <a:lstStyle/>
          <a:p>
            <a:pPr algn="r"/>
            <a:fld id="{DD205EFF-948D-4AF6-B54C-65639188FB5F}" type="slidenum">
              <a:rPr lang="en-US">
                <a:solidFill>
                  <a:srgbClr val="EDEDED">
                    <a:lumMod val="50000"/>
                  </a:srgbClr>
                </a:solidFill>
              </a:rPr>
              <a:pPr algn="r"/>
              <a:t>‹#›</a:t>
            </a:fld>
            <a:endParaRPr lang="en-US" dirty="0">
              <a:solidFill>
                <a:srgbClr val="EDEDED">
                  <a:lumMod val="50000"/>
                </a:srgbClr>
              </a:solidFill>
            </a:endParaRPr>
          </a:p>
        </p:txBody>
      </p:sp>
      <p:sp>
        <p:nvSpPr>
          <p:cNvPr id="5" name="Footer Placeholder 4"/>
          <p:cNvSpPr>
            <a:spLocks noGrp="1"/>
          </p:cNvSpPr>
          <p:nvPr>
            <p:ph type="ftr" sz="quarter" idx="36"/>
          </p:nvPr>
        </p:nvSpPr>
        <p:spPr>
          <a:xfrm>
            <a:off x="9324107" y="6555758"/>
            <a:ext cx="2223686" cy="219456"/>
          </a:xfrm>
          <a:prstGeom prst="rect">
            <a:avLst/>
          </a:prstGeom>
        </p:spPr>
        <p:txBody>
          <a:bodyPr/>
          <a:lstStyle/>
          <a:p>
            <a:r>
              <a:rPr lang="en-US" dirty="0">
                <a:solidFill>
                  <a:srgbClr val="EDEDED">
                    <a:lumMod val="50000"/>
                  </a:srgbClr>
                </a:solidFill>
              </a:rPr>
              <a:t>Slide # </a:t>
            </a:r>
          </a:p>
        </p:txBody>
      </p:sp>
    </p:spTree>
    <p:extLst>
      <p:ext uri="{BB962C8B-B14F-4D97-AF65-F5344CB8AC3E}">
        <p14:creationId xmlns:p14="http://schemas.microsoft.com/office/powerpoint/2010/main" val="1438832614"/>
      </p:ext>
    </p:extLst>
  </p:cSld>
  <p:clrMapOvr>
    <a:overrideClrMapping bg1="lt1" tx1="dk1" bg2="lt2" tx2="dk2" accent1="accent1" accent2="accent2" accent3="accent3" accent4="accent4" accent5="accent5" accent6="accent6" hlink="hlink" folHlink="folHlink"/>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1_Bullets and image">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8567D75B-5423-48DB-8633-03391840D13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400800" y="0"/>
            <a:ext cx="5791199" cy="5902959"/>
          </a:xfrm>
          <a:prstGeom prst="rect">
            <a:avLst/>
          </a:prstGeom>
        </p:spPr>
      </p:pic>
      <p:sp>
        <p:nvSpPr>
          <p:cNvPr id="9" name="Picture Placeholder 17">
            <a:extLst>
              <a:ext uri="{FF2B5EF4-FFF2-40B4-BE49-F238E27FC236}">
                <a16:creationId xmlns:a16="http://schemas.microsoft.com/office/drawing/2014/main" id="{367AB1B6-26E9-4FAE-989E-AB1A5DFB1961}"/>
              </a:ext>
            </a:extLst>
          </p:cNvPr>
          <p:cNvSpPr>
            <a:spLocks noGrp="1"/>
          </p:cNvSpPr>
          <p:nvPr>
            <p:ph type="pic" sz="quarter" idx="10"/>
          </p:nvPr>
        </p:nvSpPr>
        <p:spPr>
          <a:xfrm>
            <a:off x="6284686" y="-1"/>
            <a:ext cx="5907313" cy="6857998"/>
          </a:xfrm>
          <a:prstGeom prst="rect">
            <a:avLst/>
          </a:prstGeom>
          <a:noFill/>
        </p:spPr>
        <p:txBody>
          <a:bodyPr anchor="ctr"/>
          <a:lstStyle>
            <a:lvl1pPr algn="ctr">
              <a:defRPr/>
            </a:lvl1pPr>
          </a:lstStyle>
          <a:p>
            <a:r>
              <a:rPr lang="en-US" dirty="0"/>
              <a:t>Click icon to add picture</a:t>
            </a:r>
            <a:endParaRPr lang="pt-PT" dirty="0"/>
          </a:p>
        </p:txBody>
      </p:sp>
      <p:sp>
        <p:nvSpPr>
          <p:cNvPr id="14" name="Text Placeholder 7">
            <a:extLst>
              <a:ext uri="{FF2B5EF4-FFF2-40B4-BE49-F238E27FC236}">
                <a16:creationId xmlns:a16="http://schemas.microsoft.com/office/drawing/2014/main" id="{9228FC83-C11D-47F2-8BDE-B10D125E5E87}"/>
              </a:ext>
            </a:extLst>
          </p:cNvPr>
          <p:cNvSpPr>
            <a:spLocks noGrp="1"/>
          </p:cNvSpPr>
          <p:nvPr>
            <p:ph type="body" sz="quarter" idx="35" hasCustomPrompt="1"/>
          </p:nvPr>
        </p:nvSpPr>
        <p:spPr>
          <a:xfrm>
            <a:off x="417591" y="1430234"/>
            <a:ext cx="5678409" cy="1368152"/>
          </a:xfrm>
          <a:prstGeom prst="rect">
            <a:avLst/>
          </a:prstGeom>
        </p:spPr>
        <p:txBody>
          <a:bodyPr>
            <a:noAutofit/>
          </a:bodyPr>
          <a:lstStyle>
            <a:lvl1pPr>
              <a:lnSpc>
                <a:spcPts val="2200"/>
              </a:lnSpc>
              <a:defRPr sz="1800">
                <a:solidFill>
                  <a:schemeClr val="tx1"/>
                </a:solidFill>
              </a:defRPr>
            </a:lvl1pPr>
            <a:lvl2pPr marL="231775" indent="-227013">
              <a:lnSpc>
                <a:spcPts val="1800"/>
              </a:lnSpc>
              <a:defRPr sz="1600">
                <a:solidFill>
                  <a:schemeClr val="tx1"/>
                </a:solidFill>
              </a:defRPr>
            </a:lvl2pPr>
            <a:lvl3pPr marL="463550" indent="-231775">
              <a:lnSpc>
                <a:spcPts val="1600"/>
              </a:lnSpc>
              <a:defRPr sz="1400">
                <a:solidFill>
                  <a:schemeClr val="tx1"/>
                </a:solidFill>
              </a:defRPr>
            </a:lvl3pPr>
            <a:lvl4pPr marL="682625" indent="-219075">
              <a:lnSpc>
                <a:spcPts val="1400"/>
              </a:lnSpc>
              <a:defRPr sz="1200">
                <a:solidFill>
                  <a:schemeClr val="tx1"/>
                </a:solidFill>
              </a:defRPr>
            </a:lvl4pPr>
            <a:lvl5pPr>
              <a:lnSpc>
                <a:spcPct val="100000"/>
              </a:lnSpc>
              <a:defRPr sz="1200">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17" name="Text Placeholder 7">
            <a:extLst>
              <a:ext uri="{FF2B5EF4-FFF2-40B4-BE49-F238E27FC236}">
                <a16:creationId xmlns:a16="http://schemas.microsoft.com/office/drawing/2014/main" id="{9228FC83-C11D-47F2-8BDE-B10D125E5E87}"/>
              </a:ext>
            </a:extLst>
          </p:cNvPr>
          <p:cNvSpPr>
            <a:spLocks noGrp="1"/>
          </p:cNvSpPr>
          <p:nvPr>
            <p:ph type="body" sz="quarter" idx="36" hasCustomPrompt="1"/>
          </p:nvPr>
        </p:nvSpPr>
        <p:spPr>
          <a:xfrm>
            <a:off x="417591" y="3253616"/>
            <a:ext cx="5678409" cy="1368152"/>
          </a:xfrm>
          <a:prstGeom prst="rect">
            <a:avLst/>
          </a:prstGeom>
        </p:spPr>
        <p:txBody>
          <a:bodyPr>
            <a:noAutofit/>
          </a:bodyPr>
          <a:lstStyle>
            <a:lvl1pPr>
              <a:lnSpc>
                <a:spcPts val="2200"/>
              </a:lnSpc>
              <a:defRPr sz="1800">
                <a:solidFill>
                  <a:schemeClr val="tx1"/>
                </a:solidFill>
              </a:defRPr>
            </a:lvl1pPr>
            <a:lvl2pPr marL="231775" indent="-227013">
              <a:lnSpc>
                <a:spcPts val="1800"/>
              </a:lnSpc>
              <a:defRPr sz="1600">
                <a:solidFill>
                  <a:schemeClr val="tx1"/>
                </a:solidFill>
              </a:defRPr>
            </a:lvl2pPr>
            <a:lvl3pPr marL="463550" indent="-231775">
              <a:lnSpc>
                <a:spcPts val="1600"/>
              </a:lnSpc>
              <a:defRPr sz="1400">
                <a:solidFill>
                  <a:schemeClr val="tx1"/>
                </a:solidFill>
              </a:defRPr>
            </a:lvl3pPr>
            <a:lvl4pPr marL="682625" indent="-219075">
              <a:lnSpc>
                <a:spcPts val="1400"/>
              </a:lnSpc>
              <a:defRPr sz="1200">
                <a:solidFill>
                  <a:schemeClr val="tx1"/>
                </a:solidFill>
              </a:defRPr>
            </a:lvl4pPr>
            <a:lvl5pPr>
              <a:lnSpc>
                <a:spcPct val="100000"/>
              </a:lnSpc>
              <a:defRPr sz="1200">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18" name="Text Placeholder 7">
            <a:extLst>
              <a:ext uri="{FF2B5EF4-FFF2-40B4-BE49-F238E27FC236}">
                <a16:creationId xmlns:a16="http://schemas.microsoft.com/office/drawing/2014/main" id="{9228FC83-C11D-47F2-8BDE-B10D125E5E87}"/>
              </a:ext>
            </a:extLst>
          </p:cNvPr>
          <p:cNvSpPr>
            <a:spLocks noGrp="1"/>
          </p:cNvSpPr>
          <p:nvPr>
            <p:ph type="body" sz="quarter" idx="37" hasCustomPrompt="1"/>
          </p:nvPr>
        </p:nvSpPr>
        <p:spPr>
          <a:xfrm>
            <a:off x="417591" y="5076998"/>
            <a:ext cx="5678409" cy="1368152"/>
          </a:xfrm>
          <a:prstGeom prst="rect">
            <a:avLst/>
          </a:prstGeom>
        </p:spPr>
        <p:txBody>
          <a:bodyPr>
            <a:noAutofit/>
          </a:bodyPr>
          <a:lstStyle>
            <a:lvl1pPr>
              <a:lnSpc>
                <a:spcPts val="2200"/>
              </a:lnSpc>
              <a:defRPr sz="1800">
                <a:solidFill>
                  <a:schemeClr val="tx1"/>
                </a:solidFill>
              </a:defRPr>
            </a:lvl1pPr>
            <a:lvl2pPr marL="231775" indent="-227013">
              <a:lnSpc>
                <a:spcPts val="1800"/>
              </a:lnSpc>
              <a:defRPr sz="1600">
                <a:solidFill>
                  <a:schemeClr val="tx1"/>
                </a:solidFill>
              </a:defRPr>
            </a:lvl2pPr>
            <a:lvl3pPr marL="463550" indent="-231775">
              <a:lnSpc>
                <a:spcPts val="1600"/>
              </a:lnSpc>
              <a:defRPr sz="1400">
                <a:solidFill>
                  <a:schemeClr val="tx1"/>
                </a:solidFill>
              </a:defRPr>
            </a:lvl3pPr>
            <a:lvl4pPr marL="682625" indent="-219075">
              <a:lnSpc>
                <a:spcPts val="1400"/>
              </a:lnSpc>
              <a:defRPr sz="1200">
                <a:solidFill>
                  <a:schemeClr val="tx1"/>
                </a:solidFill>
              </a:defRPr>
            </a:lvl4pPr>
            <a:lvl5pPr>
              <a:lnSpc>
                <a:spcPct val="100000"/>
              </a:lnSpc>
              <a:defRPr sz="1200">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pic>
        <p:nvPicPr>
          <p:cNvPr id="23" name="Graphic 4">
            <a:extLst>
              <a:ext uri="{FF2B5EF4-FFF2-40B4-BE49-F238E27FC236}">
                <a16:creationId xmlns:a16="http://schemas.microsoft.com/office/drawing/2014/main" id="{25EEA1D4-3AF7-42D7-AE97-AE404AECFAEB}"/>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81836" t="-4713" b="16530"/>
          <a:stretch/>
        </p:blipFill>
        <p:spPr>
          <a:xfrm>
            <a:off x="11547793" y="188640"/>
            <a:ext cx="424356" cy="459624"/>
          </a:xfrm>
          <a:prstGeom prst="rect">
            <a:avLst/>
          </a:prstGeom>
        </p:spPr>
      </p:pic>
      <p:sp>
        <p:nvSpPr>
          <p:cNvPr id="2" name="Date Placeholder 1"/>
          <p:cNvSpPr>
            <a:spLocks noGrp="1"/>
          </p:cNvSpPr>
          <p:nvPr>
            <p:ph type="dt" sz="half" idx="38"/>
          </p:nvPr>
        </p:nvSpPr>
        <p:spPr>
          <a:xfrm>
            <a:off x="407988" y="6555971"/>
            <a:ext cx="2829007" cy="219456"/>
          </a:xfrm>
          <a:prstGeom prst="rect">
            <a:avLst/>
          </a:prstGeom>
        </p:spPr>
        <p:txBody>
          <a:bodyPr/>
          <a:lstStyle/>
          <a:p>
            <a:pPr>
              <a:lnSpc>
                <a:spcPct val="85000"/>
              </a:lnSpc>
            </a:pPr>
            <a:fld id="{C9097BA3-C70A-46AB-A426-4AD5C73A5464}" type="datetime1">
              <a:rPr lang="en-GB"/>
              <a:pPr>
                <a:lnSpc>
                  <a:spcPct val="85000"/>
                </a:lnSpc>
              </a:pPr>
              <a:t>18/12/2020</a:t>
            </a:fld>
            <a:endParaRPr lang="en-US" dirty="0"/>
          </a:p>
        </p:txBody>
      </p:sp>
      <p:sp>
        <p:nvSpPr>
          <p:cNvPr id="3" name="Footer Placeholder 2"/>
          <p:cNvSpPr>
            <a:spLocks noGrp="1"/>
          </p:cNvSpPr>
          <p:nvPr>
            <p:ph type="ftr" sz="quarter" idx="39"/>
          </p:nvPr>
        </p:nvSpPr>
        <p:spPr>
          <a:xfrm>
            <a:off x="9324107" y="6555758"/>
            <a:ext cx="2223686" cy="219456"/>
          </a:xfrm>
          <a:prstGeom prst="rect">
            <a:avLst/>
          </a:prstGeom>
        </p:spPr>
        <p:txBody>
          <a:bodyPr/>
          <a:lstStyle/>
          <a:p>
            <a:r>
              <a:rPr lang="en-US" dirty="0">
                <a:solidFill>
                  <a:srgbClr val="EDEDED">
                    <a:lumMod val="50000"/>
                  </a:srgbClr>
                </a:solidFill>
              </a:rPr>
              <a:t>Slide # </a:t>
            </a:r>
          </a:p>
        </p:txBody>
      </p:sp>
      <p:sp>
        <p:nvSpPr>
          <p:cNvPr id="4" name="Slide Number Placeholder 3"/>
          <p:cNvSpPr>
            <a:spLocks noGrp="1"/>
          </p:cNvSpPr>
          <p:nvPr>
            <p:ph type="sldNum" sz="quarter" idx="40"/>
          </p:nvPr>
        </p:nvSpPr>
        <p:spPr>
          <a:xfrm>
            <a:off x="11784013" y="6555758"/>
            <a:ext cx="123754" cy="215444"/>
          </a:xfrm>
          <a:prstGeom prst="rect">
            <a:avLst/>
          </a:prstGeom>
        </p:spPr>
        <p:txBody>
          <a:bodyPr/>
          <a:lstStyle/>
          <a:p>
            <a:pPr algn="r"/>
            <a:fld id="{DD205EFF-948D-4AF6-B54C-65639188FB5F}" type="slidenum">
              <a:rPr lang="en-US">
                <a:solidFill>
                  <a:srgbClr val="EDEDED">
                    <a:lumMod val="50000"/>
                  </a:srgbClr>
                </a:solidFill>
              </a:rPr>
              <a:pPr algn="r"/>
              <a:t>‹#›</a:t>
            </a:fld>
            <a:endParaRPr lang="en-US" dirty="0">
              <a:solidFill>
                <a:srgbClr val="EDEDED">
                  <a:lumMod val="50000"/>
                </a:srgbClr>
              </a:solidFill>
            </a:endParaRPr>
          </a:p>
        </p:txBody>
      </p:sp>
      <p:sp>
        <p:nvSpPr>
          <p:cNvPr id="5" name="Title 4"/>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360666031"/>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1_Text and Image">
    <p:spTree>
      <p:nvGrpSpPr>
        <p:cNvPr id="1" name=""/>
        <p:cNvGrpSpPr/>
        <p:nvPr/>
      </p:nvGrpSpPr>
      <p:grpSpPr>
        <a:xfrm>
          <a:off x="0" y="0"/>
          <a:ext cx="0" cy="0"/>
          <a:chOff x="0" y="0"/>
          <a:chExt cx="0" cy="0"/>
        </a:xfrm>
      </p:grpSpPr>
      <p:sp>
        <p:nvSpPr>
          <p:cNvPr id="10" name="Picture Placeholder 17">
            <a:extLst>
              <a:ext uri="{FF2B5EF4-FFF2-40B4-BE49-F238E27FC236}">
                <a16:creationId xmlns:a16="http://schemas.microsoft.com/office/drawing/2014/main" id="{218E0C47-FBAF-440E-A6A0-9D14AE6071F8}"/>
              </a:ext>
            </a:extLst>
          </p:cNvPr>
          <p:cNvSpPr>
            <a:spLocks noGrp="1"/>
          </p:cNvSpPr>
          <p:nvPr>
            <p:ph type="pic" sz="quarter" idx="10"/>
          </p:nvPr>
        </p:nvSpPr>
        <p:spPr>
          <a:xfrm>
            <a:off x="0" y="-1"/>
            <a:ext cx="12192000" cy="6857998"/>
          </a:xfrm>
          <a:prstGeom prst="rect">
            <a:avLst/>
          </a:prstGeom>
          <a:noFill/>
        </p:spPr>
        <p:txBody>
          <a:bodyPr anchor="ctr"/>
          <a:lstStyle>
            <a:lvl1pPr algn="ctr">
              <a:defRPr/>
            </a:lvl1pPr>
          </a:lstStyle>
          <a:p>
            <a:r>
              <a:rPr lang="en-US" dirty="0"/>
              <a:t>Click icon to add picture</a:t>
            </a:r>
            <a:endParaRPr lang="pt-PT" dirty="0"/>
          </a:p>
        </p:txBody>
      </p:sp>
      <p:sp>
        <p:nvSpPr>
          <p:cNvPr id="14" name="Text Placeholder 7">
            <a:extLst>
              <a:ext uri="{FF2B5EF4-FFF2-40B4-BE49-F238E27FC236}">
                <a16:creationId xmlns:a16="http://schemas.microsoft.com/office/drawing/2014/main" id="{0BF72C50-3F98-41E6-A3C8-32663046C696}"/>
              </a:ext>
            </a:extLst>
          </p:cNvPr>
          <p:cNvSpPr>
            <a:spLocks noGrp="1"/>
          </p:cNvSpPr>
          <p:nvPr>
            <p:ph type="body" sz="quarter" idx="33" hasCustomPrompt="1"/>
          </p:nvPr>
        </p:nvSpPr>
        <p:spPr>
          <a:xfrm>
            <a:off x="7712546" y="404813"/>
            <a:ext cx="3640038" cy="799873"/>
          </a:xfrm>
          <a:prstGeom prst="rect">
            <a:avLst/>
          </a:prstGeom>
        </p:spPr>
        <p:txBody>
          <a:bodyPr>
            <a:noAutofit/>
          </a:bodyPr>
          <a:lstStyle>
            <a:lvl1pPr algn="r">
              <a:lnSpc>
                <a:spcPts val="1800"/>
              </a:lnSpc>
              <a:defRPr sz="1600" b="1">
                <a:solidFill>
                  <a:schemeClr val="accent3"/>
                </a:solidFill>
              </a:defRPr>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Click to insert text</a:t>
            </a:r>
          </a:p>
        </p:txBody>
      </p:sp>
      <p:sp>
        <p:nvSpPr>
          <p:cNvPr id="15"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407988" y="404813"/>
            <a:ext cx="6984156" cy="863600"/>
          </a:xfrm>
          <a:prstGeom prst="rect">
            <a:avLst/>
          </a:prstGeom>
        </p:spPr>
        <p:txBody>
          <a:bodyPr vert="horz" lIns="0" tIns="0" rIns="0" bIns="0" rtlCol="0" anchor="t">
            <a:normAutofit/>
          </a:bodyPr>
          <a:lstStyle>
            <a:lvl1pPr>
              <a:defRPr lang="pt-PT" dirty="0"/>
            </a:lvl1pPr>
          </a:lstStyle>
          <a:p>
            <a:pPr lvl="0">
              <a:lnSpc>
                <a:spcPts val="3000"/>
              </a:lnSpc>
            </a:pPr>
            <a:r>
              <a:rPr lang="en-US" dirty="0"/>
              <a:t>Click to add title</a:t>
            </a:r>
            <a:endParaRPr lang="pt-PT" dirty="0"/>
          </a:p>
        </p:txBody>
      </p:sp>
      <p:sp>
        <p:nvSpPr>
          <p:cNvPr id="16" name="Text Placeholder 7">
            <a:extLst>
              <a:ext uri="{FF2B5EF4-FFF2-40B4-BE49-F238E27FC236}">
                <a16:creationId xmlns:a16="http://schemas.microsoft.com/office/drawing/2014/main" id="{9228FC83-C11D-47F2-8BDE-B10D125E5E87}"/>
              </a:ext>
            </a:extLst>
          </p:cNvPr>
          <p:cNvSpPr>
            <a:spLocks noGrp="1"/>
          </p:cNvSpPr>
          <p:nvPr>
            <p:ph type="body" sz="quarter" idx="35" hasCustomPrompt="1"/>
          </p:nvPr>
        </p:nvSpPr>
        <p:spPr>
          <a:xfrm>
            <a:off x="417592" y="1430234"/>
            <a:ext cx="3008302" cy="5011014"/>
          </a:xfrm>
          <a:prstGeom prst="rect">
            <a:avLst/>
          </a:prstGeom>
        </p:spPr>
        <p:txBody>
          <a:bodyPr>
            <a:noAutofit/>
          </a:bodyPr>
          <a:lstStyle>
            <a:lvl1pPr>
              <a:lnSpc>
                <a:spcPts val="2200"/>
              </a:lnSpc>
              <a:defRPr sz="1800">
                <a:solidFill>
                  <a:schemeClr val="tx1"/>
                </a:solidFill>
              </a:defRPr>
            </a:lvl1pPr>
            <a:lvl2pPr marL="231775" indent="-227013">
              <a:lnSpc>
                <a:spcPts val="1800"/>
              </a:lnSpc>
              <a:defRPr sz="1600">
                <a:solidFill>
                  <a:schemeClr val="tx1"/>
                </a:solidFill>
              </a:defRPr>
            </a:lvl2pPr>
            <a:lvl3pPr marL="463550" indent="-231775">
              <a:lnSpc>
                <a:spcPts val="1600"/>
              </a:lnSpc>
              <a:defRPr sz="1400">
                <a:solidFill>
                  <a:schemeClr val="tx1"/>
                </a:solidFill>
              </a:defRPr>
            </a:lvl3pPr>
            <a:lvl4pPr marL="682625" indent="-219075">
              <a:lnSpc>
                <a:spcPts val="1400"/>
              </a:lnSpc>
              <a:defRPr sz="1200">
                <a:solidFill>
                  <a:schemeClr val="tx1"/>
                </a:solidFill>
              </a:defRPr>
            </a:lvl4pPr>
            <a:lvl5pPr>
              <a:lnSpc>
                <a:spcPct val="100000"/>
              </a:lnSpc>
              <a:defRPr sz="1200">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2" name="Date Placeholder 1"/>
          <p:cNvSpPr>
            <a:spLocks noGrp="1"/>
          </p:cNvSpPr>
          <p:nvPr>
            <p:ph type="dt" sz="half" idx="36"/>
          </p:nvPr>
        </p:nvSpPr>
        <p:spPr>
          <a:xfrm>
            <a:off x="407988" y="6555971"/>
            <a:ext cx="2829007" cy="219456"/>
          </a:xfrm>
          <a:prstGeom prst="rect">
            <a:avLst/>
          </a:prstGeom>
        </p:spPr>
        <p:txBody>
          <a:bodyPr/>
          <a:lstStyle/>
          <a:p>
            <a:pPr>
              <a:lnSpc>
                <a:spcPct val="85000"/>
              </a:lnSpc>
            </a:pPr>
            <a:fld id="{7093C0BB-13B3-4C18-BEF7-41FB27AFBFC5}" type="datetime1">
              <a:rPr lang="en-GB"/>
              <a:pPr>
                <a:lnSpc>
                  <a:spcPct val="85000"/>
                </a:lnSpc>
              </a:pPr>
              <a:t>18/12/2020</a:t>
            </a:fld>
            <a:endParaRPr lang="en-US" dirty="0"/>
          </a:p>
        </p:txBody>
      </p:sp>
      <p:sp>
        <p:nvSpPr>
          <p:cNvPr id="3" name="Footer Placeholder 2"/>
          <p:cNvSpPr>
            <a:spLocks noGrp="1"/>
          </p:cNvSpPr>
          <p:nvPr>
            <p:ph type="ftr" sz="quarter" idx="37"/>
          </p:nvPr>
        </p:nvSpPr>
        <p:spPr>
          <a:xfrm>
            <a:off x="9324107" y="6555758"/>
            <a:ext cx="2223686" cy="219456"/>
          </a:xfrm>
          <a:prstGeom prst="rect">
            <a:avLst/>
          </a:prstGeom>
        </p:spPr>
        <p:txBody>
          <a:bodyPr/>
          <a:lstStyle/>
          <a:p>
            <a:r>
              <a:rPr lang="en-US" dirty="0">
                <a:solidFill>
                  <a:srgbClr val="EDEDED">
                    <a:lumMod val="50000"/>
                  </a:srgbClr>
                </a:solidFill>
              </a:rPr>
              <a:t>Slide # </a:t>
            </a:r>
          </a:p>
        </p:txBody>
      </p:sp>
      <p:sp>
        <p:nvSpPr>
          <p:cNvPr id="4" name="Slide Number Placeholder 3"/>
          <p:cNvSpPr>
            <a:spLocks noGrp="1"/>
          </p:cNvSpPr>
          <p:nvPr>
            <p:ph type="sldNum" sz="quarter" idx="38"/>
          </p:nvPr>
        </p:nvSpPr>
        <p:spPr>
          <a:xfrm>
            <a:off x="11784013" y="6555758"/>
            <a:ext cx="123754" cy="215444"/>
          </a:xfrm>
          <a:prstGeom prst="rect">
            <a:avLst/>
          </a:prstGeom>
        </p:spPr>
        <p:txBody>
          <a:bodyPr/>
          <a:lstStyle/>
          <a:p>
            <a:pPr algn="r"/>
            <a:fld id="{DD205EFF-948D-4AF6-B54C-65639188FB5F}" type="slidenum">
              <a:rPr lang="en-US">
                <a:solidFill>
                  <a:srgbClr val="EDEDED">
                    <a:lumMod val="50000"/>
                  </a:srgbClr>
                </a:solidFill>
              </a:rPr>
              <a:pPr algn="r"/>
              <a:t>‹#›</a:t>
            </a:fld>
            <a:endParaRPr lang="en-US" dirty="0">
              <a:solidFill>
                <a:srgbClr val="EDEDED">
                  <a:lumMod val="50000"/>
                </a:srgbClr>
              </a:solidFill>
            </a:endParaRPr>
          </a:p>
        </p:txBody>
      </p:sp>
    </p:spTree>
    <p:extLst>
      <p:ext uri="{BB962C8B-B14F-4D97-AF65-F5344CB8AC3E}">
        <p14:creationId xmlns:p14="http://schemas.microsoft.com/office/powerpoint/2010/main" val="1188695664"/>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1_Image and Text2 (fixed)">
    <p:spTree>
      <p:nvGrpSpPr>
        <p:cNvPr id="1" name=""/>
        <p:cNvGrpSpPr/>
        <p:nvPr/>
      </p:nvGrpSpPr>
      <p:grpSpPr>
        <a:xfrm>
          <a:off x="0" y="0"/>
          <a:ext cx="0" cy="0"/>
          <a:chOff x="0" y="0"/>
          <a:chExt cx="0" cy="0"/>
        </a:xfrm>
      </p:grpSpPr>
      <p:graphicFrame>
        <p:nvGraphicFramePr>
          <p:cNvPr id="10" name="Object 9" hidden="1"/>
          <p:cNvGraphicFramePr>
            <a:graphicFrameLocks noChangeAspect="1"/>
          </p:cNvGraphicFramePr>
          <p:nvPr userDrawn="1">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39695"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9" name="Graphic 8">
            <a:extLst>
              <a:ext uri="{FF2B5EF4-FFF2-40B4-BE49-F238E27FC236}">
                <a16:creationId xmlns:a16="http://schemas.microsoft.com/office/drawing/2014/main" id="{BEB011C7-5067-4A7D-A5A2-FB9132A5D7A3}"/>
              </a:ext>
            </a:extLst>
          </p:cNvPr>
          <p:cNvPicPr>
            <a:picLocks noChangeAspect="1"/>
          </p:cNvPicPr>
          <p:nvPr userDrawn="1"/>
        </p:nvPicPr>
        <p:blipFill>
          <a:blip r:embed="rId6">
            <a:extLst>
              <a:ext uri="{96DAC541-7B7A-43D3-8B79-37D633B846F1}">
                <asvg:svgBlip xmlns:asvg="http://schemas.microsoft.com/office/drawing/2016/SVG/main" r:embed="rId7"/>
              </a:ext>
            </a:extLst>
          </a:blip>
          <a:srcRect t="45009" r="3903"/>
          <a:stretch>
            <a:fillRect/>
          </a:stretch>
        </p:blipFill>
        <p:spPr>
          <a:xfrm rot="20633129">
            <a:off x="6623457" y="-854950"/>
            <a:ext cx="5712032" cy="3331781"/>
          </a:xfrm>
          <a:custGeom>
            <a:avLst/>
            <a:gdLst>
              <a:gd name="connsiteX0" fmla="*/ 0 w 6455155"/>
              <a:gd name="connsiteY0" fmla="*/ 0 h 3765238"/>
              <a:gd name="connsiteX1" fmla="*/ 6455155 w 6455155"/>
              <a:gd name="connsiteY1" fmla="*/ 1864957 h 3765238"/>
              <a:gd name="connsiteX2" fmla="*/ 5906145 w 6455155"/>
              <a:gd name="connsiteY2" fmla="*/ 3765238 h 3765238"/>
              <a:gd name="connsiteX3" fmla="*/ 2661149 w 6455155"/>
              <a:gd name="connsiteY3" fmla="*/ 3765238 h 3765238"/>
              <a:gd name="connsiteX4" fmla="*/ 0 w 6455155"/>
              <a:gd name="connsiteY4" fmla="*/ 2996406 h 3765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55155" h="3765238">
                <a:moveTo>
                  <a:pt x="0" y="0"/>
                </a:moveTo>
                <a:lnTo>
                  <a:pt x="6455155" y="1864957"/>
                </a:lnTo>
                <a:lnTo>
                  <a:pt x="5906145" y="3765238"/>
                </a:lnTo>
                <a:lnTo>
                  <a:pt x="2661149" y="3765238"/>
                </a:lnTo>
                <a:lnTo>
                  <a:pt x="0" y="2996406"/>
                </a:lnTo>
                <a:close/>
              </a:path>
            </a:pathLst>
          </a:custGeom>
        </p:spPr>
      </p:pic>
      <p:sp>
        <p:nvSpPr>
          <p:cNvPr id="14" name="Text Placeholder 7">
            <a:extLst>
              <a:ext uri="{FF2B5EF4-FFF2-40B4-BE49-F238E27FC236}">
                <a16:creationId xmlns:a16="http://schemas.microsoft.com/office/drawing/2014/main" id="{0BF72C50-3F98-41E6-A3C8-32663046C696}"/>
              </a:ext>
            </a:extLst>
          </p:cNvPr>
          <p:cNvSpPr>
            <a:spLocks noGrp="1"/>
          </p:cNvSpPr>
          <p:nvPr>
            <p:ph type="body" sz="quarter" idx="33" hasCustomPrompt="1"/>
          </p:nvPr>
        </p:nvSpPr>
        <p:spPr>
          <a:xfrm>
            <a:off x="7712546" y="251439"/>
            <a:ext cx="3594084" cy="953247"/>
          </a:xfrm>
          <a:prstGeom prst="rect">
            <a:avLst/>
          </a:prstGeom>
        </p:spPr>
        <p:txBody>
          <a:bodyPr>
            <a:noAutofit/>
          </a:bodyPr>
          <a:lstStyle>
            <a:lvl1pPr>
              <a:lnSpc>
                <a:spcPct val="100000"/>
              </a:lnSpc>
              <a:defRPr sz="1600" b="1">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Click to insert text</a:t>
            </a:r>
          </a:p>
        </p:txBody>
      </p:sp>
      <p:sp>
        <p:nvSpPr>
          <p:cNvPr id="17" name="Text Placeholder 7">
            <a:extLst>
              <a:ext uri="{FF2B5EF4-FFF2-40B4-BE49-F238E27FC236}">
                <a16:creationId xmlns:a16="http://schemas.microsoft.com/office/drawing/2014/main" id="{9228FC83-C11D-47F2-8BDE-B10D125E5E87}"/>
              </a:ext>
            </a:extLst>
          </p:cNvPr>
          <p:cNvSpPr>
            <a:spLocks noGrp="1"/>
          </p:cNvSpPr>
          <p:nvPr>
            <p:ph type="body" sz="quarter" idx="35" hasCustomPrompt="1"/>
          </p:nvPr>
        </p:nvSpPr>
        <p:spPr>
          <a:xfrm>
            <a:off x="417592" y="1430234"/>
            <a:ext cx="3008302" cy="5011014"/>
          </a:xfrm>
          <a:prstGeom prst="rect">
            <a:avLst/>
          </a:prstGeom>
        </p:spPr>
        <p:txBody>
          <a:bodyPr>
            <a:noAutofit/>
          </a:bodyPr>
          <a:lstStyle>
            <a:lvl1pPr>
              <a:lnSpc>
                <a:spcPts val="2200"/>
              </a:lnSpc>
              <a:defRPr sz="1800">
                <a:solidFill>
                  <a:schemeClr val="tx1"/>
                </a:solidFill>
              </a:defRPr>
            </a:lvl1pPr>
            <a:lvl2pPr marL="231775" indent="-227013">
              <a:lnSpc>
                <a:spcPts val="1800"/>
              </a:lnSpc>
              <a:defRPr sz="1600">
                <a:solidFill>
                  <a:schemeClr val="tx1"/>
                </a:solidFill>
              </a:defRPr>
            </a:lvl2pPr>
            <a:lvl3pPr marL="463550" indent="-231775">
              <a:lnSpc>
                <a:spcPts val="1600"/>
              </a:lnSpc>
              <a:defRPr sz="1400">
                <a:solidFill>
                  <a:schemeClr val="tx1"/>
                </a:solidFill>
              </a:defRPr>
            </a:lvl3pPr>
            <a:lvl4pPr marL="682625" indent="-219075">
              <a:lnSpc>
                <a:spcPts val="1400"/>
              </a:lnSpc>
              <a:defRPr sz="1200">
                <a:solidFill>
                  <a:schemeClr val="tx1"/>
                </a:solidFill>
              </a:defRPr>
            </a:lvl4pPr>
            <a:lvl5pPr>
              <a:lnSpc>
                <a:spcPct val="100000"/>
              </a:lnSpc>
              <a:defRPr sz="1200">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pic>
        <p:nvPicPr>
          <p:cNvPr id="18" name="Graphic 4">
            <a:extLst>
              <a:ext uri="{FF2B5EF4-FFF2-40B4-BE49-F238E27FC236}">
                <a16:creationId xmlns:a16="http://schemas.microsoft.com/office/drawing/2014/main" id="{25EEA1D4-3AF7-42D7-AE97-AE404AECFAEB}"/>
              </a:ext>
            </a:extLst>
          </p:cNvPr>
          <p:cNvPicPr>
            <a:picLocks noChangeAspect="1"/>
          </p:cNvPicPr>
          <p:nvPr userDrawn="1"/>
        </p:nvPicPr>
        <p:blipFill rotWithShape="1">
          <a:blip r:embed="rId8">
            <a:extLst>
              <a:ext uri="{96DAC541-7B7A-43D3-8B79-37D633B846F1}">
                <asvg:svgBlip xmlns:asvg="http://schemas.microsoft.com/office/drawing/2016/SVG/main" r:embed="rId9"/>
              </a:ext>
            </a:extLst>
          </a:blip>
          <a:srcRect l="81836" t="-4713" b="16530"/>
          <a:stretch/>
        </p:blipFill>
        <p:spPr>
          <a:xfrm>
            <a:off x="11547793" y="188640"/>
            <a:ext cx="424356" cy="459624"/>
          </a:xfrm>
          <a:prstGeom prst="rect">
            <a:avLst/>
          </a:prstGeom>
        </p:spPr>
      </p:pic>
      <p:sp>
        <p:nvSpPr>
          <p:cNvPr id="2" name="Date Placeholder 1"/>
          <p:cNvSpPr>
            <a:spLocks noGrp="1"/>
          </p:cNvSpPr>
          <p:nvPr>
            <p:ph type="dt" sz="half" idx="36"/>
          </p:nvPr>
        </p:nvSpPr>
        <p:spPr>
          <a:xfrm>
            <a:off x="407988" y="6555971"/>
            <a:ext cx="2829007" cy="219456"/>
          </a:xfrm>
          <a:prstGeom prst="rect">
            <a:avLst/>
          </a:prstGeom>
        </p:spPr>
        <p:txBody>
          <a:bodyPr/>
          <a:lstStyle/>
          <a:p>
            <a:pPr>
              <a:lnSpc>
                <a:spcPct val="85000"/>
              </a:lnSpc>
            </a:pPr>
            <a:fld id="{E4F708F5-3BA1-4583-8923-893DDE035770}" type="datetime1">
              <a:rPr lang="en-GB"/>
              <a:pPr>
                <a:lnSpc>
                  <a:spcPct val="85000"/>
                </a:lnSpc>
              </a:pPr>
              <a:t>18/12/2020</a:t>
            </a:fld>
            <a:endParaRPr lang="en-US" dirty="0"/>
          </a:p>
        </p:txBody>
      </p:sp>
      <p:sp>
        <p:nvSpPr>
          <p:cNvPr id="4" name="Footer Placeholder 3"/>
          <p:cNvSpPr>
            <a:spLocks noGrp="1"/>
          </p:cNvSpPr>
          <p:nvPr>
            <p:ph type="ftr" sz="quarter" idx="37"/>
          </p:nvPr>
        </p:nvSpPr>
        <p:spPr>
          <a:xfrm>
            <a:off x="9324107" y="6555758"/>
            <a:ext cx="2223686" cy="219456"/>
          </a:xfrm>
          <a:prstGeom prst="rect">
            <a:avLst/>
          </a:prstGeom>
        </p:spPr>
        <p:txBody>
          <a:bodyPr/>
          <a:lstStyle/>
          <a:p>
            <a:r>
              <a:rPr lang="en-US" dirty="0">
                <a:solidFill>
                  <a:srgbClr val="EDEDED">
                    <a:lumMod val="50000"/>
                  </a:srgbClr>
                </a:solidFill>
              </a:rPr>
              <a:t>Slide # </a:t>
            </a:r>
          </a:p>
        </p:txBody>
      </p:sp>
      <p:sp>
        <p:nvSpPr>
          <p:cNvPr id="5" name="Slide Number Placeholder 4"/>
          <p:cNvSpPr>
            <a:spLocks noGrp="1"/>
          </p:cNvSpPr>
          <p:nvPr>
            <p:ph type="sldNum" sz="quarter" idx="38"/>
          </p:nvPr>
        </p:nvSpPr>
        <p:spPr>
          <a:xfrm>
            <a:off x="11784013" y="6555758"/>
            <a:ext cx="123754" cy="215444"/>
          </a:xfrm>
          <a:prstGeom prst="rect">
            <a:avLst/>
          </a:prstGeom>
        </p:spPr>
        <p:txBody>
          <a:bodyPr/>
          <a:lstStyle/>
          <a:p>
            <a:pPr algn="r"/>
            <a:fld id="{DD205EFF-948D-4AF6-B54C-65639188FB5F}" type="slidenum">
              <a:rPr lang="en-US">
                <a:solidFill>
                  <a:srgbClr val="EDEDED">
                    <a:lumMod val="50000"/>
                  </a:srgbClr>
                </a:solidFill>
              </a:rPr>
              <a:pPr algn="r"/>
              <a:t>‹#›</a:t>
            </a:fld>
            <a:endParaRPr lang="en-US" dirty="0">
              <a:solidFill>
                <a:srgbClr val="EDEDED">
                  <a:lumMod val="50000"/>
                </a:srgbClr>
              </a:solidFill>
            </a:endParaRPr>
          </a:p>
        </p:txBody>
      </p:sp>
      <p:cxnSp>
        <p:nvCxnSpPr>
          <p:cNvPr id="20"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11568760"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6" name="Title 5"/>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895349685"/>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userDrawn="1">
  <p:cSld name="1_Title with numbering,  subtitle and content">
    <p:spTree>
      <p:nvGrpSpPr>
        <p:cNvPr id="1" name=""/>
        <p:cNvGrpSpPr/>
        <p:nvPr/>
      </p:nvGrpSpPr>
      <p:grpSpPr>
        <a:xfrm>
          <a:off x="0" y="0"/>
          <a:ext cx="0" cy="0"/>
          <a:chOff x="0" y="0"/>
          <a:chExt cx="0" cy="0"/>
        </a:xfrm>
      </p:grpSpPr>
      <p:graphicFrame>
        <p:nvGraphicFramePr>
          <p:cNvPr id="15" name="Object 14" hidden="1"/>
          <p:cNvGraphicFramePr>
            <a:graphicFrameLocks noChangeAspect="1"/>
          </p:cNvGraphicFramePr>
          <p:nvPr>
            <p:custDataLst>
              <p:tags r:id="rId2"/>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spid="_x0000_s140719" name="think-cell Slide" r:id="rId4" imgW="270" imgH="270" progId="TCLayout.ActiveDocument.1">
                  <p:embed/>
                </p:oleObj>
              </mc:Choice>
              <mc:Fallback>
                <p:oleObj name="think-cell Slide" r:id="rId4" imgW="270" imgH="270" progId="TCLayout.ActiveDocument.1">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 name="Rectangle 17"/>
          <p:cNvSpPr/>
          <p:nvPr userDrawn="1"/>
        </p:nvSpPr>
        <p:spPr>
          <a:xfrm>
            <a:off x="0" y="0"/>
            <a:ext cx="919998" cy="4286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prstClr val="white"/>
              </a:solidFill>
            </a:endParaRPr>
          </a:p>
        </p:txBody>
      </p:sp>
      <p:sp>
        <p:nvSpPr>
          <p:cNvPr id="21510" name="Freeform 6"/>
          <p:cNvSpPr>
            <a:spLocks/>
          </p:cNvSpPr>
          <p:nvPr userDrawn="1"/>
        </p:nvSpPr>
        <p:spPr bwMode="auto">
          <a:xfrm>
            <a:off x="0" y="0"/>
            <a:ext cx="919998" cy="1146174"/>
          </a:xfrm>
          <a:custGeom>
            <a:avLst/>
            <a:gdLst/>
            <a:ahLst/>
            <a:cxnLst>
              <a:cxn ang="0">
                <a:pos x="1681" y="25"/>
              </a:cxn>
              <a:cxn ang="0">
                <a:pos x="1655" y="0"/>
              </a:cxn>
              <a:cxn ang="0">
                <a:pos x="22" y="0"/>
              </a:cxn>
              <a:cxn ang="0">
                <a:pos x="0" y="23"/>
              </a:cxn>
              <a:cxn ang="0">
                <a:pos x="0" y="2095"/>
              </a:cxn>
              <a:cxn ang="0">
                <a:pos x="336" y="2085"/>
              </a:cxn>
              <a:cxn ang="0">
                <a:pos x="682" y="2056"/>
              </a:cxn>
              <a:cxn ang="0">
                <a:pos x="897" y="2032"/>
              </a:cxn>
              <a:cxn ang="0">
                <a:pos x="1082" y="2005"/>
              </a:cxn>
              <a:cxn ang="0">
                <a:pos x="1332" y="1960"/>
              </a:cxn>
              <a:cxn ang="0">
                <a:pos x="1567" y="1911"/>
              </a:cxn>
              <a:cxn ang="0">
                <a:pos x="1680" y="1883"/>
              </a:cxn>
              <a:cxn ang="0">
                <a:pos x="1681" y="25"/>
              </a:cxn>
            </a:cxnLst>
            <a:rect l="0" t="0" r="r" b="b"/>
            <a:pathLst>
              <a:path w="1681" h="2095">
                <a:moveTo>
                  <a:pt x="1681" y="25"/>
                </a:moveTo>
                <a:cubicBezTo>
                  <a:pt x="1681" y="3"/>
                  <a:pt x="1675" y="0"/>
                  <a:pt x="1655" y="0"/>
                </a:cubicBezTo>
                <a:cubicBezTo>
                  <a:pt x="1111" y="1"/>
                  <a:pt x="567" y="1"/>
                  <a:pt x="22" y="0"/>
                </a:cubicBezTo>
                <a:cubicBezTo>
                  <a:pt x="5" y="0"/>
                  <a:pt x="0" y="3"/>
                  <a:pt x="0" y="23"/>
                </a:cubicBezTo>
                <a:cubicBezTo>
                  <a:pt x="0" y="713"/>
                  <a:pt x="0" y="1404"/>
                  <a:pt x="0" y="2095"/>
                </a:cubicBezTo>
                <a:cubicBezTo>
                  <a:pt x="112" y="2091"/>
                  <a:pt x="224" y="2088"/>
                  <a:pt x="336" y="2085"/>
                </a:cubicBezTo>
                <a:cubicBezTo>
                  <a:pt x="452" y="2081"/>
                  <a:pt x="567" y="2068"/>
                  <a:pt x="682" y="2056"/>
                </a:cubicBezTo>
                <a:cubicBezTo>
                  <a:pt x="754" y="2049"/>
                  <a:pt x="826" y="2045"/>
                  <a:pt x="897" y="2032"/>
                </a:cubicBezTo>
                <a:cubicBezTo>
                  <a:pt x="958" y="2020"/>
                  <a:pt x="1021" y="2018"/>
                  <a:pt x="1082" y="2005"/>
                </a:cubicBezTo>
                <a:cubicBezTo>
                  <a:pt x="1165" y="1989"/>
                  <a:pt x="1249" y="1977"/>
                  <a:pt x="1332" y="1960"/>
                </a:cubicBezTo>
                <a:cubicBezTo>
                  <a:pt x="1410" y="1945"/>
                  <a:pt x="1489" y="1928"/>
                  <a:pt x="1567" y="1911"/>
                </a:cubicBezTo>
                <a:cubicBezTo>
                  <a:pt x="1605" y="1904"/>
                  <a:pt x="1643" y="1895"/>
                  <a:pt x="1680" y="1883"/>
                </a:cubicBezTo>
                <a:cubicBezTo>
                  <a:pt x="1680" y="1263"/>
                  <a:pt x="1680" y="644"/>
                  <a:pt x="1681" y="25"/>
                </a:cubicBez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GB" dirty="0">
              <a:solidFill>
                <a:srgbClr val="000000"/>
              </a:solidFill>
            </a:endParaRPr>
          </a:p>
        </p:txBody>
      </p:sp>
      <p:sp>
        <p:nvSpPr>
          <p:cNvPr id="2" name="Title 1"/>
          <p:cNvSpPr>
            <a:spLocks noGrp="1"/>
          </p:cNvSpPr>
          <p:nvPr>
            <p:ph type="title"/>
          </p:nvPr>
        </p:nvSpPr>
        <p:spPr>
          <a:xfrm>
            <a:off x="974872" y="0"/>
            <a:ext cx="10377711" cy="1104900"/>
          </a:xfrm>
        </p:spPr>
        <p:txBody>
          <a:bodyPr/>
          <a:lstStyle/>
          <a:p>
            <a:r>
              <a:rPr lang="en-US"/>
              <a:t>Click to edit Master title style</a:t>
            </a:r>
            <a:endParaRPr lang="en-GB" dirty="0"/>
          </a:p>
        </p:txBody>
      </p:sp>
      <p:sp>
        <p:nvSpPr>
          <p:cNvPr id="4" name="Text Placeholder 3"/>
          <p:cNvSpPr>
            <a:spLocks noGrp="1"/>
          </p:cNvSpPr>
          <p:nvPr>
            <p:ph type="body" sz="quarter" idx="10"/>
          </p:nvPr>
        </p:nvSpPr>
        <p:spPr>
          <a:xfrm>
            <a:off x="227348" y="1815351"/>
            <a:ext cx="11737303" cy="44662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Espace réservé du texte 4"/>
          <p:cNvSpPr>
            <a:spLocks noGrp="1"/>
          </p:cNvSpPr>
          <p:nvPr>
            <p:ph type="body" sz="quarter" idx="11" hasCustomPrompt="1"/>
          </p:nvPr>
        </p:nvSpPr>
        <p:spPr>
          <a:xfrm>
            <a:off x="974872" y="1148607"/>
            <a:ext cx="11001227" cy="504056"/>
          </a:xfrm>
          <a:prstGeom prst="rect">
            <a:avLst/>
          </a:prstGeom>
        </p:spPr>
        <p:txBody>
          <a:bodyPr/>
          <a:lstStyle>
            <a:lvl1pPr>
              <a:defRPr>
                <a:solidFill>
                  <a:schemeClr val="accent2"/>
                </a:solidFill>
              </a:defRPr>
            </a:lvl1pPr>
          </a:lstStyle>
          <a:p>
            <a:pPr lvl="0"/>
            <a:r>
              <a:rPr lang="en-US" dirty="0"/>
              <a:t>Click to edit Master subtitle styles</a:t>
            </a:r>
          </a:p>
        </p:txBody>
      </p:sp>
      <p:sp>
        <p:nvSpPr>
          <p:cNvPr id="17" name="Text Placeholder 16"/>
          <p:cNvSpPr>
            <a:spLocks noGrp="1"/>
          </p:cNvSpPr>
          <p:nvPr>
            <p:ph type="body" sz="quarter" idx="12" hasCustomPrompt="1"/>
          </p:nvPr>
        </p:nvSpPr>
        <p:spPr>
          <a:xfrm>
            <a:off x="0" y="48742"/>
            <a:ext cx="914400" cy="914400"/>
          </a:xfrm>
        </p:spPr>
        <p:txBody>
          <a:bodyPr anchor="ctr">
            <a:normAutofit/>
          </a:bodyPr>
          <a:lstStyle>
            <a:lvl1pPr marL="0" indent="0" algn="ctr" defTabSz="914400" rtl="0" eaLnBrk="1" latinLnBrk="0" hangingPunct="1">
              <a:lnSpc>
                <a:spcPct val="90000"/>
              </a:lnSpc>
              <a:spcBef>
                <a:spcPts val="1000"/>
              </a:spcBef>
              <a:buFont typeface="Arial" panose="020B0604020202020204" pitchFamily="34" charset="0"/>
              <a:buNone/>
              <a:defRPr lang="en-GB" sz="4000" kern="1200" dirty="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dirty="0"/>
              <a:t>#</a:t>
            </a:r>
            <a:endParaRPr lang="en-GB" dirty="0"/>
          </a:p>
        </p:txBody>
      </p:sp>
    </p:spTree>
    <p:extLst>
      <p:ext uri="{BB962C8B-B14F-4D97-AF65-F5344CB8AC3E}">
        <p14:creationId xmlns:p14="http://schemas.microsoft.com/office/powerpoint/2010/main" val="1059456470"/>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userDrawn="1">
  <p:cSld name="1_Content-Single Profile">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F5F5AEA1-6A77-4676-B8B3-EF658F5F8430}"/>
              </a:ext>
            </a:extLst>
          </p:cNvPr>
          <p:cNvSpPr/>
          <p:nvPr userDrawn="1"/>
        </p:nvSpPr>
        <p:spPr>
          <a:xfrm flipV="1">
            <a:off x="1" y="0"/>
            <a:ext cx="5204012" cy="3119718"/>
          </a:xfrm>
          <a:custGeom>
            <a:avLst/>
            <a:gdLst>
              <a:gd name="connsiteX0" fmla="*/ 2836724 w 6262141"/>
              <a:gd name="connsiteY0" fmla="*/ 775 h 4159686"/>
              <a:gd name="connsiteX1" fmla="*/ 3822188 w 6262141"/>
              <a:gd name="connsiteY1" fmla="*/ 22965 h 4159686"/>
              <a:gd name="connsiteX2" fmla="*/ 5982756 w 6262141"/>
              <a:gd name="connsiteY2" fmla="*/ 3706589 h 4159686"/>
              <a:gd name="connsiteX3" fmla="*/ 6262141 w 6262141"/>
              <a:gd name="connsiteY3" fmla="*/ 4159686 h 4159686"/>
              <a:gd name="connsiteX4" fmla="*/ 0 w 6262141"/>
              <a:gd name="connsiteY4" fmla="*/ 4159686 h 4159686"/>
              <a:gd name="connsiteX5" fmla="*/ 0 w 6262141"/>
              <a:gd name="connsiteY5" fmla="*/ 3700458 h 4159686"/>
              <a:gd name="connsiteX6" fmla="*/ 0 w 6262141"/>
              <a:gd name="connsiteY6" fmla="*/ 3329154 h 4159686"/>
              <a:gd name="connsiteX7" fmla="*/ 0 w 6262141"/>
              <a:gd name="connsiteY7" fmla="*/ 2944589 h 4159686"/>
              <a:gd name="connsiteX8" fmla="*/ 0 w 6262141"/>
              <a:gd name="connsiteY8" fmla="*/ 2546533 h 4159686"/>
              <a:gd name="connsiteX9" fmla="*/ 0 w 6262141"/>
              <a:gd name="connsiteY9" fmla="*/ 2134752 h 4159686"/>
              <a:gd name="connsiteX10" fmla="*/ 0 w 6262141"/>
              <a:gd name="connsiteY10" fmla="*/ 1709014 h 4159686"/>
              <a:gd name="connsiteX11" fmla="*/ 0 w 6262141"/>
              <a:gd name="connsiteY11" fmla="*/ 1269085 h 4159686"/>
              <a:gd name="connsiteX12" fmla="*/ 0 w 6262141"/>
              <a:gd name="connsiteY12" fmla="*/ 814735 h 4159686"/>
              <a:gd name="connsiteX13" fmla="*/ 0 w 6262141"/>
              <a:gd name="connsiteY13" fmla="*/ 345728 h 4159686"/>
              <a:gd name="connsiteX14" fmla="*/ 2836724 w 6262141"/>
              <a:gd name="connsiteY14" fmla="*/ 775 h 4159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62141" h="4159686">
                <a:moveTo>
                  <a:pt x="2836724" y="775"/>
                </a:moveTo>
                <a:cubicBezTo>
                  <a:pt x="3163345" y="-2587"/>
                  <a:pt x="3492318" y="5034"/>
                  <a:pt x="3822188" y="22965"/>
                </a:cubicBezTo>
                <a:cubicBezTo>
                  <a:pt x="4104550" y="1058496"/>
                  <a:pt x="5095168" y="2317803"/>
                  <a:pt x="5982756" y="3706589"/>
                </a:cubicBezTo>
                <a:lnTo>
                  <a:pt x="6262141" y="4159686"/>
                </a:lnTo>
                <a:lnTo>
                  <a:pt x="0" y="4159686"/>
                </a:lnTo>
                <a:lnTo>
                  <a:pt x="0" y="3700458"/>
                </a:lnTo>
                <a:lnTo>
                  <a:pt x="0" y="3329154"/>
                </a:lnTo>
                <a:lnTo>
                  <a:pt x="0" y="2944589"/>
                </a:lnTo>
                <a:lnTo>
                  <a:pt x="0" y="2546533"/>
                </a:lnTo>
                <a:lnTo>
                  <a:pt x="0" y="2134752"/>
                </a:lnTo>
                <a:lnTo>
                  <a:pt x="0" y="1709014"/>
                </a:lnTo>
                <a:lnTo>
                  <a:pt x="0" y="1269085"/>
                </a:lnTo>
                <a:lnTo>
                  <a:pt x="0" y="814735"/>
                </a:lnTo>
                <a:lnTo>
                  <a:pt x="0" y="345728"/>
                </a:lnTo>
                <a:cubicBezTo>
                  <a:pt x="898178" y="119794"/>
                  <a:pt x="1856863" y="10862"/>
                  <a:pt x="2836724" y="775"/>
                </a:cubicBezTo>
                <a:close/>
              </a:path>
            </a:pathLst>
          </a:custGeom>
          <a:solidFill>
            <a:srgbClr val="12AB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dirty="0">
              <a:solidFill>
                <a:prstClr val="white"/>
              </a:solidFill>
            </a:endParaRPr>
          </a:p>
        </p:txBody>
      </p:sp>
      <p:sp>
        <p:nvSpPr>
          <p:cNvPr id="26" name="Text Placeholder 4">
            <a:extLst>
              <a:ext uri="{FF2B5EF4-FFF2-40B4-BE49-F238E27FC236}">
                <a16:creationId xmlns:a16="http://schemas.microsoft.com/office/drawing/2014/main" id="{7E551D69-F21D-4601-B4BD-97ECB52F39D6}"/>
              </a:ext>
            </a:extLst>
          </p:cNvPr>
          <p:cNvSpPr>
            <a:spLocks noGrp="1"/>
          </p:cNvSpPr>
          <p:nvPr>
            <p:ph type="body" sz="quarter" idx="14" hasCustomPrompt="1"/>
          </p:nvPr>
        </p:nvSpPr>
        <p:spPr>
          <a:xfrm>
            <a:off x="783129" y="5367326"/>
            <a:ext cx="3296647" cy="331986"/>
          </a:xfrm>
          <a:prstGeom prst="rect">
            <a:avLst/>
          </a:prstGeom>
          <a:noFill/>
        </p:spPr>
        <p:txBody>
          <a:bodyPr anchor="ctr">
            <a:noAutofit/>
          </a:bodyPr>
          <a:lstStyle>
            <a:lvl1pPr algn="l">
              <a:defRPr sz="1600" b="1">
                <a:solidFill>
                  <a:schemeClr val="accent2"/>
                </a:solidFill>
              </a:defRPr>
            </a:lvl1pPr>
            <a:lvl2pPr>
              <a:defRPr sz="1400"/>
            </a:lvl2pPr>
            <a:lvl3pPr>
              <a:defRPr sz="1200"/>
            </a:lvl3pPr>
            <a:lvl4pPr>
              <a:defRPr sz="1100"/>
            </a:lvl4pPr>
            <a:lvl5pPr>
              <a:defRPr sz="1100"/>
            </a:lvl5pPr>
          </a:lstStyle>
          <a:p>
            <a:pPr lvl="0"/>
            <a:r>
              <a:rPr lang="en-US" dirty="0"/>
              <a:t>Insert education </a:t>
            </a:r>
          </a:p>
        </p:txBody>
      </p:sp>
      <p:sp>
        <p:nvSpPr>
          <p:cNvPr id="23" name="Text Placeholder 4">
            <a:extLst>
              <a:ext uri="{FF2B5EF4-FFF2-40B4-BE49-F238E27FC236}">
                <a16:creationId xmlns:a16="http://schemas.microsoft.com/office/drawing/2014/main" id="{BC359575-5CC3-4B2F-91E7-19D6A150BE7B}"/>
              </a:ext>
            </a:extLst>
          </p:cNvPr>
          <p:cNvSpPr>
            <a:spLocks noGrp="1"/>
          </p:cNvSpPr>
          <p:nvPr>
            <p:ph type="body" sz="quarter" idx="13" hasCustomPrompt="1"/>
          </p:nvPr>
        </p:nvSpPr>
        <p:spPr>
          <a:xfrm>
            <a:off x="783129" y="4005250"/>
            <a:ext cx="3296647" cy="412363"/>
          </a:xfrm>
          <a:prstGeom prst="rect">
            <a:avLst/>
          </a:prstGeom>
          <a:noFill/>
        </p:spPr>
        <p:txBody>
          <a:bodyPr anchor="ctr">
            <a:noAutofit/>
          </a:bodyPr>
          <a:lstStyle>
            <a:lvl1pPr algn="l">
              <a:defRPr sz="2000" b="1">
                <a:solidFill>
                  <a:schemeClr val="accent2"/>
                </a:solidFill>
              </a:defRPr>
            </a:lvl1pPr>
            <a:lvl2pPr>
              <a:defRPr sz="1400"/>
            </a:lvl2pPr>
            <a:lvl3pPr>
              <a:defRPr sz="1200"/>
            </a:lvl3pPr>
            <a:lvl4pPr>
              <a:defRPr sz="1100"/>
            </a:lvl4pPr>
            <a:lvl5pPr>
              <a:defRPr sz="1100"/>
            </a:lvl5pPr>
          </a:lstStyle>
          <a:p>
            <a:pPr lvl="0"/>
            <a:r>
              <a:rPr lang="en-US" dirty="0"/>
              <a:t>Insert Name</a:t>
            </a:r>
          </a:p>
        </p:txBody>
      </p:sp>
      <p:sp>
        <p:nvSpPr>
          <p:cNvPr id="24" name="Text Placeholder 7">
            <a:extLst>
              <a:ext uri="{FF2B5EF4-FFF2-40B4-BE49-F238E27FC236}">
                <a16:creationId xmlns:a16="http://schemas.microsoft.com/office/drawing/2014/main" id="{53745724-67BB-4475-9660-FEEE12268615}"/>
              </a:ext>
            </a:extLst>
          </p:cNvPr>
          <p:cNvSpPr>
            <a:spLocks noGrp="1"/>
          </p:cNvSpPr>
          <p:nvPr>
            <p:ph type="body" sz="quarter" idx="10" hasCustomPrompt="1"/>
          </p:nvPr>
        </p:nvSpPr>
        <p:spPr>
          <a:xfrm>
            <a:off x="782081" y="4432997"/>
            <a:ext cx="3304144" cy="894840"/>
          </a:xfrm>
          <a:prstGeom prst="rect">
            <a:avLst/>
          </a:prstGeom>
        </p:spPr>
        <p:txBody>
          <a:bodyPr>
            <a:noAutofit/>
          </a:bodyPr>
          <a:lstStyle>
            <a:lvl1pPr>
              <a:lnSpc>
                <a:spcPct val="100000"/>
              </a:lnSpc>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Insert text</a:t>
            </a:r>
          </a:p>
        </p:txBody>
      </p:sp>
      <p:sp>
        <p:nvSpPr>
          <p:cNvPr id="27" name="Text Placeholder 7">
            <a:extLst>
              <a:ext uri="{FF2B5EF4-FFF2-40B4-BE49-F238E27FC236}">
                <a16:creationId xmlns:a16="http://schemas.microsoft.com/office/drawing/2014/main" id="{C78431F2-3F85-4748-A6BC-A08250A6D354}"/>
              </a:ext>
            </a:extLst>
          </p:cNvPr>
          <p:cNvSpPr>
            <a:spLocks noGrp="1"/>
          </p:cNvSpPr>
          <p:nvPr>
            <p:ph type="body" sz="quarter" idx="15" hasCustomPrompt="1"/>
          </p:nvPr>
        </p:nvSpPr>
        <p:spPr>
          <a:xfrm>
            <a:off x="782081" y="5690297"/>
            <a:ext cx="3297695" cy="713864"/>
          </a:xfrm>
          <a:prstGeom prst="rect">
            <a:avLst/>
          </a:prstGeom>
        </p:spPr>
        <p:txBody>
          <a:bodyPr>
            <a:noAutofit/>
          </a:bodyPr>
          <a:lstStyle>
            <a:lvl1pPr>
              <a:lnSpc>
                <a:spcPct val="100000"/>
              </a:lnSpc>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Insert text</a:t>
            </a:r>
          </a:p>
        </p:txBody>
      </p:sp>
      <p:sp>
        <p:nvSpPr>
          <p:cNvPr id="13" name="Oval 20">
            <a:extLst>
              <a:ext uri="{FF2B5EF4-FFF2-40B4-BE49-F238E27FC236}">
                <a16:creationId xmlns:a16="http://schemas.microsoft.com/office/drawing/2014/main" id="{1EFB3510-D39A-47CF-8191-109DDF9E53D5}"/>
              </a:ext>
            </a:extLst>
          </p:cNvPr>
          <p:cNvSpPr/>
          <p:nvPr userDrawn="1"/>
        </p:nvSpPr>
        <p:spPr>
          <a:xfrm>
            <a:off x="1381192" y="1337534"/>
            <a:ext cx="2609222" cy="2465696"/>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95E6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solidFill>
                <a:prstClr val="white"/>
              </a:solidFill>
            </a:endParaRPr>
          </a:p>
        </p:txBody>
      </p:sp>
      <p:sp>
        <p:nvSpPr>
          <p:cNvPr id="12292" name="AutoShape 4"/>
          <p:cNvSpPr>
            <a:spLocks noChangeAspect="1" noChangeArrowheads="1" noTextEdit="1"/>
          </p:cNvSpPr>
          <p:nvPr userDrawn="1"/>
        </p:nvSpPr>
        <p:spPr bwMode="auto">
          <a:xfrm>
            <a:off x="-7302500" y="2698750"/>
            <a:ext cx="6261100" cy="41592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endParaRPr lang="en-GB" dirty="0">
              <a:solidFill>
                <a:srgbClr val="000000"/>
              </a:solidFill>
            </a:endParaRPr>
          </a:p>
        </p:txBody>
      </p:sp>
    </p:spTree>
    <p:extLst>
      <p:ext uri="{BB962C8B-B14F-4D97-AF65-F5344CB8AC3E}">
        <p14:creationId xmlns:p14="http://schemas.microsoft.com/office/powerpoint/2010/main" val="2083575414"/>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userDrawn="1">
  <p:cSld name="1_Custom page with sub heading">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2"/>
            </p:custDataLst>
          </p:nvPr>
        </p:nvGraphicFramePr>
        <p:xfrm>
          <a:off x="0" y="6"/>
          <a:ext cx="195385" cy="158751"/>
        </p:xfrm>
        <a:graphic>
          <a:graphicData uri="http://schemas.openxmlformats.org/presentationml/2006/ole">
            <mc:AlternateContent xmlns:mc="http://schemas.openxmlformats.org/markup-compatibility/2006">
              <mc:Choice xmlns:v="urn:schemas-microsoft-com:vml" Requires="v">
                <p:oleObj spid="_x0000_s141743" name="think-cell Slide" r:id="rId7" imgW="360" imgH="360" progId="">
                  <p:embed/>
                </p:oleObj>
              </mc:Choice>
              <mc:Fallback>
                <p:oleObj name="think-cell Slide" r:id="rId7" imgW="360" imgH="360" progId="">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6"/>
                        <a:ext cx="195385" cy="15875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custDataLst>
              <p:tags r:id="rId3"/>
            </p:custDataLst>
          </p:nvPr>
        </p:nvSpPr>
        <p:spPr/>
        <p:txBody>
          <a:bodyPr/>
          <a:lstStyle>
            <a:lvl1pPr>
              <a:defRPr>
                <a:latin typeface="Calibri"/>
                <a:ea typeface="Calibri"/>
                <a:cs typeface="Calibri"/>
              </a:defRPr>
            </a:lvl1pPr>
          </a:lstStyle>
          <a:p>
            <a:r>
              <a:rPr lang="en-US" dirty="0"/>
              <a:t>Click to edit Master title style</a:t>
            </a:r>
            <a:endParaRPr lang="en-GB" dirty="0"/>
          </a:p>
        </p:txBody>
      </p:sp>
      <p:sp>
        <p:nvSpPr>
          <p:cNvPr id="5" name="Text Placeholder 4"/>
          <p:cNvSpPr>
            <a:spLocks noGrp="1"/>
          </p:cNvSpPr>
          <p:nvPr>
            <p:ph type="body" sz="quarter" idx="11"/>
            <p:custDataLst>
              <p:tags r:id="rId4"/>
            </p:custDataLst>
          </p:nvPr>
        </p:nvSpPr>
        <p:spPr>
          <a:xfrm>
            <a:off x="431800" y="1792975"/>
            <a:ext cx="11084078" cy="4588355"/>
          </a:xfrm>
        </p:spPr>
        <p:txBody>
          <a:bodyPr/>
          <a:lstStyle>
            <a:lvl1pPr algn="l">
              <a:defRPr>
                <a:solidFill>
                  <a:schemeClr val="tx1">
                    <a:lumMod val="85000"/>
                    <a:lumOff val="15000"/>
                  </a:schemeClr>
                </a:solidFill>
                <a:latin typeface="Calibri"/>
                <a:ea typeface="Calibri"/>
                <a:cs typeface="Calibri"/>
              </a:defRPr>
            </a:lvl1pPr>
            <a:lvl2pPr>
              <a:defRPr lang="en-US" sz="1200" kern="1200" dirty="0" smtClean="0">
                <a:solidFill>
                  <a:schemeClr val="tx1">
                    <a:lumMod val="85000"/>
                    <a:lumOff val="15000"/>
                  </a:schemeClr>
                </a:solidFill>
                <a:latin typeface="Calibri" pitchFamily="34" charset="0"/>
                <a:ea typeface="+mn-ea"/>
                <a:cs typeface="Calibri" pitchFamily="34" charset="0"/>
              </a:defRPr>
            </a:lvl2pPr>
            <a:lvl3pPr marL="712545" indent="-180915">
              <a:defRPr>
                <a:solidFill>
                  <a:schemeClr val="tx1">
                    <a:lumMod val="85000"/>
                    <a:lumOff val="15000"/>
                  </a:schemeClr>
                </a:solidFill>
                <a:latin typeface="Calibri"/>
                <a:ea typeface="Calibri"/>
                <a:cs typeface="Calibri"/>
              </a:defRPr>
            </a:lvl3pPr>
            <a:lvl4pPr marL="893460" indent="-180915">
              <a:defRPr>
                <a:solidFill>
                  <a:schemeClr val="tx1">
                    <a:lumMod val="85000"/>
                    <a:lumOff val="15000"/>
                  </a:schemeClr>
                </a:solidFill>
                <a:latin typeface="Calibri"/>
                <a:ea typeface="Calibri"/>
                <a:cs typeface="Calibri"/>
              </a:defRPr>
            </a:lvl4pPr>
            <a:lvl5pPr marL="1074372" indent="-180915">
              <a:defRPr>
                <a:solidFill>
                  <a:schemeClr val="tx1">
                    <a:lumMod val="85000"/>
                    <a:lumOff val="15000"/>
                  </a:schemeClr>
                </a:solidFill>
                <a:latin typeface="Calibri"/>
                <a:ea typeface="Calibri"/>
                <a:cs typeface="Calibri"/>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7" name="Content Placeholder 6"/>
          <p:cNvSpPr>
            <a:spLocks noGrp="1"/>
          </p:cNvSpPr>
          <p:nvPr>
            <p:ph sz="quarter" idx="12"/>
            <p:custDataLst>
              <p:tags r:id="rId5"/>
            </p:custDataLst>
          </p:nvPr>
        </p:nvSpPr>
        <p:spPr>
          <a:xfrm>
            <a:off x="431800" y="1032039"/>
            <a:ext cx="11424841" cy="395288"/>
          </a:xfrm>
          <a:noFill/>
          <a:ln w="9525">
            <a:noFill/>
            <a:miter lim="800000"/>
            <a:headEnd/>
            <a:tailEnd/>
          </a:ln>
        </p:spPr>
        <p:txBody>
          <a:bodyPr rtlCol="0">
            <a:noAutofit/>
          </a:bodyPr>
          <a:lstStyle>
            <a:lvl1pPr marL="0" indent="0" algn="ctr" rtl="0" eaLnBrk="1" fontAlgn="base" hangingPunct="1">
              <a:spcBef>
                <a:spcPct val="0"/>
              </a:spcBef>
              <a:spcAft>
                <a:spcPct val="0"/>
              </a:spcAft>
              <a:buNone/>
              <a:defRPr lang="en-GB" sz="1600" kern="1200" baseline="0" dirty="0">
                <a:solidFill>
                  <a:schemeClr val="accent2"/>
                </a:solidFill>
                <a:latin typeface="Calibri" pitchFamily="34" charset="0"/>
                <a:ea typeface="+mj-ea"/>
                <a:cs typeface="Calibri" pitchFamily="34" charset="0"/>
              </a:defRPr>
            </a:lvl1pPr>
          </a:lstStyle>
          <a:p>
            <a:pPr lvl="0"/>
            <a:r>
              <a:rPr lang="en-US"/>
              <a:t>Click to edit Master text styles</a:t>
            </a:r>
          </a:p>
        </p:txBody>
      </p:sp>
      <p:sp>
        <p:nvSpPr>
          <p:cNvPr id="6" name="Shape 12"/>
          <p:cNvSpPr txBox="1"/>
          <p:nvPr userDrawn="1"/>
        </p:nvSpPr>
        <p:spPr>
          <a:xfrm>
            <a:off x="11780746" y="6654004"/>
            <a:ext cx="125385" cy="123111"/>
          </a:xfrm>
          <a:prstGeom prst="rect">
            <a:avLst/>
          </a:prstGeom>
          <a:noFill/>
          <a:ln>
            <a:noFill/>
          </a:ln>
        </p:spPr>
        <p:txBody>
          <a:bodyPr lIns="0" tIns="0" rIns="0" bIns="0" anchor="ctr" anchorCtr="0">
            <a:noAutofit/>
          </a:bodyPr>
          <a:lstStyle/>
          <a:p>
            <a:pPr algn="ctr">
              <a:buSzPct val="25000"/>
            </a:pPr>
            <a:r>
              <a:rPr lang="en-US" dirty="0">
                <a:solidFill>
                  <a:srgbClr val="000000"/>
                </a:solidFill>
                <a:latin typeface="Calibri"/>
                <a:ea typeface="Calibri"/>
                <a:cs typeface="Calibri"/>
              </a:rPr>
              <a:t> </a:t>
            </a:r>
          </a:p>
        </p:txBody>
      </p:sp>
    </p:spTree>
    <p:extLst>
      <p:ext uri="{BB962C8B-B14F-4D97-AF65-F5344CB8AC3E}">
        <p14:creationId xmlns:p14="http://schemas.microsoft.com/office/powerpoint/2010/main" val="3324960468"/>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7" name="Text Placeholder 4"/>
          <p:cNvSpPr>
            <a:spLocks noGrp="1"/>
          </p:cNvSpPr>
          <p:nvPr>
            <p:ph type="body" sz="quarter" idx="13"/>
          </p:nvPr>
        </p:nvSpPr>
        <p:spPr>
          <a:xfrm>
            <a:off x="10033002" y="186267"/>
            <a:ext cx="1981197" cy="347133"/>
          </a:xfrm>
        </p:spPr>
        <p:txBody>
          <a:bodyPr/>
          <a:lstStyle>
            <a:lvl1pPr algn="r">
              <a:defRPr sz="933" baseline="0">
                <a:solidFill>
                  <a:schemeClr val="tx1"/>
                </a:solidFill>
              </a:defRPr>
            </a:lvl1pPr>
          </a:lstStyle>
          <a:p>
            <a:pPr lvl="0"/>
            <a:r>
              <a:rPr lang="en-US"/>
              <a:t>Click to edit Master text styles</a:t>
            </a:r>
          </a:p>
        </p:txBody>
      </p:sp>
      <p:sp>
        <p:nvSpPr>
          <p:cNvPr id="5" name="Date Placeholder 9">
            <a:extLst>
              <a:ext uri="{FF2B5EF4-FFF2-40B4-BE49-F238E27FC236}">
                <a16:creationId xmlns:a16="http://schemas.microsoft.com/office/drawing/2014/main" id="{048CED7F-D436-457F-A3BD-682FA06FE49A}"/>
              </a:ext>
            </a:extLst>
          </p:cNvPr>
          <p:cNvSpPr>
            <a:spLocks noGrp="1"/>
          </p:cNvSpPr>
          <p:nvPr>
            <p:ph type="dt" sz="half" idx="14"/>
          </p:nvPr>
        </p:nvSpPr>
        <p:spPr>
          <a:xfrm>
            <a:off x="407988" y="6555971"/>
            <a:ext cx="2829007" cy="219456"/>
          </a:xfrm>
          <a:prstGeom prst="rect">
            <a:avLst/>
          </a:prstGeom>
        </p:spPr>
        <p:txBody>
          <a:bodyPr/>
          <a:lstStyle>
            <a:lvl1pPr>
              <a:defRPr/>
            </a:lvl1pPr>
          </a:lstStyle>
          <a:p>
            <a:pPr>
              <a:defRPr/>
            </a:pPr>
            <a:fld id="{8164C8A9-CA15-45E8-AB76-FAB297E2C958}" type="datetime1">
              <a:rPr lang="en-GB" smtClean="0"/>
              <a:pPr>
                <a:defRPr/>
              </a:pPr>
              <a:t>18/12/2020</a:t>
            </a:fld>
            <a:endParaRPr lang="en-GB" dirty="0"/>
          </a:p>
        </p:txBody>
      </p:sp>
      <p:sp>
        <p:nvSpPr>
          <p:cNvPr id="6" name="Slide Number Placeholder 11">
            <a:extLst>
              <a:ext uri="{FF2B5EF4-FFF2-40B4-BE49-F238E27FC236}">
                <a16:creationId xmlns:a16="http://schemas.microsoft.com/office/drawing/2014/main" id="{5FCE36E9-C0FA-47C7-8806-E5F857CDAE98}"/>
              </a:ext>
            </a:extLst>
          </p:cNvPr>
          <p:cNvSpPr>
            <a:spLocks noGrp="1"/>
          </p:cNvSpPr>
          <p:nvPr>
            <p:ph type="sldNum" sz="quarter" idx="15"/>
          </p:nvPr>
        </p:nvSpPr>
        <p:spPr>
          <a:xfrm>
            <a:off x="11784013" y="6555758"/>
            <a:ext cx="123754" cy="215444"/>
          </a:xfrm>
          <a:prstGeom prst="rect">
            <a:avLst/>
          </a:prstGeom>
        </p:spPr>
        <p:txBody>
          <a:bodyPr/>
          <a:lstStyle>
            <a:lvl1pPr>
              <a:defRPr smtClean="0"/>
            </a:lvl1pPr>
          </a:lstStyle>
          <a:p>
            <a:pPr>
              <a:defRPr/>
            </a:pPr>
            <a:fld id="{03DEE73E-DF18-44FE-B82A-6F270E6F8640}" type="slidenum">
              <a:rPr lang="en-GB" altLang="en-US">
                <a:solidFill>
                  <a:srgbClr val="EDEDED">
                    <a:lumMod val="50000"/>
                  </a:srgbClr>
                </a:solidFill>
              </a:rPr>
              <a:pPr>
                <a:defRPr/>
              </a:pPr>
              <a:t>‹#›</a:t>
            </a:fld>
            <a:endParaRPr lang="en-GB" altLang="en-US" dirty="0">
              <a:solidFill>
                <a:srgbClr val="EDEDED">
                  <a:lumMod val="50000"/>
                </a:srgbClr>
              </a:solidFill>
            </a:endParaRPr>
          </a:p>
        </p:txBody>
      </p:sp>
    </p:spTree>
    <p:extLst>
      <p:ext uri="{BB962C8B-B14F-4D97-AF65-F5344CB8AC3E}">
        <p14:creationId xmlns:p14="http://schemas.microsoft.com/office/powerpoint/2010/main" val="3160387539"/>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userDrawn="1">
  <p:cSld name="4_Blank-Grey">
    <p:spTree>
      <p:nvGrpSpPr>
        <p:cNvPr id="1" name=""/>
        <p:cNvGrpSpPr/>
        <p:nvPr/>
      </p:nvGrpSpPr>
      <p:grpSpPr>
        <a:xfrm>
          <a:off x="0" y="0"/>
          <a:ext cx="0" cy="0"/>
          <a:chOff x="0" y="0"/>
          <a:chExt cx="0" cy="0"/>
        </a:xfrm>
      </p:grpSpPr>
      <p:sp>
        <p:nvSpPr>
          <p:cNvPr id="6" name="Rectangle 5"/>
          <p:cNvSpPr/>
          <p:nvPr userDrawn="1"/>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sp>
        <p:nvSpPr>
          <p:cNvPr id="11"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407988" y="404813"/>
            <a:ext cx="11016604" cy="863600"/>
          </a:xfrm>
          <a:prstGeom prst="rect">
            <a:avLst/>
          </a:prstGeom>
        </p:spPr>
        <p:txBody>
          <a:bodyPr vert="horz" lIns="0" tIns="0" rIns="0" bIns="0" rtlCol="0" anchor="t">
            <a:normAutofit/>
          </a:bodyPr>
          <a:lstStyle>
            <a:lvl1pPr>
              <a:defRPr lang="pt-PT" dirty="0"/>
            </a:lvl1pPr>
          </a:lstStyle>
          <a:p>
            <a:pPr lvl="0">
              <a:lnSpc>
                <a:spcPts val="3000"/>
              </a:lnSpc>
            </a:pPr>
            <a:r>
              <a:rPr lang="en-US" dirty="0"/>
              <a:t>Click to add title</a:t>
            </a:r>
            <a:endParaRPr lang="pt-PT" dirty="0"/>
          </a:p>
        </p:txBody>
      </p:sp>
      <p:sp>
        <p:nvSpPr>
          <p:cNvPr id="8" name="Retângulo 43">
            <a:extLst>
              <a:ext uri="{FF2B5EF4-FFF2-40B4-BE49-F238E27FC236}">
                <a16:creationId xmlns:a16="http://schemas.microsoft.com/office/drawing/2014/main" id="{C2BCCE47-132A-4190-A38A-30E2915A65B9}"/>
              </a:ext>
            </a:extLst>
          </p:cNvPr>
          <p:cNvSpPr/>
          <p:nvPr userDrawn="1"/>
        </p:nvSpPr>
        <p:spPr>
          <a:xfrm>
            <a:off x="11665391" y="6555758"/>
            <a:ext cx="360997" cy="215444"/>
          </a:xfrm>
          <a:prstGeom prst="rect">
            <a:avLst/>
          </a:prstGeom>
        </p:spPr>
        <p:txBody>
          <a:bodyPr wrap="none">
            <a:spAutoFit/>
          </a:bodyPr>
          <a:lstStyle/>
          <a:p>
            <a:pPr algn="r"/>
            <a:fld id="{0502E5A9-B53C-401E-A0E0-4A359BB0A9E5}" type="slidenum">
              <a:rPr lang="en-US" sz="800" smtClean="0">
                <a:solidFill>
                  <a:srgbClr val="EDEDED">
                    <a:lumMod val="50000"/>
                  </a:srgbClr>
                </a:solidFill>
                <a:cs typeface="Arial" panose="020B0604020202020204" pitchFamily="34" charset="0"/>
              </a:rPr>
              <a:pPr algn="r"/>
              <a:t>‹#›</a:t>
            </a:fld>
            <a:endParaRPr lang="en-US" sz="800" dirty="0">
              <a:solidFill>
                <a:srgbClr val="EDEDED">
                  <a:lumMod val="50000"/>
                </a:srgbClr>
              </a:solidFill>
              <a:cs typeface="Arial" panose="020B0604020202020204" pitchFamily="34" charset="0"/>
            </a:endParaRPr>
          </a:p>
        </p:txBody>
      </p:sp>
      <p:cxnSp>
        <p:nvCxnSpPr>
          <p:cNvPr id="15" name="Conector reto 49">
            <a:extLst>
              <a:ext uri="{FF2B5EF4-FFF2-40B4-BE49-F238E27FC236}">
                <a16:creationId xmlns:a16="http://schemas.microsoft.com/office/drawing/2014/main" id="{C643ACD3-969A-488F-A06C-C34ADF4E64DB}"/>
              </a:ext>
            </a:extLst>
          </p:cNvPr>
          <p:cNvCxnSpPr>
            <a:cxnSpLocks/>
          </p:cNvCxnSpPr>
          <p:nvPr userDrawn="1"/>
        </p:nvCxnSpPr>
        <p:spPr>
          <a:xfrm flipV="1">
            <a:off x="4840114"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17" name="Retângulo 43">
            <a:extLst>
              <a:ext uri="{FF2B5EF4-FFF2-40B4-BE49-F238E27FC236}">
                <a16:creationId xmlns:a16="http://schemas.microsoft.com/office/drawing/2014/main" id="{EDE12A28-D554-4582-91BE-E9A01F50E0D1}"/>
              </a:ext>
            </a:extLst>
          </p:cNvPr>
          <p:cNvSpPr/>
          <p:nvPr userDrawn="1"/>
        </p:nvSpPr>
        <p:spPr>
          <a:xfrm>
            <a:off x="4967819" y="6555758"/>
            <a:ext cx="2223686" cy="219456"/>
          </a:xfrm>
          <a:prstGeom prst="rect">
            <a:avLst/>
          </a:prstGeom>
        </p:spPr>
        <p:txBody>
          <a:bodyPr wrap="none" lIns="0" tIns="0" rIns="0" bIns="0" anchor="ctr">
            <a:noAutofit/>
          </a:bodyPr>
          <a:lstStyle/>
          <a:p>
            <a:r>
              <a:rPr lang="en-US" sz="800" dirty="0">
                <a:solidFill>
                  <a:srgbClr val="EDEDED">
                    <a:lumMod val="50000"/>
                  </a:srgbClr>
                </a:solidFill>
                <a:cs typeface="Arial" panose="020B0604020202020204" pitchFamily="34" charset="0"/>
              </a:rPr>
              <a:t>© 2018 Capgemini. All rights reserved.</a:t>
            </a:r>
          </a:p>
        </p:txBody>
      </p:sp>
    </p:spTree>
    <p:extLst>
      <p:ext uri="{BB962C8B-B14F-4D97-AF65-F5344CB8AC3E}">
        <p14:creationId xmlns:p14="http://schemas.microsoft.com/office/powerpoint/2010/main" val="1534014452"/>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fld id="{825ADB62-1429-C14C-A270-95B078A656ED}" type="slidenum">
              <a:rPr lang="en-US" smtClean="0">
                <a:solidFill>
                  <a:srgbClr val="858585"/>
                </a:solidFill>
              </a:rPr>
              <a:pPr/>
              <a:t>‹#›</a:t>
            </a:fld>
            <a:endParaRPr lang="en-US" dirty="0">
              <a:solidFill>
                <a:srgbClr val="858585"/>
              </a:solidFill>
            </a:endParaRPr>
          </a:p>
        </p:txBody>
      </p:sp>
      <p:sp>
        <p:nvSpPr>
          <p:cNvPr id="4" name="Date Placeholder 3"/>
          <p:cNvSpPr>
            <a:spLocks noGrp="1"/>
          </p:cNvSpPr>
          <p:nvPr>
            <p:ph type="dt" sz="half" idx="11"/>
          </p:nvPr>
        </p:nvSpPr>
        <p:spPr/>
        <p:txBody>
          <a:bodyPr/>
          <a:lstStyle/>
          <a:p>
            <a:fld id="{208EA322-453A-6D43-9E02-6D8857D88D18}" type="datetime1">
              <a:rPr lang="en-US" smtClean="0">
                <a:solidFill>
                  <a:srgbClr val="858585"/>
                </a:solidFill>
              </a:rPr>
              <a:pPr/>
              <a:t>12/18/2020</a:t>
            </a:fld>
            <a:endParaRPr lang="en-US" dirty="0">
              <a:solidFill>
                <a:srgbClr val="858585"/>
              </a:solidFill>
            </a:endParaRPr>
          </a:p>
        </p:txBody>
      </p:sp>
      <p:sp>
        <p:nvSpPr>
          <p:cNvPr id="5" name="Footer Placeholder 4"/>
          <p:cNvSpPr>
            <a:spLocks noGrp="1"/>
          </p:cNvSpPr>
          <p:nvPr>
            <p:ph type="ftr" sz="quarter" idx="12"/>
          </p:nvPr>
        </p:nvSpPr>
        <p:spPr/>
        <p:txBody>
          <a:bodyPr/>
          <a:lstStyle/>
          <a:p>
            <a:endParaRPr lang="en-US" dirty="0">
              <a:solidFill>
                <a:srgbClr val="858585">
                  <a:tint val="75000"/>
                </a:srgbClr>
              </a:solidFill>
            </a:endParaRPr>
          </a:p>
        </p:txBody>
      </p:sp>
    </p:spTree>
    <p:extLst>
      <p:ext uri="{BB962C8B-B14F-4D97-AF65-F5344CB8AC3E}">
        <p14:creationId xmlns:p14="http://schemas.microsoft.com/office/powerpoint/2010/main" val="4219453912"/>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12/18/2020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602083612"/>
      </p:ext>
    </p:extLst>
  </p:cSld>
  <p:clrMapOvr>
    <a:masterClrMapping/>
  </p:clrMapOvr>
  <p:transition>
    <p:fade/>
  </p:transition>
</p:sldLayout>
</file>

<file path=ppt/slideLayouts/slideLayout11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233363" indent="-233363">
              <a:defRPr lang="en-US" sz="1600" b="0" kern="1200" dirty="0" smtClean="0">
                <a:solidFill>
                  <a:schemeClr val="tx1"/>
                </a:solidFill>
                <a:latin typeface="Arial" pitchFamily="34" charset="0"/>
                <a:ea typeface="+mn-ea"/>
                <a:cs typeface="Arial" pitchFamily="34" charset="0"/>
              </a:defRPr>
            </a:lvl1pPr>
            <a:lvl2pPr marL="457200" indent="-223838">
              <a:defRPr lang="en-US" sz="1600" b="0" kern="1200" dirty="0" smtClean="0">
                <a:solidFill>
                  <a:schemeClr val="tx1"/>
                </a:solidFill>
                <a:latin typeface="Arial" pitchFamily="34" charset="0"/>
                <a:ea typeface="+mn-ea"/>
                <a:cs typeface="Arial" pitchFamily="34" charset="0"/>
              </a:defRPr>
            </a:lvl2pPr>
            <a:lvl3pPr>
              <a:defRPr lang="en-US" sz="1400" b="0" kern="1200" dirty="0" smtClean="0">
                <a:solidFill>
                  <a:schemeClr val="tx1"/>
                </a:solidFill>
                <a:latin typeface="Arial" pitchFamily="34" charset="0"/>
                <a:ea typeface="+mn-ea"/>
                <a:cs typeface="Arial" pitchFamily="34" charset="0"/>
              </a:defRPr>
            </a:lvl3pPr>
            <a:lvl4pPr>
              <a:defRPr lang="en-US" sz="1200" b="0" kern="1200" dirty="0" smtClean="0">
                <a:solidFill>
                  <a:schemeClr val="tx1"/>
                </a:solidFill>
                <a:latin typeface="Arial" pitchFamily="34" charset="0"/>
                <a:ea typeface="+mn-ea"/>
                <a:cs typeface="Arial" pitchFamily="34" charset="0"/>
              </a:defRPr>
            </a:lvl4pPr>
            <a:lvl5pPr>
              <a:defRPr lang="en-US" sz="1200" b="0" kern="1200" dirty="0">
                <a:solidFill>
                  <a:schemeClr val="tx1"/>
                </a:solidFill>
                <a:latin typeface="Arial" pitchFamily="34" charset="0"/>
                <a:ea typeface="+mn-ea"/>
                <a:cs typeface="Arial"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274605934"/>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type="obj">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666" b="1" i="0">
                <a:solidFill>
                  <a:srgbClr val="2C4B5C"/>
                </a:solidFill>
                <a:latin typeface="Century Gothic"/>
                <a:cs typeface="Century Gothic"/>
              </a:defRPr>
            </a:lvl1pPr>
          </a:lstStyle>
          <a:p>
            <a:endParaRPr/>
          </a:p>
        </p:txBody>
      </p:sp>
      <p:sp>
        <p:nvSpPr>
          <p:cNvPr id="3" name="Holder 3"/>
          <p:cNvSpPr>
            <a:spLocks noGrp="1"/>
          </p:cNvSpPr>
          <p:nvPr>
            <p:ph sz="half" idx="2"/>
          </p:nvPr>
        </p:nvSpPr>
        <p:spPr>
          <a:xfrm>
            <a:off x="1861312" y="2218438"/>
            <a:ext cx="5278120" cy="276999"/>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sz="half" idx="3"/>
          </p:nvPr>
        </p:nvSpPr>
        <p:spPr>
          <a:xfrm>
            <a:off x="6278881" y="1577340"/>
            <a:ext cx="5303520" cy="276999"/>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a:xfrm>
            <a:off x="4145281" y="6377941"/>
            <a:ext cx="3901440" cy="342900"/>
          </a:xfrm>
          <a:prstGeom prst="rect">
            <a:avLst/>
          </a:prstGeom>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12/18/2020</a:t>
            </a:fld>
            <a:endParaRPr lang="en-US"/>
          </a:p>
        </p:txBody>
      </p:sp>
      <p:sp>
        <p:nvSpPr>
          <p:cNvPr id="7" name="Holder 7"/>
          <p:cNvSpPr>
            <a:spLocks noGrp="1"/>
          </p:cNvSpPr>
          <p:nvPr>
            <p:ph type="sldNum" sz="quarter" idx="7"/>
          </p:nvPr>
        </p:nvSpPr>
        <p:spPr>
          <a:xfrm>
            <a:off x="8778240" y="6377941"/>
            <a:ext cx="2804160" cy="342900"/>
          </a:xfrm>
          <a:prstGeom prst="rect">
            <a:avLst/>
          </a:prstGeom>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extLst>
      <p:ext uri="{BB962C8B-B14F-4D97-AF65-F5344CB8AC3E}">
        <p14:creationId xmlns:p14="http://schemas.microsoft.com/office/powerpoint/2010/main" val="507025693"/>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117" Type="http://schemas.openxmlformats.org/officeDocument/2006/relationships/image" Target="../media/image1.png"/><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84" Type="http://schemas.openxmlformats.org/officeDocument/2006/relationships/slideLayout" Target="../slideLayouts/slideLayout84.xml"/><Relationship Id="rId89" Type="http://schemas.openxmlformats.org/officeDocument/2006/relationships/slideLayout" Target="../slideLayouts/slideLayout89.xml"/><Relationship Id="rId112" Type="http://schemas.openxmlformats.org/officeDocument/2006/relationships/slideLayout" Target="../slideLayouts/slideLayout112.xml"/><Relationship Id="rId16" Type="http://schemas.openxmlformats.org/officeDocument/2006/relationships/slideLayout" Target="../slideLayouts/slideLayout16.xml"/><Relationship Id="rId107" Type="http://schemas.openxmlformats.org/officeDocument/2006/relationships/slideLayout" Target="../slideLayouts/slideLayout107.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87" Type="http://schemas.openxmlformats.org/officeDocument/2006/relationships/slideLayout" Target="../slideLayouts/slideLayout87.xml"/><Relationship Id="rId102" Type="http://schemas.openxmlformats.org/officeDocument/2006/relationships/slideLayout" Target="../slideLayouts/slideLayout102.xml"/><Relationship Id="rId110" Type="http://schemas.openxmlformats.org/officeDocument/2006/relationships/slideLayout" Target="../slideLayouts/slideLayout110.xml"/><Relationship Id="rId115" Type="http://schemas.openxmlformats.org/officeDocument/2006/relationships/slideLayout" Target="../slideLayouts/slideLayout115.xml"/><Relationship Id="rId5" Type="http://schemas.openxmlformats.org/officeDocument/2006/relationships/slideLayout" Target="../slideLayouts/slideLayout5.xml"/><Relationship Id="rId61" Type="http://schemas.openxmlformats.org/officeDocument/2006/relationships/slideLayout" Target="../slideLayouts/slideLayout61.xml"/><Relationship Id="rId82" Type="http://schemas.openxmlformats.org/officeDocument/2006/relationships/slideLayout" Target="../slideLayouts/slideLayout82.xml"/><Relationship Id="rId90" Type="http://schemas.openxmlformats.org/officeDocument/2006/relationships/slideLayout" Target="../slideLayouts/slideLayout90.xml"/><Relationship Id="rId95" Type="http://schemas.openxmlformats.org/officeDocument/2006/relationships/slideLayout" Target="../slideLayouts/slideLayout95.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77" Type="http://schemas.openxmlformats.org/officeDocument/2006/relationships/slideLayout" Target="../slideLayouts/slideLayout77.xml"/><Relationship Id="rId100" Type="http://schemas.openxmlformats.org/officeDocument/2006/relationships/slideLayout" Target="../slideLayouts/slideLayout100.xml"/><Relationship Id="rId105" Type="http://schemas.openxmlformats.org/officeDocument/2006/relationships/slideLayout" Target="../slideLayouts/slideLayout105.xml"/><Relationship Id="rId113" Type="http://schemas.openxmlformats.org/officeDocument/2006/relationships/slideLayout" Target="../slideLayouts/slideLayout113.xml"/><Relationship Id="rId118" Type="http://schemas.openxmlformats.org/officeDocument/2006/relationships/image" Target="../media/image2.svg"/><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80" Type="http://schemas.openxmlformats.org/officeDocument/2006/relationships/slideLayout" Target="../slideLayouts/slideLayout80.xml"/><Relationship Id="rId85" Type="http://schemas.openxmlformats.org/officeDocument/2006/relationships/slideLayout" Target="../slideLayouts/slideLayout85.xml"/><Relationship Id="rId93" Type="http://schemas.openxmlformats.org/officeDocument/2006/relationships/slideLayout" Target="../slideLayouts/slideLayout93.xml"/><Relationship Id="rId98" Type="http://schemas.openxmlformats.org/officeDocument/2006/relationships/slideLayout" Target="../slideLayouts/slideLayout9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103" Type="http://schemas.openxmlformats.org/officeDocument/2006/relationships/slideLayout" Target="../slideLayouts/slideLayout103.xml"/><Relationship Id="rId108" Type="http://schemas.openxmlformats.org/officeDocument/2006/relationships/slideLayout" Target="../slideLayouts/slideLayout108.xml"/><Relationship Id="rId116"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83" Type="http://schemas.openxmlformats.org/officeDocument/2006/relationships/slideLayout" Target="../slideLayouts/slideLayout83.xml"/><Relationship Id="rId88" Type="http://schemas.openxmlformats.org/officeDocument/2006/relationships/slideLayout" Target="../slideLayouts/slideLayout88.xml"/><Relationship Id="rId91" Type="http://schemas.openxmlformats.org/officeDocument/2006/relationships/slideLayout" Target="../slideLayouts/slideLayout91.xml"/><Relationship Id="rId96" Type="http://schemas.openxmlformats.org/officeDocument/2006/relationships/slideLayout" Target="../slideLayouts/slideLayout96.xml"/><Relationship Id="rId111" Type="http://schemas.openxmlformats.org/officeDocument/2006/relationships/slideLayout" Target="../slideLayouts/slideLayout11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6" Type="http://schemas.openxmlformats.org/officeDocument/2006/relationships/slideLayout" Target="../slideLayouts/slideLayout106.xml"/><Relationship Id="rId114" Type="http://schemas.openxmlformats.org/officeDocument/2006/relationships/slideLayout" Target="../slideLayouts/slideLayout114.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86" Type="http://schemas.openxmlformats.org/officeDocument/2006/relationships/slideLayout" Target="../slideLayouts/slideLayout86.xml"/><Relationship Id="rId94" Type="http://schemas.openxmlformats.org/officeDocument/2006/relationships/slideLayout" Target="../slideLayouts/slideLayout94.xml"/><Relationship Id="rId99" Type="http://schemas.openxmlformats.org/officeDocument/2006/relationships/slideLayout" Target="../slideLayouts/slideLayout99.xml"/><Relationship Id="rId101" Type="http://schemas.openxmlformats.org/officeDocument/2006/relationships/slideLayout" Target="../slideLayouts/slideLayout101.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109" Type="http://schemas.openxmlformats.org/officeDocument/2006/relationships/slideLayout" Target="../slideLayouts/slideLayout10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97" Type="http://schemas.openxmlformats.org/officeDocument/2006/relationships/slideLayout" Target="../slideLayouts/slideLayout97.xml"/><Relationship Id="rId104" Type="http://schemas.openxmlformats.org/officeDocument/2006/relationships/slideLayout" Target="../slideLayouts/slideLayout104.xml"/><Relationship Id="rId7" Type="http://schemas.openxmlformats.org/officeDocument/2006/relationships/slideLayout" Target="../slideLayouts/slideLayout7.xml"/><Relationship Id="rId71" Type="http://schemas.openxmlformats.org/officeDocument/2006/relationships/slideLayout" Target="../slideLayouts/slideLayout71.xml"/><Relationship Id="rId92" Type="http://schemas.openxmlformats.org/officeDocument/2006/relationships/slideLayout" Target="../slideLayouts/slideLayout92.xml"/><Relationship Id="rId2" Type="http://schemas.openxmlformats.org/officeDocument/2006/relationships/slideLayout" Target="../slideLayouts/slideLayout2.xml"/><Relationship Id="rId29"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2EB016D-CF9A-4584-982E-40465F70132F}"/>
              </a:ext>
            </a:extLst>
          </p:cNvPr>
          <p:cNvSpPr>
            <a:spLocks noGrp="1"/>
          </p:cNvSpPr>
          <p:nvPr>
            <p:ph type="title"/>
          </p:nvPr>
        </p:nvSpPr>
        <p:spPr>
          <a:xfrm>
            <a:off x="407988" y="404815"/>
            <a:ext cx="11016604" cy="863601"/>
          </a:xfrm>
          <a:prstGeom prst="rect">
            <a:avLst/>
          </a:prstGeom>
        </p:spPr>
        <p:txBody>
          <a:bodyPr vert="horz" lIns="0" tIns="0" rIns="0" bIns="0" rtlCol="0" anchor="t">
            <a:normAutofit/>
          </a:bodyPr>
          <a:lstStyle/>
          <a:p>
            <a:pPr lvl="0">
              <a:lnSpc>
                <a:spcPts val="3408"/>
              </a:lnSpc>
            </a:pPr>
            <a:r>
              <a:rPr lang="en-US" dirty="0"/>
              <a:t>Click to edit Master title style</a:t>
            </a:r>
            <a:endParaRPr lang="pt-PT" dirty="0"/>
          </a:p>
        </p:txBody>
      </p:sp>
      <p:pic>
        <p:nvPicPr>
          <p:cNvPr id="9" name="Graphic 4">
            <a:extLst>
              <a:ext uri="{FF2B5EF4-FFF2-40B4-BE49-F238E27FC236}">
                <a16:creationId xmlns:a16="http://schemas.microsoft.com/office/drawing/2014/main" id="{25EEA1D4-3AF7-42D7-AE97-AE404AECFAEB}"/>
              </a:ext>
            </a:extLst>
          </p:cNvPr>
          <p:cNvPicPr>
            <a:picLocks noChangeAspect="1"/>
          </p:cNvPicPr>
          <p:nvPr/>
        </p:nvPicPr>
        <p:blipFill rotWithShape="1">
          <a:blip r:embed="rId117" cstate="print">
            <a:extLst>
              <a:ext uri="{96DAC541-7B7A-43D3-8B79-37D633B846F1}">
                <asvg:svgBlip xmlns:asvg="http://schemas.microsoft.com/office/drawing/2016/SVG/main" r:embed="rId118"/>
              </a:ext>
            </a:extLst>
          </a:blip>
          <a:srcRect l="81836" t="-4713" b="16530"/>
          <a:stretch/>
        </p:blipFill>
        <p:spPr>
          <a:xfrm>
            <a:off x="11547794" y="188640"/>
            <a:ext cx="424355" cy="459624"/>
          </a:xfrm>
          <a:prstGeom prst="rect">
            <a:avLst/>
          </a:prstGeom>
        </p:spPr>
      </p:pic>
      <p:sp>
        <p:nvSpPr>
          <p:cNvPr id="13" name="Text Placeholder 2">
            <a:extLst>
              <a:ext uri="{FF2B5EF4-FFF2-40B4-BE49-F238E27FC236}">
                <a16:creationId xmlns:a16="http://schemas.microsoft.com/office/drawing/2014/main" id="{AF310831-D03E-404B-934F-73B268225B7E}"/>
              </a:ext>
            </a:extLst>
          </p:cNvPr>
          <p:cNvSpPr>
            <a:spLocks noGrp="1"/>
          </p:cNvSpPr>
          <p:nvPr>
            <p:ph type="body" idx="1"/>
          </p:nvPr>
        </p:nvSpPr>
        <p:spPr>
          <a:xfrm>
            <a:off x="413068" y="1412877"/>
            <a:ext cx="11370945" cy="5040313"/>
          </a:xfrm>
          <a:prstGeom prst="rect">
            <a:avLst/>
          </a:prstGeom>
        </p:spPr>
        <p:txBody>
          <a:bodyPr vert="horz" lIns="0" tIns="0" rIns="0" bIns="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1333640286"/>
      </p:ext>
    </p:extLst>
  </p:cSld>
  <p:clrMap bg1="lt1" tx1="dk1" bg2="lt2" tx2="dk2" accent1="accent1" accent2="accent2" accent3="accent3" accent4="accent4" accent5="accent5" accent6="accent6" hlink="hlink" folHlink="folHlink"/>
  <p:sldLayoutIdLst>
    <p:sldLayoutId id="2147483861" r:id="rId1"/>
    <p:sldLayoutId id="2147483862" r:id="rId2"/>
    <p:sldLayoutId id="2147483863" r:id="rId3"/>
    <p:sldLayoutId id="2147484028" r:id="rId4"/>
    <p:sldLayoutId id="2147484029" r:id="rId5"/>
    <p:sldLayoutId id="2147484027" r:id="rId6"/>
    <p:sldLayoutId id="2147484026" r:id="rId7"/>
    <p:sldLayoutId id="2147483864" r:id="rId8"/>
    <p:sldLayoutId id="2147483865" r:id="rId9"/>
    <p:sldLayoutId id="2147483866" r:id="rId10"/>
    <p:sldLayoutId id="2147483867" r:id="rId11"/>
    <p:sldLayoutId id="2147483868" r:id="rId12"/>
    <p:sldLayoutId id="2147483869" r:id="rId13"/>
    <p:sldLayoutId id="2147483870" r:id="rId14"/>
    <p:sldLayoutId id="2147483871" r:id="rId15"/>
    <p:sldLayoutId id="2147483872" r:id="rId16"/>
    <p:sldLayoutId id="2147483873" r:id="rId17"/>
    <p:sldLayoutId id="2147483874" r:id="rId18"/>
    <p:sldLayoutId id="2147483875" r:id="rId19"/>
    <p:sldLayoutId id="2147483876" r:id="rId20"/>
    <p:sldLayoutId id="2147483877" r:id="rId21"/>
    <p:sldLayoutId id="2147483878" r:id="rId22"/>
    <p:sldLayoutId id="2147483879" r:id="rId23"/>
    <p:sldLayoutId id="2147483880" r:id="rId24"/>
    <p:sldLayoutId id="2147483881" r:id="rId25"/>
    <p:sldLayoutId id="2147483882" r:id="rId26"/>
    <p:sldLayoutId id="2147483883" r:id="rId27"/>
    <p:sldLayoutId id="2147483661" r:id="rId28"/>
    <p:sldLayoutId id="2147483662" r:id="rId29"/>
    <p:sldLayoutId id="2147483663" r:id="rId30"/>
    <p:sldLayoutId id="2147483664" r:id="rId31"/>
    <p:sldLayoutId id="2147483665" r:id="rId32"/>
    <p:sldLayoutId id="2147483666" r:id="rId33"/>
    <p:sldLayoutId id="2147483667" r:id="rId34"/>
    <p:sldLayoutId id="2147483668" r:id="rId35"/>
    <p:sldLayoutId id="2147483669" r:id="rId36"/>
    <p:sldLayoutId id="2147483670" r:id="rId37"/>
    <p:sldLayoutId id="2147483671" r:id="rId38"/>
    <p:sldLayoutId id="2147483672" r:id="rId39"/>
    <p:sldLayoutId id="2147483673" r:id="rId40"/>
    <p:sldLayoutId id="2147483674" r:id="rId41"/>
    <p:sldLayoutId id="2147483675" r:id="rId42"/>
    <p:sldLayoutId id="2147483676" r:id="rId43"/>
    <p:sldLayoutId id="2147483677" r:id="rId44"/>
    <p:sldLayoutId id="2147483678" r:id="rId45"/>
    <p:sldLayoutId id="2147483679" r:id="rId46"/>
    <p:sldLayoutId id="2147483680" r:id="rId47"/>
    <p:sldLayoutId id="2147483681" r:id="rId48"/>
    <p:sldLayoutId id="2147483682" r:id="rId49"/>
    <p:sldLayoutId id="2147483683" r:id="rId50"/>
    <p:sldLayoutId id="2147483684" r:id="rId51"/>
    <p:sldLayoutId id="2147483685" r:id="rId52"/>
    <p:sldLayoutId id="2147483686" r:id="rId53"/>
    <p:sldLayoutId id="2147483687" r:id="rId54"/>
    <p:sldLayoutId id="2147483688" r:id="rId55"/>
    <p:sldLayoutId id="2147483689" r:id="rId56"/>
    <p:sldLayoutId id="2147483690" r:id="rId57"/>
    <p:sldLayoutId id="2147483691" r:id="rId58"/>
    <p:sldLayoutId id="2147483692" r:id="rId59"/>
    <p:sldLayoutId id="2147483693" r:id="rId60"/>
    <p:sldLayoutId id="2147483694" r:id="rId61"/>
    <p:sldLayoutId id="2147483695" r:id="rId62"/>
    <p:sldLayoutId id="2147483696" r:id="rId63"/>
    <p:sldLayoutId id="2147483697" r:id="rId64"/>
    <p:sldLayoutId id="2147483698" r:id="rId65"/>
    <p:sldLayoutId id="2147483699" r:id="rId66"/>
    <p:sldLayoutId id="2147483700" r:id="rId67"/>
    <p:sldLayoutId id="2147483701" r:id="rId68"/>
    <p:sldLayoutId id="2147483704" r:id="rId69"/>
    <p:sldLayoutId id="2147483722" r:id="rId70"/>
    <p:sldLayoutId id="2147483979" r:id="rId71"/>
    <p:sldLayoutId id="2147483980" r:id="rId72"/>
    <p:sldLayoutId id="2147483981" r:id="rId73"/>
    <p:sldLayoutId id="2147483982" r:id="rId74"/>
    <p:sldLayoutId id="2147483983" r:id="rId75"/>
    <p:sldLayoutId id="2147483984" r:id="rId76"/>
    <p:sldLayoutId id="2147483985" r:id="rId77"/>
    <p:sldLayoutId id="2147483986" r:id="rId78"/>
    <p:sldLayoutId id="2147483987" r:id="rId79"/>
    <p:sldLayoutId id="2147483988" r:id="rId80"/>
    <p:sldLayoutId id="2147483989" r:id="rId81"/>
    <p:sldLayoutId id="2147483990" r:id="rId82"/>
    <p:sldLayoutId id="2147483991" r:id="rId83"/>
    <p:sldLayoutId id="2147483992" r:id="rId84"/>
    <p:sldLayoutId id="2147483993" r:id="rId85"/>
    <p:sldLayoutId id="2147483994" r:id="rId86"/>
    <p:sldLayoutId id="2147483995" r:id="rId87"/>
    <p:sldLayoutId id="2147483997" r:id="rId88"/>
    <p:sldLayoutId id="2147483998" r:id="rId89"/>
    <p:sldLayoutId id="2147483999" r:id="rId90"/>
    <p:sldLayoutId id="2147484000" r:id="rId91"/>
    <p:sldLayoutId id="2147484001" r:id="rId92"/>
    <p:sldLayoutId id="2147484002" r:id="rId93"/>
    <p:sldLayoutId id="2147484003" r:id="rId94"/>
    <p:sldLayoutId id="2147484004" r:id="rId95"/>
    <p:sldLayoutId id="2147484005" r:id="rId96"/>
    <p:sldLayoutId id="2147484006" r:id="rId97"/>
    <p:sldLayoutId id="2147484007" r:id="rId98"/>
    <p:sldLayoutId id="2147484008" r:id="rId99"/>
    <p:sldLayoutId id="2147484009" r:id="rId100"/>
    <p:sldLayoutId id="2147484010" r:id="rId101"/>
    <p:sldLayoutId id="2147484011" r:id="rId102"/>
    <p:sldLayoutId id="2147484012" r:id="rId103"/>
    <p:sldLayoutId id="2147484013" r:id="rId104"/>
    <p:sldLayoutId id="2147484014" r:id="rId105"/>
    <p:sldLayoutId id="2147484015" r:id="rId106"/>
    <p:sldLayoutId id="2147484016" r:id="rId107"/>
    <p:sldLayoutId id="2147484018" r:id="rId108"/>
    <p:sldLayoutId id="2147484019" r:id="rId109"/>
    <p:sldLayoutId id="2147484021" r:id="rId110"/>
    <p:sldLayoutId id="2147484023" r:id="rId111"/>
    <p:sldLayoutId id="2147484025" r:id="rId112"/>
    <p:sldLayoutId id="2147484030" r:id="rId113"/>
    <p:sldLayoutId id="2147484031" r:id="rId114"/>
    <p:sldLayoutId id="2147484033" r:id="rId115"/>
  </p:sldLayoutIdLst>
  <p:txStyles>
    <p:titleStyle>
      <a:lvl1pPr algn="l" defTabSz="1038825" rtl="0" eaLnBrk="1" latinLnBrk="0" hangingPunct="1">
        <a:lnSpc>
          <a:spcPct val="90000"/>
        </a:lnSpc>
        <a:spcBef>
          <a:spcPct val="0"/>
        </a:spcBef>
        <a:buNone/>
        <a:defRPr lang="pt-PT" sz="2999" kern="1200">
          <a:solidFill>
            <a:schemeClr val="accent1"/>
          </a:solidFill>
          <a:latin typeface="Verdana" panose="020B0604030504040204" pitchFamily="34" charset="0"/>
          <a:ea typeface="Verdana" panose="020B0604030504040204" pitchFamily="34" charset="0"/>
          <a:cs typeface="Verdana" panose="020B0604030504040204" pitchFamily="34" charset="0"/>
        </a:defRPr>
      </a:lvl1pPr>
    </p:titleStyle>
    <p:bodyStyle>
      <a:lvl1pPr marL="0" indent="0" algn="l" defTabSz="1038825" rtl="0" eaLnBrk="1" latinLnBrk="0" hangingPunct="1">
        <a:lnSpc>
          <a:spcPts val="2500"/>
        </a:lnSpc>
        <a:spcBef>
          <a:spcPts val="0"/>
        </a:spcBef>
        <a:spcAft>
          <a:spcPts val="682"/>
        </a:spcAft>
        <a:buFont typeface="Arial" panose="020B0604020202020204" pitchFamily="34" charset="0"/>
        <a:buNone/>
        <a:defRPr sz="2000" kern="1200">
          <a:solidFill>
            <a:schemeClr val="tx1"/>
          </a:solidFill>
          <a:latin typeface="+mn-lt"/>
          <a:ea typeface="+mn-ea"/>
          <a:cs typeface="+mn-cs"/>
        </a:defRPr>
      </a:lvl1pPr>
      <a:lvl2pPr marL="265117" indent="-259706" algn="l" defTabSz="1038825" rtl="0" eaLnBrk="1" latinLnBrk="0" hangingPunct="1">
        <a:lnSpc>
          <a:spcPts val="2273"/>
        </a:lnSpc>
        <a:spcBef>
          <a:spcPts val="0"/>
        </a:spcBef>
        <a:spcAft>
          <a:spcPts val="682"/>
        </a:spcAft>
        <a:buClr>
          <a:schemeClr val="accent1"/>
        </a:buClr>
        <a:buFont typeface="Wingdings" panose="05000000000000000000" pitchFamily="2" charset="2"/>
        <a:buChar char="§"/>
        <a:defRPr sz="1800" kern="1200">
          <a:solidFill>
            <a:schemeClr val="tx1"/>
          </a:solidFill>
          <a:latin typeface="+mn-lt"/>
          <a:ea typeface="+mn-ea"/>
          <a:cs typeface="+mn-cs"/>
        </a:defRPr>
      </a:lvl2pPr>
      <a:lvl3pPr marL="519412" indent="-254296" algn="l" defTabSz="1038825" rtl="0" eaLnBrk="1" latinLnBrk="0" hangingPunct="1">
        <a:lnSpc>
          <a:spcPts val="1818"/>
        </a:lnSpc>
        <a:spcBef>
          <a:spcPts val="0"/>
        </a:spcBef>
        <a:spcAft>
          <a:spcPts val="682"/>
        </a:spcAft>
        <a:buClr>
          <a:schemeClr val="accent1"/>
        </a:buClr>
        <a:buFont typeface="Arial" panose="020B0604020202020204" pitchFamily="34" charset="0"/>
        <a:buChar char="•"/>
        <a:defRPr sz="1600" kern="1200">
          <a:solidFill>
            <a:schemeClr val="tx1"/>
          </a:solidFill>
          <a:latin typeface="+mn-lt"/>
          <a:ea typeface="+mn-ea"/>
          <a:cs typeface="+mn-cs"/>
        </a:defRPr>
      </a:lvl3pPr>
      <a:lvl4pPr marL="784530" indent="-265117" algn="l" defTabSz="1038825" rtl="0" eaLnBrk="1" latinLnBrk="0" hangingPunct="1">
        <a:lnSpc>
          <a:spcPct val="90000"/>
        </a:lnSpc>
        <a:spcBef>
          <a:spcPts val="0"/>
        </a:spcBef>
        <a:spcAft>
          <a:spcPts val="682"/>
        </a:spcAft>
        <a:buClr>
          <a:schemeClr val="accent1"/>
        </a:buClr>
        <a:buFont typeface="Arial" panose="020B0604020202020204" pitchFamily="34" charset="0"/>
        <a:buChar char="‒"/>
        <a:defRPr sz="1400" kern="1200">
          <a:solidFill>
            <a:schemeClr val="tx1"/>
          </a:solidFill>
          <a:latin typeface="+mn-lt"/>
          <a:ea typeface="+mn-ea"/>
          <a:cs typeface="+mn-cs"/>
        </a:defRPr>
      </a:lvl4pPr>
      <a:lvl5pPr marL="2337356" indent="-259706" algn="l" defTabSz="1038825" rtl="0" eaLnBrk="1" latinLnBrk="0" hangingPunct="1">
        <a:lnSpc>
          <a:spcPct val="90000"/>
        </a:lnSpc>
        <a:spcBef>
          <a:spcPts val="568"/>
        </a:spcBef>
        <a:buFont typeface="Arial" panose="020B0604020202020204" pitchFamily="34" charset="0"/>
        <a:buChar char="•"/>
        <a:defRPr sz="1600" kern="1200">
          <a:solidFill>
            <a:schemeClr val="tx1"/>
          </a:solidFill>
          <a:latin typeface="+mn-lt"/>
          <a:ea typeface="+mn-ea"/>
          <a:cs typeface="+mn-cs"/>
        </a:defRPr>
      </a:lvl5pPr>
      <a:lvl6pPr marL="2856769" indent="-259706" algn="l" defTabSz="1038825" rtl="0" eaLnBrk="1" latinLnBrk="0" hangingPunct="1">
        <a:lnSpc>
          <a:spcPct val="90000"/>
        </a:lnSpc>
        <a:spcBef>
          <a:spcPts val="568"/>
        </a:spcBef>
        <a:buFont typeface="Arial" panose="020B0604020202020204" pitchFamily="34" charset="0"/>
        <a:buChar char="•"/>
        <a:defRPr sz="2000" kern="1200">
          <a:solidFill>
            <a:schemeClr val="tx1"/>
          </a:solidFill>
          <a:latin typeface="+mn-lt"/>
          <a:ea typeface="+mn-ea"/>
          <a:cs typeface="+mn-cs"/>
        </a:defRPr>
      </a:lvl6pPr>
      <a:lvl7pPr marL="3376181" indent="-259706" algn="l" defTabSz="1038825" rtl="0" eaLnBrk="1" latinLnBrk="0" hangingPunct="1">
        <a:lnSpc>
          <a:spcPct val="90000"/>
        </a:lnSpc>
        <a:spcBef>
          <a:spcPts val="568"/>
        </a:spcBef>
        <a:buFont typeface="Arial" panose="020B0604020202020204" pitchFamily="34" charset="0"/>
        <a:buChar char="•"/>
        <a:defRPr sz="2000" kern="1200">
          <a:solidFill>
            <a:schemeClr val="tx1"/>
          </a:solidFill>
          <a:latin typeface="+mn-lt"/>
          <a:ea typeface="+mn-ea"/>
          <a:cs typeface="+mn-cs"/>
        </a:defRPr>
      </a:lvl7pPr>
      <a:lvl8pPr marL="3895594" indent="-259706" algn="l" defTabSz="1038825" rtl="0" eaLnBrk="1" latinLnBrk="0" hangingPunct="1">
        <a:lnSpc>
          <a:spcPct val="90000"/>
        </a:lnSpc>
        <a:spcBef>
          <a:spcPts val="568"/>
        </a:spcBef>
        <a:buFont typeface="Arial" panose="020B0604020202020204" pitchFamily="34" charset="0"/>
        <a:buChar char="•"/>
        <a:defRPr sz="2000" kern="1200">
          <a:solidFill>
            <a:schemeClr val="tx1"/>
          </a:solidFill>
          <a:latin typeface="+mn-lt"/>
          <a:ea typeface="+mn-ea"/>
          <a:cs typeface="+mn-cs"/>
        </a:defRPr>
      </a:lvl8pPr>
      <a:lvl9pPr marL="4415006" indent="-259706" algn="l" defTabSz="1038825" rtl="0" eaLnBrk="1" latinLnBrk="0" hangingPunct="1">
        <a:lnSpc>
          <a:spcPct val="90000"/>
        </a:lnSpc>
        <a:spcBef>
          <a:spcPts val="568"/>
        </a:spcBef>
        <a:buFont typeface="Arial" panose="020B0604020202020204" pitchFamily="34" charset="0"/>
        <a:buChar char="•"/>
        <a:defRPr sz="2000" kern="1200">
          <a:solidFill>
            <a:schemeClr val="tx1"/>
          </a:solidFill>
          <a:latin typeface="+mn-lt"/>
          <a:ea typeface="+mn-ea"/>
          <a:cs typeface="+mn-cs"/>
        </a:defRPr>
      </a:lvl9pPr>
    </p:bodyStyle>
    <p:otherStyle>
      <a:defPPr>
        <a:defRPr lang="pt-PT"/>
      </a:defPPr>
      <a:lvl1pPr marL="0" algn="l" defTabSz="1038825" rtl="0" eaLnBrk="1" latinLnBrk="0" hangingPunct="1">
        <a:defRPr sz="2000" kern="1200">
          <a:solidFill>
            <a:schemeClr val="tx1"/>
          </a:solidFill>
          <a:latin typeface="+mn-lt"/>
          <a:ea typeface="+mn-ea"/>
          <a:cs typeface="+mn-cs"/>
        </a:defRPr>
      </a:lvl1pPr>
      <a:lvl2pPr marL="519412" algn="l" defTabSz="1038825" rtl="0" eaLnBrk="1" latinLnBrk="0" hangingPunct="1">
        <a:defRPr sz="2000" kern="1200">
          <a:solidFill>
            <a:schemeClr val="tx1"/>
          </a:solidFill>
          <a:latin typeface="+mn-lt"/>
          <a:ea typeface="+mn-ea"/>
          <a:cs typeface="+mn-cs"/>
        </a:defRPr>
      </a:lvl2pPr>
      <a:lvl3pPr marL="1038825" algn="l" defTabSz="1038825" rtl="0" eaLnBrk="1" latinLnBrk="0" hangingPunct="1">
        <a:defRPr sz="2000" kern="1200">
          <a:solidFill>
            <a:schemeClr val="tx1"/>
          </a:solidFill>
          <a:latin typeface="+mn-lt"/>
          <a:ea typeface="+mn-ea"/>
          <a:cs typeface="+mn-cs"/>
        </a:defRPr>
      </a:lvl3pPr>
      <a:lvl4pPr marL="1558237" algn="l" defTabSz="1038825" rtl="0" eaLnBrk="1" latinLnBrk="0" hangingPunct="1">
        <a:defRPr sz="2000" kern="1200">
          <a:solidFill>
            <a:schemeClr val="tx1"/>
          </a:solidFill>
          <a:latin typeface="+mn-lt"/>
          <a:ea typeface="+mn-ea"/>
          <a:cs typeface="+mn-cs"/>
        </a:defRPr>
      </a:lvl4pPr>
      <a:lvl5pPr marL="2077649" algn="l" defTabSz="1038825" rtl="0" eaLnBrk="1" latinLnBrk="0" hangingPunct="1">
        <a:defRPr sz="2000" kern="1200">
          <a:solidFill>
            <a:schemeClr val="tx1"/>
          </a:solidFill>
          <a:latin typeface="+mn-lt"/>
          <a:ea typeface="+mn-ea"/>
          <a:cs typeface="+mn-cs"/>
        </a:defRPr>
      </a:lvl5pPr>
      <a:lvl6pPr marL="2597062" algn="l" defTabSz="1038825" rtl="0" eaLnBrk="1" latinLnBrk="0" hangingPunct="1">
        <a:defRPr sz="2000" kern="1200">
          <a:solidFill>
            <a:schemeClr val="tx1"/>
          </a:solidFill>
          <a:latin typeface="+mn-lt"/>
          <a:ea typeface="+mn-ea"/>
          <a:cs typeface="+mn-cs"/>
        </a:defRPr>
      </a:lvl6pPr>
      <a:lvl7pPr marL="3116475" algn="l" defTabSz="1038825" rtl="0" eaLnBrk="1" latinLnBrk="0" hangingPunct="1">
        <a:defRPr sz="2000" kern="1200">
          <a:solidFill>
            <a:schemeClr val="tx1"/>
          </a:solidFill>
          <a:latin typeface="+mn-lt"/>
          <a:ea typeface="+mn-ea"/>
          <a:cs typeface="+mn-cs"/>
        </a:defRPr>
      </a:lvl7pPr>
      <a:lvl8pPr marL="3635888" algn="l" defTabSz="1038825" rtl="0" eaLnBrk="1" latinLnBrk="0" hangingPunct="1">
        <a:defRPr sz="2000" kern="1200">
          <a:solidFill>
            <a:schemeClr val="tx1"/>
          </a:solidFill>
          <a:latin typeface="+mn-lt"/>
          <a:ea typeface="+mn-ea"/>
          <a:cs typeface="+mn-cs"/>
        </a:defRPr>
      </a:lvl8pPr>
      <a:lvl9pPr marL="4155300" algn="l" defTabSz="1038825" rtl="0" eaLnBrk="1" latinLnBrk="0" hangingPunct="1">
        <a:defRPr sz="20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5">
          <p15:clr>
            <a:srgbClr val="F26B43"/>
          </p15:clr>
        </p15:guide>
        <p15:guide id="2" pos="7423">
          <p15:clr>
            <a:srgbClr val="F26B43"/>
          </p15:clr>
        </p15:guide>
        <p15:guide id="3" pos="257">
          <p15:clr>
            <a:srgbClr val="F26B43"/>
          </p15:clr>
        </p15:guide>
        <p15:guide id="4" orient="horz" pos="4065">
          <p15:clr>
            <a:srgbClr val="F26B43"/>
          </p15:clr>
        </p15:guide>
        <p15:guide id="5" orient="horz" pos="799">
          <p15:clr>
            <a:srgbClr val="F26B43"/>
          </p15:clr>
        </p15:guide>
        <p15:guide id="6" orient="horz" pos="890">
          <p15:clr>
            <a:srgbClr val="F26B43"/>
          </p15:clr>
        </p15:guide>
        <p15:guide id="7" pos="3840">
          <p15:clr>
            <a:srgbClr val="F26B43"/>
          </p15:clr>
        </p15:guide>
        <p15:guide id="8" pos="3749">
          <p15:clr>
            <a:srgbClr val="F26B43"/>
          </p15:clr>
        </p15:guide>
        <p15:guide id="9" pos="393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145A67-1BF8-4699-A693-6F6F5363E7EF}"/>
              </a:ext>
            </a:extLst>
          </p:cNvPr>
          <p:cNvSpPr>
            <a:spLocks noGrp="1"/>
          </p:cNvSpPr>
          <p:nvPr>
            <p:ph type="title"/>
          </p:nvPr>
        </p:nvSpPr>
        <p:spPr/>
        <p:txBody>
          <a:bodyPr/>
          <a:lstStyle/>
          <a:p>
            <a:r>
              <a:rPr lang="en-US" dirty="0"/>
              <a:t>Best Practices for BDL</a:t>
            </a:r>
          </a:p>
        </p:txBody>
      </p:sp>
      <p:sp>
        <p:nvSpPr>
          <p:cNvPr id="4" name="Rectangle 3">
            <a:extLst>
              <a:ext uri="{FF2B5EF4-FFF2-40B4-BE49-F238E27FC236}">
                <a16:creationId xmlns:a16="http://schemas.microsoft.com/office/drawing/2014/main" id="{3F1C760B-3417-4043-B8C7-FDA4C561A6C5}"/>
              </a:ext>
            </a:extLst>
          </p:cNvPr>
          <p:cNvSpPr/>
          <p:nvPr/>
        </p:nvSpPr>
        <p:spPr>
          <a:xfrm>
            <a:off x="6532082" y="1129832"/>
            <a:ext cx="5268324" cy="568839"/>
          </a:xfrm>
          <a:prstGeom prst="rect">
            <a:avLst/>
          </a:prstGeom>
          <a:solidFill>
            <a:srgbClr val="12AB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PT" dirty="0">
                <a:latin typeface="Calibri" panose="020F0502020204030204" pitchFamily="34" charset="0"/>
                <a:cs typeface="Calibri" panose="020F0502020204030204" pitchFamily="34" charset="0"/>
              </a:rPr>
              <a:t>Spark Best Practices</a:t>
            </a:r>
          </a:p>
        </p:txBody>
      </p:sp>
      <p:sp>
        <p:nvSpPr>
          <p:cNvPr id="5" name="Rectangle 4">
            <a:extLst>
              <a:ext uri="{FF2B5EF4-FFF2-40B4-BE49-F238E27FC236}">
                <a16:creationId xmlns:a16="http://schemas.microsoft.com/office/drawing/2014/main" id="{48B50F4B-2C27-402F-8C17-FA89CFE7788E}"/>
              </a:ext>
            </a:extLst>
          </p:cNvPr>
          <p:cNvSpPr/>
          <p:nvPr/>
        </p:nvSpPr>
        <p:spPr>
          <a:xfrm>
            <a:off x="247135" y="973821"/>
            <a:ext cx="5593362" cy="5479364"/>
          </a:xfrm>
          <a:prstGeom prst="rect">
            <a:avLst/>
          </a:prstGeom>
          <a:noFill/>
          <a:ln w="28575">
            <a:solidFill>
              <a:srgbClr val="D9D9D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72D61E96-45D9-47E2-9BFF-BC3B733B60AE}"/>
              </a:ext>
            </a:extLst>
          </p:cNvPr>
          <p:cNvSpPr/>
          <p:nvPr/>
        </p:nvSpPr>
        <p:spPr>
          <a:xfrm>
            <a:off x="391594" y="1142015"/>
            <a:ext cx="5268324" cy="568839"/>
          </a:xfrm>
          <a:prstGeom prst="rect">
            <a:avLst/>
          </a:prstGeom>
          <a:solidFill>
            <a:srgbClr val="12AB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PT" dirty="0">
                <a:solidFill>
                  <a:schemeClr val="lt1"/>
                </a:solidFill>
                <a:latin typeface="Calibri" panose="020F0502020204030204" pitchFamily="34" charset="0"/>
                <a:cs typeface="Calibri" panose="020F0502020204030204" pitchFamily="34" charset="0"/>
              </a:rPr>
              <a:t>Infrastructure Do’s and Don’ts</a:t>
            </a:r>
          </a:p>
        </p:txBody>
      </p:sp>
      <p:sp>
        <p:nvSpPr>
          <p:cNvPr id="7" name="Rectangle 6">
            <a:extLst>
              <a:ext uri="{FF2B5EF4-FFF2-40B4-BE49-F238E27FC236}">
                <a16:creationId xmlns:a16="http://schemas.microsoft.com/office/drawing/2014/main" id="{8EE08BAE-15BB-4389-BD3B-114D1CCB0089}"/>
              </a:ext>
            </a:extLst>
          </p:cNvPr>
          <p:cNvSpPr/>
          <p:nvPr/>
        </p:nvSpPr>
        <p:spPr>
          <a:xfrm>
            <a:off x="6322413" y="973821"/>
            <a:ext cx="5593362" cy="5479364"/>
          </a:xfrm>
          <a:prstGeom prst="rect">
            <a:avLst/>
          </a:prstGeom>
          <a:noFill/>
          <a:ln w="28575">
            <a:solidFill>
              <a:srgbClr val="D9D9D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latin typeface="Calibri" panose="020F0502020204030204" pitchFamily="34" charset="0"/>
              <a:cs typeface="Calibri" panose="020F0502020204030204" pitchFamily="34" charset="0"/>
            </a:endParaRPr>
          </a:p>
        </p:txBody>
      </p:sp>
      <p:sp>
        <p:nvSpPr>
          <p:cNvPr id="8" name="Text Placeholder 53">
            <a:extLst>
              <a:ext uri="{FF2B5EF4-FFF2-40B4-BE49-F238E27FC236}">
                <a16:creationId xmlns:a16="http://schemas.microsoft.com/office/drawing/2014/main" id="{AA44253E-227F-428D-B3BC-6C0C536B1218}"/>
              </a:ext>
            </a:extLst>
          </p:cNvPr>
          <p:cNvSpPr txBox="1">
            <a:spLocks/>
          </p:cNvSpPr>
          <p:nvPr/>
        </p:nvSpPr>
        <p:spPr>
          <a:xfrm>
            <a:off x="423574" y="1753019"/>
            <a:ext cx="5268324" cy="4785926"/>
          </a:xfrm>
          <a:prstGeom prst="rect">
            <a:avLst/>
          </a:prstGeom>
        </p:spPr>
        <p:txBody>
          <a:bodyPr vert="horz" lIns="91440" tIns="45720" rIns="91440" bIns="45720" rtlCol="0">
            <a:spAutoFit/>
          </a:bodyPr>
          <a:lstStyle/>
          <a:p>
            <a:pPr marL="171450" indent="-171450" algn="just">
              <a:spcBef>
                <a:spcPts val="600"/>
              </a:spcBef>
              <a:buClr>
                <a:srgbClr val="0070AD"/>
              </a:buClr>
              <a:buFont typeface="Arial" panose="020B0604020202020204" pitchFamily="34" charset="0"/>
              <a:buChar char="•"/>
              <a:tabLst>
                <a:tab pos="180975" algn="l"/>
              </a:tabLst>
              <a:defRPr/>
            </a:pPr>
            <a:r>
              <a:rPr lang="en-IN" sz="1500" dirty="0">
                <a:latin typeface="Calibri" panose="020F0502020204030204" pitchFamily="34" charset="0"/>
                <a:cs typeface="Calibri" panose="020F0502020204030204" pitchFamily="34" charset="0"/>
              </a:rPr>
              <a:t>Non-prod Interactive clusters must use “</a:t>
            </a:r>
            <a:r>
              <a:rPr lang="en-IN" sz="1500" b="1">
                <a:latin typeface="Calibri" panose="020F0502020204030204" pitchFamily="34" charset="0"/>
                <a:cs typeface="Calibri" panose="020F0502020204030204" pitchFamily="34" charset="0"/>
              </a:rPr>
              <a:t>Standard Ds12</a:t>
            </a:r>
            <a:r>
              <a:rPr lang="en-IN" sz="1500">
                <a:latin typeface="Calibri" panose="020F0502020204030204" pitchFamily="34" charset="0"/>
                <a:cs typeface="Calibri" panose="020F0502020204030204" pitchFamily="34" charset="0"/>
              </a:rPr>
              <a:t>” </a:t>
            </a:r>
            <a:r>
              <a:rPr lang="en-IN" sz="1500" dirty="0">
                <a:latin typeface="Calibri" panose="020F0502020204030204" pitchFamily="34" charset="0"/>
                <a:cs typeface="Calibri" panose="020F0502020204030204" pitchFamily="34" charset="0"/>
              </a:rPr>
              <a:t>instance types of size </a:t>
            </a:r>
            <a:r>
              <a:rPr lang="en-IN" sz="1500" b="1" dirty="0">
                <a:latin typeface="Calibri" panose="020F0502020204030204" pitchFamily="34" charset="0"/>
                <a:cs typeface="Calibri" panose="020F0502020204030204" pitchFamily="34" charset="0"/>
              </a:rPr>
              <a:t>&lt; 8 nodes</a:t>
            </a:r>
            <a:r>
              <a:rPr lang="en-IN" sz="1500" dirty="0">
                <a:latin typeface="Calibri" panose="020F0502020204030204" pitchFamily="34" charset="0"/>
                <a:cs typeface="Calibri" panose="020F0502020204030204" pitchFamily="34" charset="0"/>
              </a:rPr>
              <a:t>.  </a:t>
            </a:r>
          </a:p>
          <a:p>
            <a:pPr marL="171450" indent="-171450" algn="just">
              <a:spcBef>
                <a:spcPts val="600"/>
              </a:spcBef>
              <a:buClr>
                <a:srgbClr val="0070AD"/>
              </a:buClr>
              <a:buFont typeface="Arial" panose="020B0604020202020204" pitchFamily="34" charset="0"/>
              <a:buChar char="•"/>
              <a:tabLst>
                <a:tab pos="180975" algn="l"/>
              </a:tabLst>
              <a:defRPr/>
            </a:pPr>
            <a:r>
              <a:rPr lang="en-IN" sz="1500" dirty="0">
                <a:latin typeface="Calibri" panose="020F0502020204030204" pitchFamily="34" charset="0"/>
                <a:cs typeface="Calibri" panose="020F0502020204030204" pitchFamily="34" charset="0"/>
              </a:rPr>
              <a:t>Non-prod environments should contain </a:t>
            </a:r>
            <a:r>
              <a:rPr lang="en-IN" sz="1500" b="1" dirty="0">
                <a:latin typeface="Calibri" panose="020F0502020204030204" pitchFamily="34" charset="0"/>
                <a:cs typeface="Calibri" panose="020F0502020204030204" pitchFamily="34" charset="0"/>
              </a:rPr>
              <a:t>&lt;= 6 months </a:t>
            </a:r>
            <a:r>
              <a:rPr lang="en-IN" sz="1500" dirty="0">
                <a:latin typeface="Calibri" panose="020F0502020204030204" pitchFamily="34" charset="0"/>
                <a:cs typeface="Calibri" panose="020F0502020204030204" pitchFamily="34" charset="0"/>
              </a:rPr>
              <a:t>of data</a:t>
            </a:r>
          </a:p>
          <a:p>
            <a:pPr marL="171450" indent="-171450" algn="just">
              <a:spcBef>
                <a:spcPts val="600"/>
              </a:spcBef>
              <a:buClr>
                <a:srgbClr val="0070AD"/>
              </a:buClr>
              <a:buFont typeface="Arial" panose="020B0604020202020204" pitchFamily="34" charset="0"/>
              <a:buChar char="•"/>
              <a:tabLst>
                <a:tab pos="180975" algn="l"/>
              </a:tabLst>
              <a:defRPr/>
            </a:pPr>
            <a:r>
              <a:rPr lang="en-IN" sz="1500" dirty="0">
                <a:latin typeface="Calibri" panose="020F0502020204030204" pitchFamily="34" charset="0"/>
                <a:cs typeface="Calibri" panose="020F0502020204030204" pitchFamily="34" charset="0"/>
              </a:rPr>
              <a:t>Testing on QA, UAT and PPD should use Ephemeral Job clusters. Avoid interactive clusters wherever possible to reduce costs.</a:t>
            </a:r>
          </a:p>
          <a:p>
            <a:pPr marL="171450" indent="-171450" algn="just">
              <a:spcBef>
                <a:spcPts val="600"/>
              </a:spcBef>
              <a:buClr>
                <a:srgbClr val="0070AD"/>
              </a:buClr>
              <a:buFont typeface="Arial" panose="020B0604020202020204" pitchFamily="34" charset="0"/>
              <a:buChar char="•"/>
              <a:tabLst>
                <a:tab pos="180975" algn="l"/>
              </a:tabLst>
              <a:defRPr/>
            </a:pPr>
            <a:r>
              <a:rPr lang="en-IN" sz="1500" dirty="0">
                <a:latin typeface="Calibri" panose="020F0502020204030204" pitchFamily="34" charset="0"/>
                <a:cs typeface="Calibri" panose="020F0502020204030204" pitchFamily="34" charset="0"/>
              </a:rPr>
              <a:t>All clusters should have inactive timeout set to &lt; 30 mins.</a:t>
            </a:r>
          </a:p>
          <a:p>
            <a:pPr marL="171450" lvl="0" indent="-171450" algn="just">
              <a:spcBef>
                <a:spcPts val="600"/>
              </a:spcBef>
              <a:buClr>
                <a:srgbClr val="0070AD"/>
              </a:buClr>
              <a:buFont typeface="Arial" panose="020B0604020202020204" pitchFamily="34" charset="0"/>
              <a:buChar char="•"/>
              <a:tabLst>
                <a:tab pos="180975" algn="l"/>
              </a:tabLst>
              <a:defRPr/>
            </a:pPr>
            <a:r>
              <a:rPr lang="en-IN" sz="1500" dirty="0">
                <a:latin typeface="Calibri" panose="020F0502020204030204" pitchFamily="34" charset="0"/>
                <a:cs typeface="Calibri" panose="020F0502020204030204" pitchFamily="34" charset="0"/>
              </a:rPr>
              <a:t>Use Interactive clusters in prod for read-only queries only (e.g. incident analysis, data checks etc.)</a:t>
            </a:r>
          </a:p>
          <a:p>
            <a:pPr marL="171450" indent="-171450" algn="just">
              <a:spcBef>
                <a:spcPts val="600"/>
              </a:spcBef>
              <a:buClr>
                <a:srgbClr val="0070AD"/>
              </a:buClr>
              <a:buFont typeface="Arial" panose="020B0604020202020204" pitchFamily="34" charset="0"/>
              <a:buChar char="•"/>
              <a:tabLst>
                <a:tab pos="180975" algn="l"/>
              </a:tabLst>
              <a:defRPr/>
            </a:pPr>
            <a:r>
              <a:rPr lang="en-IN" sz="1500" dirty="0">
                <a:latin typeface="Calibri" panose="020F0502020204030204" pitchFamily="34" charset="0"/>
                <a:cs typeface="Calibri" panose="020F0502020204030204" pitchFamily="34" charset="0"/>
              </a:rPr>
              <a:t>Do not spin up a cluster per developer/user. Instead re-use interactive clusters (1 interactive cluster per team)</a:t>
            </a:r>
          </a:p>
          <a:p>
            <a:pPr marL="171450" indent="-171450" algn="just">
              <a:spcBef>
                <a:spcPts val="600"/>
              </a:spcBef>
              <a:buClr>
                <a:srgbClr val="0070AD"/>
              </a:buClr>
              <a:buFont typeface="Arial" panose="020B0604020202020204" pitchFamily="34" charset="0"/>
              <a:buChar char="•"/>
              <a:tabLst>
                <a:tab pos="180975" algn="l"/>
              </a:tabLst>
              <a:defRPr/>
            </a:pPr>
            <a:r>
              <a:rPr lang="en-IN" sz="1500" dirty="0">
                <a:latin typeface="Calibri" panose="020F0502020204030204" pitchFamily="34" charset="0"/>
                <a:cs typeface="Calibri" panose="020F0502020204030204" pitchFamily="34" charset="0"/>
              </a:rPr>
              <a:t>History loads must be done using ADF pipelines </a:t>
            </a:r>
          </a:p>
          <a:p>
            <a:pPr marL="171450" indent="-171450" algn="just">
              <a:spcBef>
                <a:spcPts val="600"/>
              </a:spcBef>
              <a:buClr>
                <a:srgbClr val="0070AD"/>
              </a:buClr>
              <a:buFont typeface="Arial" panose="020B0604020202020204" pitchFamily="34" charset="0"/>
              <a:buChar char="•"/>
              <a:tabLst>
                <a:tab pos="180975" algn="l"/>
              </a:tabLst>
              <a:defRPr/>
            </a:pPr>
            <a:r>
              <a:rPr lang="en-IN" sz="1500" dirty="0">
                <a:latin typeface="Calibri" panose="020F0502020204030204" pitchFamily="34" charset="0"/>
                <a:cs typeface="Calibri" panose="020F0502020204030204" pitchFamily="34" charset="0"/>
              </a:rPr>
              <a:t>Code deployment into prod must follow CI/CD and RFC process</a:t>
            </a:r>
          </a:p>
          <a:p>
            <a:pPr marL="171450" lvl="0" indent="-171450" algn="just">
              <a:spcBef>
                <a:spcPts val="600"/>
              </a:spcBef>
              <a:buClr>
                <a:srgbClr val="0070AD"/>
              </a:buClr>
              <a:buFont typeface="Arial" panose="020B0604020202020204" pitchFamily="34" charset="0"/>
              <a:buChar char="•"/>
              <a:tabLst>
                <a:tab pos="180975" algn="l"/>
              </a:tabLst>
              <a:defRPr/>
            </a:pPr>
            <a:r>
              <a:rPr lang="en-IN" sz="1500" dirty="0">
                <a:latin typeface="Calibri" panose="020F0502020204030204" pitchFamily="34" charset="0"/>
                <a:cs typeface="Calibri" panose="020F0502020204030204" pitchFamily="34" charset="0"/>
              </a:rPr>
              <a:t>Any weekend work or off-hours usage should be pre-approved by Unilever. </a:t>
            </a:r>
          </a:p>
          <a:p>
            <a:pPr marL="171450" lvl="0" indent="-171450" algn="just">
              <a:spcBef>
                <a:spcPts val="600"/>
              </a:spcBef>
              <a:buClr>
                <a:srgbClr val="0070AD"/>
              </a:buClr>
              <a:buFont typeface="Arial" panose="020B0604020202020204" pitchFamily="34" charset="0"/>
              <a:buChar char="•"/>
              <a:tabLst>
                <a:tab pos="180975" algn="l"/>
              </a:tabLst>
              <a:defRPr/>
            </a:pPr>
            <a:r>
              <a:rPr lang="en-IN" sz="1500" dirty="0">
                <a:latin typeface="Calibri" panose="020F0502020204030204" pitchFamily="34" charset="0"/>
                <a:cs typeface="Calibri" panose="020F0502020204030204" pitchFamily="34" charset="0"/>
              </a:rPr>
              <a:t>All clusters should be using “Standard” cluster mode/DBR 6.4.</a:t>
            </a:r>
          </a:p>
          <a:p>
            <a:pPr marL="171450" lvl="0" indent="-171450" algn="just">
              <a:spcBef>
                <a:spcPts val="600"/>
              </a:spcBef>
              <a:buClr>
                <a:srgbClr val="0070AD"/>
              </a:buClr>
              <a:buFont typeface="Arial" panose="020B0604020202020204" pitchFamily="34" charset="0"/>
              <a:buChar char="•"/>
              <a:tabLst>
                <a:tab pos="180975" algn="l"/>
              </a:tabLst>
              <a:defRPr/>
            </a:pPr>
            <a:r>
              <a:rPr lang="en-IN" sz="1500" dirty="0">
                <a:latin typeface="Calibri" panose="020F0502020204030204" pitchFamily="34" charset="0"/>
                <a:cs typeface="Calibri" panose="020F0502020204030204" pitchFamily="34" charset="0"/>
              </a:rPr>
              <a:t>Do not pass empty/blank value to any parameters in ADF pipelines and ADB notebook. </a:t>
            </a:r>
            <a:r>
              <a:rPr lang="en-IN" sz="1500" b="1" dirty="0">
                <a:latin typeface="Calibri" panose="020F0502020204030204" pitchFamily="34" charset="0"/>
                <a:cs typeface="Calibri" panose="020F0502020204030204" pitchFamily="34" charset="0"/>
              </a:rPr>
              <a:t>This can cause data loss. </a:t>
            </a:r>
          </a:p>
        </p:txBody>
      </p:sp>
      <p:sp>
        <p:nvSpPr>
          <p:cNvPr id="9" name="Text Placeholder 54">
            <a:extLst>
              <a:ext uri="{FF2B5EF4-FFF2-40B4-BE49-F238E27FC236}">
                <a16:creationId xmlns:a16="http://schemas.microsoft.com/office/drawing/2014/main" id="{5ED99AA2-A08D-4310-99A0-8CC7B9D00127}"/>
              </a:ext>
            </a:extLst>
          </p:cNvPr>
          <p:cNvSpPr txBox="1">
            <a:spLocks/>
          </p:cNvSpPr>
          <p:nvPr/>
        </p:nvSpPr>
        <p:spPr>
          <a:xfrm>
            <a:off x="6522955" y="1721512"/>
            <a:ext cx="5268324" cy="4785926"/>
          </a:xfrm>
          <a:prstGeom prst="rect">
            <a:avLst/>
          </a:prstGeom>
        </p:spPr>
        <p:txBody>
          <a:bodyPr vert="horz" lIns="91440" tIns="45720" rIns="91440" bIns="45720" rtlCol="0">
            <a:spAutoFit/>
          </a:bodyPr>
          <a:lstStyle/>
          <a:p>
            <a:pPr marL="171450" indent="-171450" algn="just">
              <a:spcBef>
                <a:spcPts val="600"/>
              </a:spcBef>
              <a:buClr>
                <a:srgbClr val="0070AD"/>
              </a:buClr>
              <a:buFont typeface="Arial" panose="020B0604020202020204" pitchFamily="34" charset="0"/>
              <a:buChar char="•"/>
              <a:tabLst>
                <a:tab pos="180975" algn="l"/>
              </a:tabLst>
              <a:defRPr/>
            </a:pPr>
            <a:r>
              <a:rPr lang="en-IN" sz="1500" dirty="0">
                <a:latin typeface="Calibri" panose="020F0502020204030204" pitchFamily="34" charset="0"/>
                <a:cs typeface="Calibri" panose="020F0502020204030204" pitchFamily="34" charset="0"/>
              </a:rPr>
              <a:t>Follow Scala coding standards described in UL SAG</a:t>
            </a:r>
          </a:p>
          <a:p>
            <a:pPr marL="171450" indent="-171450" algn="just">
              <a:spcBef>
                <a:spcPts val="600"/>
              </a:spcBef>
              <a:buClr>
                <a:srgbClr val="0070AD"/>
              </a:buClr>
              <a:buFont typeface="Arial" panose="020B0604020202020204" pitchFamily="34" charset="0"/>
              <a:buChar char="•"/>
              <a:tabLst>
                <a:tab pos="180975" algn="l"/>
              </a:tabLst>
              <a:defRPr/>
            </a:pPr>
            <a:r>
              <a:rPr lang="en-IN" sz="1500" dirty="0">
                <a:latin typeface="Calibri" panose="020F0502020204030204" pitchFamily="34" charset="0"/>
                <a:cs typeface="Calibri" panose="020F0502020204030204" pitchFamily="34" charset="0"/>
              </a:rPr>
              <a:t>Slow running jobs will not always run faster by scaling the number of nodes. Review your code and employ optimization best practices before increasing cluster size</a:t>
            </a:r>
          </a:p>
          <a:p>
            <a:pPr marL="171450" indent="-171450" algn="just">
              <a:spcBef>
                <a:spcPts val="600"/>
              </a:spcBef>
              <a:buClr>
                <a:srgbClr val="0070AD"/>
              </a:buClr>
              <a:buFont typeface="Arial" panose="020B0604020202020204" pitchFamily="34" charset="0"/>
              <a:buChar char="•"/>
              <a:tabLst>
                <a:tab pos="180975" algn="l"/>
              </a:tabLst>
              <a:defRPr/>
            </a:pPr>
            <a:r>
              <a:rPr lang="en-IN" sz="1500" dirty="0">
                <a:latin typeface="Calibri" panose="020F0502020204030204" pitchFamily="34" charset="0"/>
                <a:cs typeface="Calibri" panose="020F0502020204030204" pitchFamily="34" charset="0"/>
              </a:rPr>
              <a:t>Avoid small files (&lt; 1 GB) wherever possible. Run a compaction job and/or turn on auto compaction/optimization.</a:t>
            </a:r>
          </a:p>
          <a:p>
            <a:pPr marL="171450" indent="-171450" algn="just">
              <a:spcBef>
                <a:spcPts val="600"/>
              </a:spcBef>
              <a:buClr>
                <a:srgbClr val="0070AD"/>
              </a:buClr>
              <a:buFont typeface="Arial" panose="020B0604020202020204" pitchFamily="34" charset="0"/>
              <a:buChar char="•"/>
              <a:tabLst>
                <a:tab pos="180975" algn="l"/>
              </a:tabLst>
              <a:defRPr/>
            </a:pPr>
            <a:r>
              <a:rPr lang="en-IN" sz="1500" dirty="0">
                <a:latin typeface="Calibri" panose="020F0502020204030204" pitchFamily="34" charset="0"/>
                <a:cs typeface="Calibri" panose="020F0502020204030204" pitchFamily="34" charset="0"/>
              </a:rPr>
              <a:t>Do not over-partition data on ADLS. Each partition should contain tens of GBs of data. </a:t>
            </a:r>
          </a:p>
          <a:p>
            <a:pPr marL="171450" indent="-171450" algn="just">
              <a:spcBef>
                <a:spcPts val="600"/>
              </a:spcBef>
              <a:buClr>
                <a:srgbClr val="0070AD"/>
              </a:buClr>
              <a:buFont typeface="Arial" panose="020B0604020202020204" pitchFamily="34" charset="0"/>
              <a:buChar char="•"/>
              <a:tabLst>
                <a:tab pos="180975" algn="l"/>
              </a:tabLst>
              <a:defRPr/>
            </a:pPr>
            <a:r>
              <a:rPr lang="en-IN" sz="1500" dirty="0">
                <a:latin typeface="Calibri" panose="020F0502020204030204" pitchFamily="34" charset="0"/>
                <a:cs typeface="Calibri" panose="020F0502020204030204" pitchFamily="34" charset="0"/>
              </a:rPr>
              <a:t>Use broadcast joins when joining small table with large table</a:t>
            </a:r>
          </a:p>
          <a:p>
            <a:pPr marL="171450" indent="-171450" algn="just">
              <a:spcBef>
                <a:spcPts val="600"/>
              </a:spcBef>
              <a:buClr>
                <a:srgbClr val="0070AD"/>
              </a:buClr>
              <a:buFont typeface="Arial" panose="020B0604020202020204" pitchFamily="34" charset="0"/>
              <a:buChar char="•"/>
              <a:tabLst>
                <a:tab pos="180975" algn="l"/>
              </a:tabLst>
              <a:defRPr/>
            </a:pPr>
            <a:r>
              <a:rPr lang="en-IN" sz="1500" dirty="0">
                <a:latin typeface="Calibri" panose="020F0502020204030204" pitchFamily="34" charset="0"/>
                <a:cs typeface="Calibri" panose="020F0502020204030204" pitchFamily="34" charset="0"/>
              </a:rPr>
              <a:t>Use External tables only (DO NOT use managed tables)</a:t>
            </a:r>
          </a:p>
          <a:p>
            <a:pPr marL="171450" indent="-171450" algn="just">
              <a:spcBef>
                <a:spcPts val="600"/>
              </a:spcBef>
              <a:buClr>
                <a:srgbClr val="0070AD"/>
              </a:buClr>
              <a:buFont typeface="Arial" panose="020B0604020202020204" pitchFamily="34" charset="0"/>
              <a:buChar char="•"/>
              <a:tabLst>
                <a:tab pos="180975" algn="l"/>
              </a:tabLst>
              <a:defRPr/>
            </a:pPr>
            <a:r>
              <a:rPr lang="en-US" sz="1500" dirty="0">
                <a:latin typeface="Calibri" panose="020F0502020204030204" pitchFamily="34" charset="0"/>
                <a:cs typeface="Calibri" panose="020F0502020204030204" pitchFamily="34" charset="0"/>
              </a:rPr>
              <a:t>Arrive at correct/optimal cluster configuration and parallelism setting by iterative Performance Testing.</a:t>
            </a:r>
          </a:p>
          <a:p>
            <a:pPr marL="171450" indent="-171450" algn="just">
              <a:spcBef>
                <a:spcPts val="600"/>
              </a:spcBef>
              <a:buClr>
                <a:srgbClr val="0070AD"/>
              </a:buClr>
              <a:buFont typeface="Arial" panose="020B0604020202020204" pitchFamily="34" charset="0"/>
              <a:buChar char="•"/>
              <a:tabLst>
                <a:tab pos="180975" algn="l"/>
              </a:tabLst>
              <a:defRPr/>
            </a:pPr>
            <a:r>
              <a:rPr lang="en-IN" sz="1500" dirty="0">
                <a:latin typeface="Calibri" panose="020F0502020204030204" pitchFamily="34" charset="0"/>
                <a:cs typeface="Calibri" panose="020F0502020204030204" pitchFamily="34" charset="0"/>
              </a:rPr>
              <a:t>Batch workloads (job clusters) do not benefit from auto-scaling. Job SLA/data availability timelines must dictate cluster sizes.</a:t>
            </a:r>
          </a:p>
          <a:p>
            <a:pPr marL="171450" indent="-171450" algn="just">
              <a:spcBef>
                <a:spcPts val="600"/>
              </a:spcBef>
              <a:buClr>
                <a:srgbClr val="0070AD"/>
              </a:buClr>
              <a:buFont typeface="Arial" panose="020B0604020202020204" pitchFamily="34" charset="0"/>
              <a:buChar char="•"/>
              <a:tabLst>
                <a:tab pos="180975" algn="l"/>
              </a:tabLst>
              <a:defRPr/>
            </a:pPr>
            <a:r>
              <a:rPr lang="en-IN" sz="1500" dirty="0">
                <a:latin typeface="Calibri" panose="020F0502020204030204" pitchFamily="34" charset="0"/>
                <a:cs typeface="Calibri" panose="020F0502020204030204" pitchFamily="34" charset="0"/>
              </a:rPr>
              <a:t>Use Parquet/Delta Lake  ONLY (no CSV files)</a:t>
            </a:r>
          </a:p>
          <a:p>
            <a:pPr marL="171450" indent="-171450" algn="just">
              <a:spcBef>
                <a:spcPts val="600"/>
              </a:spcBef>
              <a:buClr>
                <a:srgbClr val="0070AD"/>
              </a:buClr>
              <a:buFont typeface="Arial" panose="020B0604020202020204" pitchFamily="34" charset="0"/>
              <a:buChar char="•"/>
              <a:tabLst>
                <a:tab pos="180975" algn="l"/>
              </a:tabLst>
              <a:defRPr/>
            </a:pPr>
            <a:r>
              <a:rPr lang="en-IN" sz="1500" dirty="0">
                <a:latin typeface="Calibri" panose="020F0502020204030204" pitchFamily="34" charset="0"/>
                <a:cs typeface="Calibri" panose="020F0502020204030204" pitchFamily="34" charset="0"/>
              </a:rPr>
              <a:t>Judiciously use wide transformations and caching </a:t>
            </a:r>
          </a:p>
          <a:p>
            <a:pPr marL="171450" indent="-171450" algn="just">
              <a:spcBef>
                <a:spcPts val="600"/>
              </a:spcBef>
              <a:buClr>
                <a:srgbClr val="0070AD"/>
              </a:buClr>
              <a:buFont typeface="Arial" panose="020B0604020202020204" pitchFamily="34" charset="0"/>
              <a:buChar char="•"/>
              <a:tabLst>
                <a:tab pos="180975" algn="l"/>
              </a:tabLst>
              <a:defRPr/>
            </a:pPr>
            <a:r>
              <a:rPr lang="en-US" sz="1500" dirty="0">
                <a:latin typeface="Calibri" panose="020F0502020204030204" pitchFamily="34" charset="0"/>
                <a:cs typeface="Calibri" panose="020F0502020204030204" pitchFamily="34" charset="0"/>
              </a:rPr>
              <a:t>Always hide passwords/secrets in Azure Key Vault</a:t>
            </a:r>
            <a:endParaRPr lang="en-IN" sz="15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517719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145A67-1BF8-4699-A693-6F6F5363E7EF}"/>
              </a:ext>
            </a:extLst>
          </p:cNvPr>
          <p:cNvSpPr>
            <a:spLocks noGrp="1"/>
          </p:cNvSpPr>
          <p:nvPr>
            <p:ph type="title"/>
          </p:nvPr>
        </p:nvSpPr>
        <p:spPr/>
        <p:txBody>
          <a:bodyPr/>
          <a:lstStyle/>
          <a:p>
            <a:r>
              <a:rPr lang="en-US" dirty="0"/>
              <a:t>Best Practices for PDS</a:t>
            </a:r>
          </a:p>
        </p:txBody>
      </p:sp>
      <p:sp>
        <p:nvSpPr>
          <p:cNvPr id="4" name="Rectangle 3">
            <a:extLst>
              <a:ext uri="{FF2B5EF4-FFF2-40B4-BE49-F238E27FC236}">
                <a16:creationId xmlns:a16="http://schemas.microsoft.com/office/drawing/2014/main" id="{3F1C760B-3417-4043-B8C7-FDA4C561A6C5}"/>
              </a:ext>
            </a:extLst>
          </p:cNvPr>
          <p:cNvSpPr/>
          <p:nvPr/>
        </p:nvSpPr>
        <p:spPr>
          <a:xfrm>
            <a:off x="6532082" y="1129832"/>
            <a:ext cx="5268324" cy="568839"/>
          </a:xfrm>
          <a:prstGeom prst="rect">
            <a:avLst/>
          </a:prstGeom>
          <a:solidFill>
            <a:srgbClr val="12AB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PT" dirty="0">
                <a:latin typeface="Calibri" panose="020F0502020204030204" pitchFamily="34" charset="0"/>
                <a:cs typeface="Calibri" panose="020F0502020204030204" pitchFamily="34" charset="0"/>
              </a:rPr>
              <a:t>SQL DW&amp; AAS Best Practices</a:t>
            </a:r>
          </a:p>
        </p:txBody>
      </p:sp>
      <p:sp>
        <p:nvSpPr>
          <p:cNvPr id="5" name="Rectangle 4">
            <a:extLst>
              <a:ext uri="{FF2B5EF4-FFF2-40B4-BE49-F238E27FC236}">
                <a16:creationId xmlns:a16="http://schemas.microsoft.com/office/drawing/2014/main" id="{48B50F4B-2C27-402F-8C17-FA89CFE7788E}"/>
              </a:ext>
            </a:extLst>
          </p:cNvPr>
          <p:cNvSpPr/>
          <p:nvPr/>
        </p:nvSpPr>
        <p:spPr>
          <a:xfrm>
            <a:off x="247135" y="973821"/>
            <a:ext cx="5593362" cy="5590756"/>
          </a:xfrm>
          <a:prstGeom prst="rect">
            <a:avLst/>
          </a:prstGeom>
          <a:noFill/>
          <a:ln w="28575">
            <a:solidFill>
              <a:srgbClr val="D9D9D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72D61E96-45D9-47E2-9BFF-BC3B733B60AE}"/>
              </a:ext>
            </a:extLst>
          </p:cNvPr>
          <p:cNvSpPr/>
          <p:nvPr/>
        </p:nvSpPr>
        <p:spPr>
          <a:xfrm>
            <a:off x="391594" y="1142015"/>
            <a:ext cx="5268324" cy="568839"/>
          </a:xfrm>
          <a:prstGeom prst="rect">
            <a:avLst/>
          </a:prstGeom>
          <a:solidFill>
            <a:srgbClr val="12AB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PT" dirty="0">
                <a:solidFill>
                  <a:schemeClr val="lt1"/>
                </a:solidFill>
                <a:latin typeface="Calibri" panose="020F0502020204030204" pitchFamily="34" charset="0"/>
                <a:cs typeface="Calibri" panose="020F0502020204030204" pitchFamily="34" charset="0"/>
              </a:rPr>
              <a:t>Infrastructure Do’s and Don’ts</a:t>
            </a:r>
          </a:p>
        </p:txBody>
      </p:sp>
      <p:sp>
        <p:nvSpPr>
          <p:cNvPr id="7" name="Rectangle 6">
            <a:extLst>
              <a:ext uri="{FF2B5EF4-FFF2-40B4-BE49-F238E27FC236}">
                <a16:creationId xmlns:a16="http://schemas.microsoft.com/office/drawing/2014/main" id="{8EE08BAE-15BB-4389-BD3B-114D1CCB0089}"/>
              </a:ext>
            </a:extLst>
          </p:cNvPr>
          <p:cNvSpPr/>
          <p:nvPr/>
        </p:nvSpPr>
        <p:spPr>
          <a:xfrm>
            <a:off x="6322413" y="973821"/>
            <a:ext cx="5593362" cy="5590756"/>
          </a:xfrm>
          <a:prstGeom prst="rect">
            <a:avLst/>
          </a:prstGeom>
          <a:noFill/>
          <a:ln w="28575">
            <a:solidFill>
              <a:srgbClr val="D9D9D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latin typeface="Calibri" panose="020F0502020204030204" pitchFamily="34" charset="0"/>
              <a:cs typeface="Calibri" panose="020F0502020204030204" pitchFamily="34" charset="0"/>
            </a:endParaRPr>
          </a:p>
        </p:txBody>
      </p:sp>
      <p:sp>
        <p:nvSpPr>
          <p:cNvPr id="8" name="Text Placeholder 53">
            <a:extLst>
              <a:ext uri="{FF2B5EF4-FFF2-40B4-BE49-F238E27FC236}">
                <a16:creationId xmlns:a16="http://schemas.microsoft.com/office/drawing/2014/main" id="{AA44253E-227F-428D-B3BC-6C0C536B1218}"/>
              </a:ext>
            </a:extLst>
          </p:cNvPr>
          <p:cNvSpPr txBox="1">
            <a:spLocks/>
          </p:cNvSpPr>
          <p:nvPr/>
        </p:nvSpPr>
        <p:spPr>
          <a:xfrm>
            <a:off x="409654" y="1698671"/>
            <a:ext cx="5268324" cy="4939814"/>
          </a:xfrm>
          <a:prstGeom prst="rect">
            <a:avLst/>
          </a:prstGeom>
        </p:spPr>
        <p:txBody>
          <a:bodyPr vert="horz" lIns="91440" tIns="45720" rIns="91440" bIns="45720" rtlCol="0">
            <a:spAutoFit/>
          </a:bodyPr>
          <a:lstStyle/>
          <a:p>
            <a:pPr marL="171450" indent="-171450" algn="just">
              <a:spcBef>
                <a:spcPts val="600"/>
              </a:spcBef>
              <a:buClr>
                <a:srgbClr val="0070AD"/>
              </a:buClr>
              <a:buFont typeface="Arial" panose="020B0604020202020204" pitchFamily="34" charset="0"/>
              <a:buChar char="•"/>
              <a:tabLst>
                <a:tab pos="180975" algn="l"/>
              </a:tabLst>
              <a:defRPr/>
            </a:pPr>
            <a:r>
              <a:rPr lang="en-IN" sz="1500" dirty="0">
                <a:latin typeface="Calibri" panose="020F0502020204030204" pitchFamily="34" charset="0"/>
                <a:cs typeface="Calibri" panose="020F0502020204030204" pitchFamily="34" charset="0"/>
              </a:rPr>
              <a:t>Start with the lowest tier available when sizing environments. (DW100/S0). Scale to the next tier only if absolutely necessary based on iterative performance testing. </a:t>
            </a:r>
          </a:p>
          <a:p>
            <a:pPr marL="171450" indent="-171450" algn="just">
              <a:spcBef>
                <a:spcPts val="600"/>
              </a:spcBef>
              <a:buClr>
                <a:srgbClr val="0070AD"/>
              </a:buClr>
              <a:buFont typeface="Arial" panose="020B0604020202020204" pitchFamily="34" charset="0"/>
              <a:buChar char="•"/>
              <a:tabLst>
                <a:tab pos="180975" algn="l"/>
              </a:tabLst>
              <a:defRPr/>
            </a:pPr>
            <a:r>
              <a:rPr lang="en-IN" sz="1500" dirty="0">
                <a:latin typeface="Calibri" panose="020F0502020204030204" pitchFamily="34" charset="0"/>
                <a:cs typeface="Calibri" panose="020F0502020204030204" pitchFamily="34" charset="0"/>
              </a:rPr>
              <a:t>Do not scale the service beyond the size agreed with Unilever during estimation/budgeting. When in doubt, reach out to CG TDA.</a:t>
            </a:r>
          </a:p>
          <a:p>
            <a:pPr marL="171450" indent="-171450" algn="just">
              <a:spcBef>
                <a:spcPts val="600"/>
              </a:spcBef>
              <a:buClr>
                <a:srgbClr val="0070AD"/>
              </a:buClr>
              <a:buFont typeface="Arial" panose="020B0604020202020204" pitchFamily="34" charset="0"/>
              <a:buChar char="•"/>
              <a:tabLst>
                <a:tab pos="180975" algn="l"/>
              </a:tabLst>
              <a:defRPr/>
            </a:pPr>
            <a:r>
              <a:rPr lang="en-US" sz="1500" dirty="0">
                <a:latin typeface="Calibri" panose="020F0502020204030204" pitchFamily="34" charset="0"/>
                <a:cs typeface="Calibri" panose="020F0502020204030204" pitchFamily="34" charset="0"/>
              </a:rPr>
              <a:t>Pause the service when no compute activity is required. Setup dynamic pause/resume wherever possible with ADF integration using webhooks. Setup dynamic scaling for AAS based on workload profiles. </a:t>
            </a:r>
          </a:p>
          <a:p>
            <a:pPr marL="171450" indent="-171450" algn="just">
              <a:spcBef>
                <a:spcPts val="600"/>
              </a:spcBef>
              <a:buClr>
                <a:srgbClr val="0070AD"/>
              </a:buClr>
              <a:buFont typeface="Arial" panose="020B0604020202020204" pitchFamily="34" charset="0"/>
              <a:buChar char="•"/>
              <a:tabLst>
                <a:tab pos="180975" algn="l"/>
              </a:tabLst>
              <a:defRPr/>
            </a:pPr>
            <a:r>
              <a:rPr lang="en-US" sz="1500" dirty="0">
                <a:latin typeface="Calibri" panose="020F0502020204030204" pitchFamily="34" charset="0"/>
                <a:cs typeface="Calibri" panose="020F0502020204030204" pitchFamily="34" charset="0"/>
              </a:rPr>
              <a:t>Do not setup scheduler for resuming the service in Non-Prod. Always resume the service manually when you start work.</a:t>
            </a:r>
          </a:p>
          <a:p>
            <a:pPr marL="171450" lvl="0" indent="-171450" algn="just">
              <a:spcBef>
                <a:spcPts val="600"/>
              </a:spcBef>
              <a:buClr>
                <a:srgbClr val="0070AD"/>
              </a:buClr>
              <a:buFont typeface="Arial" panose="020B0604020202020204" pitchFamily="34" charset="0"/>
              <a:buChar char="•"/>
              <a:tabLst>
                <a:tab pos="180975" algn="l"/>
              </a:tabLst>
              <a:defRPr/>
            </a:pPr>
            <a:r>
              <a:rPr lang="en-IN" sz="1500" dirty="0">
                <a:latin typeface="Calibri" panose="020F0502020204030204" pitchFamily="34" charset="0"/>
                <a:cs typeface="Calibri" panose="020F0502020204030204" pitchFamily="34" charset="0"/>
              </a:rPr>
              <a:t>Non-prod environments should contain </a:t>
            </a:r>
            <a:r>
              <a:rPr lang="en-IN" sz="1500" b="1" dirty="0">
                <a:latin typeface="Calibri" panose="020F0502020204030204" pitchFamily="34" charset="0"/>
                <a:cs typeface="Calibri" panose="020F0502020204030204" pitchFamily="34" charset="0"/>
              </a:rPr>
              <a:t>&lt;= 6 months </a:t>
            </a:r>
            <a:r>
              <a:rPr lang="en-IN" sz="1500" dirty="0">
                <a:latin typeface="Calibri" panose="020F0502020204030204" pitchFamily="34" charset="0"/>
                <a:cs typeface="Calibri" panose="020F0502020204030204" pitchFamily="34" charset="0"/>
              </a:rPr>
              <a:t>of data. In situations where BDL has &gt; 6 months, use filters or reach out to CG TDA.</a:t>
            </a:r>
          </a:p>
          <a:p>
            <a:pPr marL="171450" lvl="0" indent="-171450" algn="just">
              <a:spcBef>
                <a:spcPts val="600"/>
              </a:spcBef>
              <a:buClr>
                <a:srgbClr val="0070AD"/>
              </a:buClr>
              <a:buFont typeface="Arial" panose="020B0604020202020204" pitchFamily="34" charset="0"/>
              <a:buChar char="•"/>
              <a:tabLst>
                <a:tab pos="180975" algn="l"/>
              </a:tabLst>
              <a:defRPr/>
            </a:pPr>
            <a:r>
              <a:rPr lang="en-IN" sz="1500" dirty="0">
                <a:latin typeface="Calibri" panose="020F0502020204030204" pitchFamily="34" charset="0"/>
                <a:cs typeface="Calibri" panose="020F0502020204030204" pitchFamily="34" charset="0"/>
              </a:rPr>
              <a:t>Any weekend work or off-hours usage should be pre-approved by CG TDA and Unilever. </a:t>
            </a:r>
          </a:p>
          <a:p>
            <a:pPr marL="171450" lvl="0" indent="-171450" algn="just">
              <a:spcBef>
                <a:spcPts val="600"/>
              </a:spcBef>
              <a:buClr>
                <a:srgbClr val="0070AD"/>
              </a:buClr>
              <a:buFont typeface="Arial" panose="020B0604020202020204" pitchFamily="34" charset="0"/>
              <a:buChar char="•"/>
              <a:tabLst>
                <a:tab pos="180975" algn="l"/>
              </a:tabLst>
              <a:defRPr/>
            </a:pPr>
            <a:r>
              <a:rPr lang="en-IN" sz="1500" dirty="0">
                <a:latin typeface="Calibri" panose="020F0502020204030204" pitchFamily="34" charset="0"/>
                <a:cs typeface="Calibri" panose="020F0502020204030204" pitchFamily="34" charset="0"/>
              </a:rPr>
              <a:t>Backups taken during infrastructure migration/release activities should be cleaned up within 48 hours of activity completion </a:t>
            </a:r>
          </a:p>
        </p:txBody>
      </p:sp>
      <p:sp>
        <p:nvSpPr>
          <p:cNvPr id="9" name="Text Placeholder 54">
            <a:extLst>
              <a:ext uri="{FF2B5EF4-FFF2-40B4-BE49-F238E27FC236}">
                <a16:creationId xmlns:a16="http://schemas.microsoft.com/office/drawing/2014/main" id="{5ED99AA2-A08D-4310-99A0-8CC7B9D00127}"/>
              </a:ext>
            </a:extLst>
          </p:cNvPr>
          <p:cNvSpPr txBox="1">
            <a:spLocks/>
          </p:cNvSpPr>
          <p:nvPr/>
        </p:nvSpPr>
        <p:spPr>
          <a:xfrm>
            <a:off x="6532082" y="1634595"/>
            <a:ext cx="5268324" cy="5093702"/>
          </a:xfrm>
          <a:prstGeom prst="rect">
            <a:avLst/>
          </a:prstGeom>
        </p:spPr>
        <p:txBody>
          <a:bodyPr vert="horz" lIns="91440" tIns="45720" rIns="91440" bIns="45720" rtlCol="0">
            <a:spAutoFit/>
          </a:bodyPr>
          <a:lstStyle/>
          <a:p>
            <a:pPr marL="171450" indent="-171450" algn="just">
              <a:spcBef>
                <a:spcPts val="600"/>
              </a:spcBef>
              <a:buClr>
                <a:srgbClr val="0070AD"/>
              </a:buClr>
              <a:buFont typeface="Arial" panose="020B0604020202020204" pitchFamily="34" charset="0"/>
              <a:buChar char="•"/>
              <a:tabLst>
                <a:tab pos="180975" algn="l"/>
              </a:tabLst>
              <a:defRPr/>
            </a:pPr>
            <a:r>
              <a:rPr lang="en-IN" sz="1500" dirty="0">
                <a:latin typeface="Calibri" panose="020F0502020204030204" pitchFamily="34" charset="0"/>
                <a:cs typeface="Calibri" panose="020F0502020204030204" pitchFamily="34" charset="0"/>
              </a:rPr>
              <a:t>Slow running queries will not always run faster by scaling the number of DWUs. </a:t>
            </a:r>
            <a:r>
              <a:rPr lang="en-US" sz="1500" dirty="0">
                <a:latin typeface="Calibri" panose="020F0502020204030204" pitchFamily="34" charset="0"/>
                <a:cs typeface="Calibri" panose="020F0502020204030204" pitchFamily="34" charset="0"/>
              </a:rPr>
              <a:t>Use DMVs to monitor and optimize your queries</a:t>
            </a:r>
            <a:r>
              <a:rPr lang="en-IN" sz="1500" dirty="0">
                <a:latin typeface="Calibri" panose="020F0502020204030204" pitchFamily="34" charset="0"/>
                <a:cs typeface="Calibri" panose="020F0502020204030204" pitchFamily="34" charset="0"/>
              </a:rPr>
              <a:t> before increasing DWUs.</a:t>
            </a:r>
          </a:p>
          <a:p>
            <a:pPr marL="171450" indent="-171450" algn="just">
              <a:spcBef>
                <a:spcPts val="600"/>
              </a:spcBef>
              <a:buClr>
                <a:srgbClr val="0070AD"/>
              </a:buClr>
              <a:buFont typeface="Arial" panose="020B0604020202020204" pitchFamily="34" charset="0"/>
              <a:buChar char="•"/>
              <a:tabLst>
                <a:tab pos="180975" algn="l"/>
              </a:tabLst>
              <a:defRPr/>
            </a:pPr>
            <a:r>
              <a:rPr lang="en-IN" sz="1500" dirty="0">
                <a:latin typeface="Calibri" panose="020F0502020204030204" pitchFamily="34" charset="0"/>
                <a:cs typeface="Calibri" panose="020F0502020204030204" pitchFamily="34" charset="0"/>
              </a:rPr>
              <a:t>Do not over-partition data. A partition should typically contain &gt; 1 million rows. </a:t>
            </a:r>
          </a:p>
          <a:p>
            <a:pPr marL="171450" indent="-171450" algn="just">
              <a:spcBef>
                <a:spcPts val="600"/>
              </a:spcBef>
              <a:buClr>
                <a:srgbClr val="0070AD"/>
              </a:buClr>
              <a:buFont typeface="Arial" panose="020B0604020202020204" pitchFamily="34" charset="0"/>
              <a:buChar char="•"/>
              <a:tabLst>
                <a:tab pos="180975" algn="l"/>
              </a:tabLst>
              <a:defRPr/>
            </a:pPr>
            <a:r>
              <a:rPr lang="en-IN" sz="1500" dirty="0">
                <a:latin typeface="Calibri" panose="020F0502020204030204" pitchFamily="34" charset="0"/>
                <a:cs typeface="Calibri" panose="020F0502020204030204" pitchFamily="34" charset="0"/>
              </a:rPr>
              <a:t>Use </a:t>
            </a:r>
            <a:r>
              <a:rPr lang="en-IN" sz="1500" dirty="0" err="1">
                <a:latin typeface="Calibri" panose="020F0502020204030204" pitchFamily="34" charset="0"/>
                <a:cs typeface="Calibri" panose="020F0502020204030204" pitchFamily="34" charset="0"/>
              </a:rPr>
              <a:t>Polybase</a:t>
            </a:r>
            <a:r>
              <a:rPr lang="en-IN" sz="1500" dirty="0">
                <a:latin typeface="Calibri" panose="020F0502020204030204" pitchFamily="34" charset="0"/>
                <a:cs typeface="Calibri" panose="020F0502020204030204" pitchFamily="34" charset="0"/>
              </a:rPr>
              <a:t> to load data from ADLS into SQL DW. Use CTAS as opposed to INSERT INTO for best performance. </a:t>
            </a:r>
          </a:p>
          <a:p>
            <a:pPr marL="171450" indent="-171450" algn="just">
              <a:spcBef>
                <a:spcPts val="600"/>
              </a:spcBef>
              <a:buClr>
                <a:srgbClr val="0070AD"/>
              </a:buClr>
              <a:buFont typeface="Arial" panose="020B0604020202020204" pitchFamily="34" charset="0"/>
              <a:buChar char="•"/>
              <a:tabLst>
                <a:tab pos="180975" algn="l"/>
              </a:tabLst>
              <a:defRPr/>
            </a:pPr>
            <a:r>
              <a:rPr lang="en-US" sz="1500" dirty="0">
                <a:latin typeface="Calibri" panose="020F0502020204030204" pitchFamily="34" charset="0"/>
                <a:cs typeface="Calibri" panose="020F0502020204030204" pitchFamily="34" charset="0"/>
              </a:rPr>
              <a:t>Enable automatic statistics collection. Manually collect stats after one-off history loads before subsequent processing. </a:t>
            </a:r>
          </a:p>
          <a:p>
            <a:pPr marL="171450" indent="-171450" algn="just">
              <a:spcBef>
                <a:spcPts val="600"/>
              </a:spcBef>
              <a:buClr>
                <a:srgbClr val="0070AD"/>
              </a:buClr>
              <a:buFont typeface="Arial" panose="020B0604020202020204" pitchFamily="34" charset="0"/>
              <a:buChar char="•"/>
              <a:tabLst>
                <a:tab pos="180975" algn="l"/>
              </a:tabLst>
              <a:defRPr/>
            </a:pPr>
            <a:r>
              <a:rPr lang="en-IN" sz="1400" dirty="0">
                <a:latin typeface="Calibri" panose="020F0502020204030204" pitchFamily="34" charset="0"/>
                <a:cs typeface="Calibri" panose="020F0502020204030204" pitchFamily="34" charset="0"/>
              </a:rPr>
              <a:t>Always use smallest possible column size. Use numeric data types wherever possible. Use VARCHAR over NVARCHAR except when Unicode data is to </a:t>
            </a:r>
            <a:r>
              <a:rPr lang="en-IN" sz="1400">
                <a:latin typeface="Calibri" panose="020F0502020204030204" pitchFamily="34" charset="0"/>
                <a:cs typeface="Calibri" panose="020F0502020204030204" pitchFamily="34" charset="0"/>
              </a:rPr>
              <a:t>be loaded. </a:t>
            </a:r>
            <a:endParaRPr lang="en-IN" sz="1400" dirty="0">
              <a:latin typeface="Calibri" panose="020F0502020204030204" pitchFamily="34" charset="0"/>
              <a:cs typeface="Calibri" panose="020F0502020204030204" pitchFamily="34" charset="0"/>
            </a:endParaRPr>
          </a:p>
          <a:p>
            <a:pPr marL="171450" indent="-171450" algn="just">
              <a:spcBef>
                <a:spcPts val="600"/>
              </a:spcBef>
              <a:buClr>
                <a:srgbClr val="0070AD"/>
              </a:buClr>
              <a:buFont typeface="Arial" panose="020B0604020202020204" pitchFamily="34" charset="0"/>
              <a:buChar char="•"/>
              <a:tabLst>
                <a:tab pos="180975" algn="l"/>
              </a:tabLst>
              <a:defRPr/>
            </a:pPr>
            <a:r>
              <a:rPr lang="en-US" sz="1500" dirty="0">
                <a:latin typeface="Calibri" panose="020F0502020204030204" pitchFamily="34" charset="0"/>
                <a:cs typeface="Calibri" panose="020F0502020204030204" pitchFamily="34" charset="0"/>
              </a:rPr>
              <a:t>Use larger resource class to improve query performance. Use Smaller Resource Class to Increase Concurrency.</a:t>
            </a:r>
            <a:endParaRPr lang="en-IN" sz="1500" dirty="0">
              <a:latin typeface="Calibri" panose="020F0502020204030204" pitchFamily="34" charset="0"/>
              <a:cs typeface="Calibri" panose="020F0502020204030204" pitchFamily="34" charset="0"/>
            </a:endParaRPr>
          </a:p>
          <a:p>
            <a:pPr marL="171450" indent="-171450" algn="just">
              <a:spcBef>
                <a:spcPts val="600"/>
              </a:spcBef>
              <a:buClr>
                <a:srgbClr val="0070AD"/>
              </a:buClr>
              <a:buFont typeface="Arial" panose="020B0604020202020204" pitchFamily="34" charset="0"/>
              <a:buChar char="•"/>
              <a:tabLst>
                <a:tab pos="180975" algn="l"/>
              </a:tabLst>
              <a:defRPr/>
            </a:pPr>
            <a:r>
              <a:rPr lang="en-US" sz="1500" dirty="0">
                <a:latin typeface="Calibri" panose="020F0502020204030204" pitchFamily="34" charset="0"/>
                <a:cs typeface="Calibri" panose="020F0502020204030204" pitchFamily="34" charset="0"/>
              </a:rPr>
              <a:t>Preferred approach for creation of surrogate keys is by using IDENTITY column property. </a:t>
            </a:r>
          </a:p>
          <a:p>
            <a:pPr marL="171450" indent="-171450" algn="just">
              <a:spcBef>
                <a:spcPts val="600"/>
              </a:spcBef>
              <a:buClr>
                <a:srgbClr val="0070AD"/>
              </a:buClr>
              <a:buFont typeface="Arial" panose="020B0604020202020204" pitchFamily="34" charset="0"/>
              <a:buChar char="•"/>
              <a:tabLst>
                <a:tab pos="180975" algn="l"/>
              </a:tabLst>
              <a:defRPr/>
            </a:pPr>
            <a:r>
              <a:rPr lang="en-IN" sz="1500" dirty="0">
                <a:latin typeface="Calibri" panose="020F0502020204030204" pitchFamily="34" charset="0"/>
                <a:cs typeface="Calibri" panose="020F0502020204030204" pitchFamily="34" charset="0"/>
              </a:rPr>
              <a:t>Use hash distribution for large (&gt;2 GB) tables with unique keys. Use </a:t>
            </a:r>
            <a:r>
              <a:rPr lang="en-US" sz="1500" dirty="0">
                <a:latin typeface="Calibri" panose="020F0502020204030204" pitchFamily="34" charset="0"/>
                <a:cs typeface="Calibri" panose="020F0502020204030204" pitchFamily="34" charset="0"/>
              </a:rPr>
              <a:t>clustered </a:t>
            </a:r>
            <a:r>
              <a:rPr lang="en-US" sz="1500" dirty="0" err="1">
                <a:latin typeface="Calibri" panose="020F0502020204030204" pitchFamily="34" charset="0"/>
                <a:cs typeface="Calibri" panose="020F0502020204030204" pitchFamily="34" charset="0"/>
              </a:rPr>
              <a:t>columnstore</a:t>
            </a:r>
            <a:r>
              <a:rPr lang="en-US" sz="1500" dirty="0">
                <a:latin typeface="Calibri" panose="020F0502020204030204" pitchFamily="34" charset="0"/>
                <a:cs typeface="Calibri" panose="020F0502020204030204" pitchFamily="34" charset="0"/>
              </a:rPr>
              <a:t> index to store facts and large dims</a:t>
            </a:r>
          </a:p>
          <a:p>
            <a:pPr marL="171450" indent="-171450" algn="just">
              <a:spcBef>
                <a:spcPts val="600"/>
              </a:spcBef>
              <a:buClr>
                <a:srgbClr val="0070AD"/>
              </a:buClr>
              <a:buFont typeface="Arial" panose="020B0604020202020204" pitchFamily="34" charset="0"/>
              <a:buChar char="•"/>
              <a:tabLst>
                <a:tab pos="180975" algn="l"/>
              </a:tabLst>
              <a:defRPr/>
            </a:pPr>
            <a:r>
              <a:rPr lang="en-US" sz="1500" dirty="0">
                <a:latin typeface="Calibri" panose="020F0502020204030204" pitchFamily="34" charset="0"/>
                <a:cs typeface="Calibri" panose="020F0502020204030204" pitchFamily="34" charset="0"/>
              </a:rPr>
              <a:t>Eliminate columns in AAS that are not necessary in Power BI</a:t>
            </a:r>
            <a:endParaRPr lang="en-IN" sz="15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70675625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pZ2QBJ1BVEk6Gug9LRWpPkw"/>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KIxQMfkwqUqFOsHMeD3eeg"/>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pN0xcNFAeSU.cxTvY0qCQBQ"/>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pZ2QBJ1BVEk6Gug9LRWpPkw"/>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pKIxQMfkwqUqFOsHMeD3eeg"/>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pN0xcNFAeSU.cxTvY0qCQBQ"/>
</p:tagLst>
</file>

<file path=ppt/theme/theme1.xml><?xml version="1.0" encoding="utf-8"?>
<a:theme xmlns:a="http://schemas.openxmlformats.org/drawingml/2006/main" name="Content Layouts">
  <a:themeElements>
    <a:clrScheme name="CG New">
      <a:dk1>
        <a:sysClr val="windowText" lastClr="000000"/>
      </a:dk1>
      <a:lt1>
        <a:srgbClr val="FFFFFF"/>
      </a:lt1>
      <a:dk2>
        <a:srgbClr val="2B143D"/>
      </a:dk2>
      <a:lt2>
        <a:srgbClr val="ECECEC"/>
      </a:lt2>
      <a:accent1>
        <a:srgbClr val="0070AD"/>
      </a:accent1>
      <a:accent2>
        <a:srgbClr val="12ABDB"/>
      </a:accent2>
      <a:accent3>
        <a:srgbClr val="2B143D"/>
      </a:accent3>
      <a:accent4>
        <a:srgbClr val="FF304C"/>
      </a:accent4>
      <a:accent5>
        <a:srgbClr val="95E616"/>
      </a:accent5>
      <a:accent6>
        <a:srgbClr val="00C37B"/>
      </a:accent6>
      <a:hlink>
        <a:srgbClr val="88D5ED"/>
      </a:hlink>
      <a:folHlink>
        <a:srgbClr val="7E39BA"/>
      </a:folHlink>
    </a:clrScheme>
    <a:fontScheme name="Capgemini">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ésentation1" id="{F4EDDD86-B8A8-46E1-81BA-C40220CF151C}" vid="{14D83F11-89F6-4441-B5DC-94FD0DFB803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45705</TotalTime>
  <Words>702</Words>
  <Application>Microsoft Office PowerPoint</Application>
  <PresentationFormat>Widescreen</PresentationFormat>
  <Paragraphs>44</Paragraphs>
  <Slides>2</Slides>
  <Notes>0</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2</vt:i4>
      </vt:variant>
    </vt:vector>
  </HeadingPairs>
  <TitlesOfParts>
    <vt:vector size="9" baseType="lpstr">
      <vt:lpstr>Arial</vt:lpstr>
      <vt:lpstr>Calibri</vt:lpstr>
      <vt:lpstr>Century Gothic</vt:lpstr>
      <vt:lpstr>Verdana</vt:lpstr>
      <vt:lpstr>Wingdings</vt:lpstr>
      <vt:lpstr>Content Layouts</vt:lpstr>
      <vt:lpstr>think-cell Slide</vt:lpstr>
      <vt:lpstr>Best Practices for BDL</vt:lpstr>
      <vt:lpstr>Best Practices for PDS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Swaminathan Rajamani</dc:creator>
  <cp:lastModifiedBy>Jha, Vipinkumar</cp:lastModifiedBy>
  <cp:revision>1133</cp:revision>
  <dcterms:created xsi:type="dcterms:W3CDTF">2018-01-24T11:25:22Z</dcterms:created>
  <dcterms:modified xsi:type="dcterms:W3CDTF">2020-12-18T09:33:48Z</dcterms:modified>
</cp:coreProperties>
</file>
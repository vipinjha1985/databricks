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4"/>
    <p:sldMasterId id="2147483946" r:id="rId5"/>
    <p:sldMasterId id="2147483939" r:id="rId6"/>
  </p:sldMasterIdLst>
  <p:notesMasterIdLst>
    <p:notesMasterId r:id="rId27"/>
  </p:notesMasterIdLst>
  <p:handoutMasterIdLst>
    <p:handoutMasterId r:id="rId28"/>
  </p:handoutMasterIdLst>
  <p:sldIdLst>
    <p:sldId id="273" r:id="rId7"/>
    <p:sldId id="348" r:id="rId8"/>
    <p:sldId id="364" r:id="rId9"/>
    <p:sldId id="350" r:id="rId10"/>
    <p:sldId id="320" r:id="rId11"/>
    <p:sldId id="349" r:id="rId12"/>
    <p:sldId id="351" r:id="rId13"/>
    <p:sldId id="352" r:id="rId14"/>
    <p:sldId id="353" r:id="rId15"/>
    <p:sldId id="295" r:id="rId16"/>
    <p:sldId id="354" r:id="rId17"/>
    <p:sldId id="355" r:id="rId18"/>
    <p:sldId id="356" r:id="rId19"/>
    <p:sldId id="360" r:id="rId20"/>
    <p:sldId id="358" r:id="rId21"/>
    <p:sldId id="359" r:id="rId22"/>
    <p:sldId id="362" r:id="rId23"/>
    <p:sldId id="361" r:id="rId24"/>
    <p:sldId id="363" r:id="rId25"/>
    <p:sldId id="365" r:id="rId26"/>
  </p:sldIdLst>
  <p:sldSz cx="9906000" cy="6858000" type="A4"/>
  <p:notesSz cx="6797675" cy="9874250"/>
  <p:custDataLst>
    <p:tags r:id="rId29"/>
  </p:custDataLst>
  <p:defaultTex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4">
          <p15:clr>
            <a:srgbClr val="A4A3A4"/>
          </p15:clr>
        </p15:guide>
        <p15:guide id="2" pos="5957">
          <p15:clr>
            <a:srgbClr val="A4A3A4"/>
          </p15:clr>
        </p15:guide>
      </p15:sldGuideLst>
    </p:ext>
    <p:ext uri="{2D200454-40CA-4A62-9FC3-DE9A4176ACB9}">
      <p15:notesGuideLst xmlns:p15="http://schemas.microsoft.com/office/powerpoint/2012/main">
        <p15:guide id="1" orient="horz" pos="3110">
          <p15:clr>
            <a:srgbClr val="A4A3A4"/>
          </p15:clr>
        </p15:guide>
        <p15:guide id="2" pos="214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RJACKSO" initials="G" lastIdx="1" clrIdx="0">
    <p:extLst>
      <p:ext uri="{19B8F6BF-5375-455C-9EA6-DF929625EA0E}">
        <p15:presenceInfo xmlns:p15="http://schemas.microsoft.com/office/powerpoint/2012/main" userId="GRJACKSO" providerId="None"/>
      </p:ext>
    </p:extLst>
  </p:cmAuthor>
  <p:cmAuthor id="2" name="Silveira, Bruno e Silva" initials="SBeS" lastIdx="3" clrIdx="1">
    <p:extLst>
      <p:ext uri="{19B8F6BF-5375-455C-9EA6-DF929625EA0E}">
        <p15:presenceInfo xmlns:p15="http://schemas.microsoft.com/office/powerpoint/2012/main" userId="S::bruno.silveira@capgemini.com::b375b9ed-2ff5-41bc-8403-bc3434392c6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0000"/>
    <a:srgbClr val="FEF4E7"/>
    <a:srgbClr val="A2BFAF"/>
    <a:srgbClr val="ACB7B2"/>
    <a:srgbClr val="AF1C63"/>
    <a:srgbClr val="6A9529"/>
    <a:srgbClr val="00A0D6"/>
    <a:srgbClr val="0085B3"/>
    <a:srgbClr val="005B7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50" autoAdjust="0"/>
    <p:restoredTop sz="94564" autoAdjust="0"/>
  </p:normalViewPr>
  <p:slideViewPr>
    <p:cSldViewPr snapToGrid="0">
      <p:cViewPr varScale="1">
        <p:scale>
          <a:sx n="70" d="100"/>
          <a:sy n="70" d="100"/>
        </p:scale>
        <p:origin x="312" y="60"/>
      </p:cViewPr>
      <p:guideLst>
        <p:guide orient="horz" pos="954"/>
        <p:guide pos="5957"/>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p:scale>
          <a:sx n="90" d="100"/>
          <a:sy n="90" d="100"/>
        </p:scale>
        <p:origin x="-1982" y="2045"/>
      </p:cViewPr>
      <p:guideLst>
        <p:guide orient="horz" pos="3110"/>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handoutMaster" Target="handoutMasters/handout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notesMaster" Target="notesMasters/notesMaster1.xml"/><Relationship Id="rId30"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6797675" cy="493176"/>
          </a:xfrm>
          <a:prstGeom prst="rect">
            <a:avLst/>
          </a:prstGeom>
        </p:spPr>
        <p:txBody>
          <a:bodyPr vert="horz" lIns="34625" tIns="34625" rIns="242374" bIns="34625" rtlCol="0" anchor="ctr"/>
          <a:lstStyle>
            <a:lvl1pPr algn="l">
              <a:defRPr sz="1200"/>
            </a:lvl1pPr>
          </a:lstStyle>
          <a:p>
            <a:pPr algn="r"/>
            <a:endParaRPr lang="en-US" sz="1500" dirty="0">
              <a:latin typeface="Arial" pitchFamily="34" charset="0"/>
              <a:cs typeface="Arial" pitchFamily="34" charset="0"/>
            </a:endParaRPr>
          </a:p>
        </p:txBody>
      </p:sp>
      <p:sp>
        <p:nvSpPr>
          <p:cNvPr id="4" name="Footer Placeholder 3"/>
          <p:cNvSpPr>
            <a:spLocks noGrp="1"/>
          </p:cNvSpPr>
          <p:nvPr>
            <p:ph type="ftr" sz="quarter" idx="2"/>
          </p:nvPr>
        </p:nvSpPr>
        <p:spPr>
          <a:xfrm>
            <a:off x="0" y="9379542"/>
            <a:ext cx="2945862" cy="493176"/>
          </a:xfrm>
          <a:prstGeom prst="rect">
            <a:avLst/>
          </a:prstGeom>
        </p:spPr>
        <p:txBody>
          <a:bodyPr vert="horz" lIns="87947" tIns="43973" rIns="87947" bIns="43973" rtlCol="0" anchor="b"/>
          <a:lstStyle>
            <a:lvl1pPr algn="l">
              <a:defRPr sz="1200"/>
            </a:lvl1pPr>
          </a:lstStyle>
          <a:p>
            <a:r>
              <a:rPr lang="en-US" sz="800" dirty="0">
                <a:latin typeface="Arial" pitchFamily="34" charset="0"/>
                <a:cs typeface="Arial" pitchFamily="34" charset="0"/>
              </a:rPr>
              <a:t>© 2016 Capgemini. All rights reserved.</a:t>
            </a:r>
          </a:p>
        </p:txBody>
      </p:sp>
      <p:sp>
        <p:nvSpPr>
          <p:cNvPr id="5" name="Slide Number Placeholder 4"/>
          <p:cNvSpPr>
            <a:spLocks noGrp="1"/>
          </p:cNvSpPr>
          <p:nvPr>
            <p:ph type="sldNum" sz="quarter" idx="3"/>
          </p:nvPr>
        </p:nvSpPr>
        <p:spPr>
          <a:xfrm>
            <a:off x="3850294" y="9379542"/>
            <a:ext cx="2945862" cy="493176"/>
          </a:xfrm>
          <a:prstGeom prst="rect">
            <a:avLst/>
          </a:prstGeom>
        </p:spPr>
        <p:txBody>
          <a:bodyPr vert="horz" lIns="87947" tIns="43973" rIns="87947" bIns="43973" rtlCol="0" anchor="b"/>
          <a:lstStyle>
            <a:lvl1pPr algn="r">
              <a:defRPr sz="1200"/>
            </a:lvl1pPr>
          </a:lstStyle>
          <a:p>
            <a:fld id="{9EC16AE0-9542-4D5B-AF70-A50F5AFBFBE0}" type="slidenum">
              <a:rPr lang="en-US" sz="800" smtClean="0">
                <a:latin typeface="Arial" pitchFamily="34" charset="0"/>
                <a:cs typeface="Arial" pitchFamily="34" charset="0"/>
              </a:rPr>
              <a:pPr/>
              <a:t>‹#›</a:t>
            </a:fld>
            <a:endParaRPr lang="en-US" sz="800">
              <a:latin typeface="Arial" pitchFamily="34" charset="0"/>
              <a:cs typeface="Arial" pitchFamily="34" charset="0"/>
            </a:endParaRPr>
          </a:p>
        </p:txBody>
      </p:sp>
    </p:spTree>
    <p:extLst>
      <p:ext uri="{BB962C8B-B14F-4D97-AF65-F5344CB8AC3E}">
        <p14:creationId xmlns:p14="http://schemas.microsoft.com/office/powerpoint/2010/main" val="16721849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3713"/>
          </a:xfrm>
          <a:prstGeom prst="rect">
            <a:avLst/>
          </a:prstGeom>
        </p:spPr>
        <p:txBody>
          <a:bodyPr vert="horz" lIns="95264" tIns="47632" rIns="95264" bIns="47632" rtlCol="0"/>
          <a:lstStyle>
            <a:lvl1pPr algn="l">
              <a:defRPr sz="1300"/>
            </a:lvl1pPr>
          </a:lstStyle>
          <a:p>
            <a:endParaRPr lang="en-US"/>
          </a:p>
        </p:txBody>
      </p:sp>
      <p:sp>
        <p:nvSpPr>
          <p:cNvPr id="3" name="Date Placeholder 2"/>
          <p:cNvSpPr>
            <a:spLocks noGrp="1"/>
          </p:cNvSpPr>
          <p:nvPr>
            <p:ph type="dt" idx="1"/>
          </p:nvPr>
        </p:nvSpPr>
        <p:spPr>
          <a:xfrm>
            <a:off x="3850443" y="0"/>
            <a:ext cx="2945659" cy="493713"/>
          </a:xfrm>
          <a:prstGeom prst="rect">
            <a:avLst/>
          </a:prstGeom>
        </p:spPr>
        <p:txBody>
          <a:bodyPr vert="horz" lIns="95264" tIns="47632" rIns="95264" bIns="47632" rtlCol="0"/>
          <a:lstStyle>
            <a:lvl1pPr algn="r">
              <a:defRPr sz="1300"/>
            </a:lvl1pPr>
          </a:lstStyle>
          <a:p>
            <a:fld id="{2FB4FF29-EE9A-4D47-9F1A-289A80693C0F}" type="datetimeFigureOut">
              <a:rPr lang="en-US" smtClean="0"/>
              <a:pPr/>
              <a:t>4/12/2019</a:t>
            </a:fld>
            <a:endParaRPr lang="en-US"/>
          </a:p>
        </p:txBody>
      </p:sp>
      <p:sp>
        <p:nvSpPr>
          <p:cNvPr id="4" name="Slide Image Placeholder 3"/>
          <p:cNvSpPr>
            <a:spLocks noGrp="1" noRot="1" noChangeAspect="1"/>
          </p:cNvSpPr>
          <p:nvPr>
            <p:ph type="sldImg" idx="2"/>
          </p:nvPr>
        </p:nvSpPr>
        <p:spPr>
          <a:xfrm>
            <a:off x="725488" y="741363"/>
            <a:ext cx="5346700" cy="3702050"/>
          </a:xfrm>
          <a:prstGeom prst="rect">
            <a:avLst/>
          </a:prstGeom>
          <a:noFill/>
          <a:ln w="12700">
            <a:solidFill>
              <a:prstClr val="black"/>
            </a:solidFill>
          </a:ln>
        </p:spPr>
        <p:txBody>
          <a:bodyPr vert="horz" lIns="95264" tIns="47632" rIns="95264" bIns="47632" rtlCol="0" anchor="ctr"/>
          <a:lstStyle/>
          <a:p>
            <a:endParaRPr lang="de-DE"/>
          </a:p>
        </p:txBody>
      </p:sp>
      <p:sp>
        <p:nvSpPr>
          <p:cNvPr id="5" name="Notes Placeholder 4"/>
          <p:cNvSpPr>
            <a:spLocks noGrp="1"/>
          </p:cNvSpPr>
          <p:nvPr>
            <p:ph type="body" sz="quarter" idx="3"/>
          </p:nvPr>
        </p:nvSpPr>
        <p:spPr>
          <a:xfrm>
            <a:off x="679768" y="4690268"/>
            <a:ext cx="5438140" cy="4443413"/>
          </a:xfrm>
          <a:prstGeom prst="rect">
            <a:avLst/>
          </a:prstGeom>
        </p:spPr>
        <p:txBody>
          <a:bodyPr vert="horz" lIns="95264" tIns="47632" rIns="95264" bIns="4763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8824"/>
            <a:ext cx="2945659" cy="493713"/>
          </a:xfrm>
          <a:prstGeom prst="rect">
            <a:avLst/>
          </a:prstGeom>
        </p:spPr>
        <p:txBody>
          <a:bodyPr vert="horz" lIns="95264" tIns="47632" rIns="95264" bIns="47632" rtlCol="0" anchor="b"/>
          <a:lstStyle>
            <a:lvl1pPr algn="l">
              <a:defRPr sz="1300"/>
            </a:lvl1pPr>
          </a:lstStyle>
          <a:p>
            <a:endParaRPr lang="en-US"/>
          </a:p>
        </p:txBody>
      </p:sp>
      <p:sp>
        <p:nvSpPr>
          <p:cNvPr id="7" name="Slide Number Placeholder 6"/>
          <p:cNvSpPr>
            <a:spLocks noGrp="1"/>
          </p:cNvSpPr>
          <p:nvPr>
            <p:ph type="sldNum" sz="quarter" idx="5"/>
          </p:nvPr>
        </p:nvSpPr>
        <p:spPr>
          <a:xfrm>
            <a:off x="3850443" y="9378824"/>
            <a:ext cx="2945659" cy="493713"/>
          </a:xfrm>
          <a:prstGeom prst="rect">
            <a:avLst/>
          </a:prstGeom>
        </p:spPr>
        <p:txBody>
          <a:bodyPr vert="horz" lIns="95264" tIns="47632" rIns="95264" bIns="47632" rtlCol="0" anchor="b"/>
          <a:lstStyle>
            <a:lvl1pPr algn="r">
              <a:defRPr sz="1300"/>
            </a:lvl1pPr>
          </a:lstStyle>
          <a:p>
            <a:fld id="{71E7D22E-2FCF-4181-8686-08BDCDF94062}" type="slidenum">
              <a:rPr lang="en-US" smtClean="0"/>
              <a:pPr/>
              <a:t>‹#›</a:t>
            </a:fld>
            <a:endParaRPr lang="en-US"/>
          </a:p>
        </p:txBody>
      </p:sp>
    </p:spTree>
    <p:extLst>
      <p:ext uri="{BB962C8B-B14F-4D97-AF65-F5344CB8AC3E}">
        <p14:creationId xmlns:p14="http://schemas.microsoft.com/office/powerpoint/2010/main" val="692934881"/>
      </p:ext>
    </p:extLst>
  </p:cSld>
  <p:clrMap bg1="lt1" tx1="dk1" bg2="lt2" tx2="dk2" accent1="accent1" accent2="accent2" accent3="accent3" accent4="accent4" accent5="accent5" accent6="accent6" hlink="hlink" folHlink="folHlink"/>
  <p:notesStyle>
    <a:lvl1pPr marL="0" algn="l" defTabSz="914342" rtl="0" eaLnBrk="1" latinLnBrk="0" hangingPunct="1">
      <a:defRPr sz="1200" kern="1200">
        <a:solidFill>
          <a:schemeClr val="tx1"/>
        </a:solidFill>
        <a:latin typeface="+mn-lt"/>
        <a:ea typeface="+mn-ea"/>
        <a:cs typeface="+mn-cs"/>
      </a:defRPr>
    </a:lvl1pPr>
    <a:lvl2pPr marL="457171" algn="l" defTabSz="914342" rtl="0" eaLnBrk="1" latinLnBrk="0" hangingPunct="1">
      <a:defRPr sz="1200" kern="1200">
        <a:solidFill>
          <a:schemeClr val="tx1"/>
        </a:solidFill>
        <a:latin typeface="+mn-lt"/>
        <a:ea typeface="+mn-ea"/>
        <a:cs typeface="+mn-cs"/>
      </a:defRPr>
    </a:lvl2pPr>
    <a:lvl3pPr marL="914342" algn="l" defTabSz="914342" rtl="0" eaLnBrk="1" latinLnBrk="0" hangingPunct="1">
      <a:defRPr sz="1200" kern="1200">
        <a:solidFill>
          <a:schemeClr val="tx1"/>
        </a:solidFill>
        <a:latin typeface="+mn-lt"/>
        <a:ea typeface="+mn-ea"/>
        <a:cs typeface="+mn-cs"/>
      </a:defRPr>
    </a:lvl3pPr>
    <a:lvl4pPr marL="1371513" algn="l" defTabSz="914342" rtl="0" eaLnBrk="1" latinLnBrk="0" hangingPunct="1">
      <a:defRPr sz="1200" kern="1200">
        <a:solidFill>
          <a:schemeClr val="tx1"/>
        </a:solidFill>
        <a:latin typeface="+mn-lt"/>
        <a:ea typeface="+mn-ea"/>
        <a:cs typeface="+mn-cs"/>
      </a:defRPr>
    </a:lvl4pPr>
    <a:lvl5pPr marL="1828684" algn="l" defTabSz="914342" rtl="0" eaLnBrk="1" latinLnBrk="0" hangingPunct="1">
      <a:defRPr sz="1200" kern="1200">
        <a:solidFill>
          <a:schemeClr val="tx1"/>
        </a:solidFill>
        <a:latin typeface="+mn-lt"/>
        <a:ea typeface="+mn-ea"/>
        <a:cs typeface="+mn-cs"/>
      </a:defRPr>
    </a:lvl5pPr>
    <a:lvl6pPr marL="2285855" algn="l" defTabSz="914342" rtl="0" eaLnBrk="1" latinLnBrk="0" hangingPunct="1">
      <a:defRPr sz="1200" kern="1200">
        <a:solidFill>
          <a:schemeClr val="tx1"/>
        </a:solidFill>
        <a:latin typeface="+mn-lt"/>
        <a:ea typeface="+mn-ea"/>
        <a:cs typeface="+mn-cs"/>
      </a:defRPr>
    </a:lvl6pPr>
    <a:lvl7pPr marL="2743026" algn="l" defTabSz="914342" rtl="0" eaLnBrk="1" latinLnBrk="0" hangingPunct="1">
      <a:defRPr sz="1200" kern="1200">
        <a:solidFill>
          <a:schemeClr val="tx1"/>
        </a:solidFill>
        <a:latin typeface="+mn-lt"/>
        <a:ea typeface="+mn-ea"/>
        <a:cs typeface="+mn-cs"/>
      </a:defRPr>
    </a:lvl7pPr>
    <a:lvl8pPr marL="3200198" algn="l" defTabSz="914342" rtl="0" eaLnBrk="1" latinLnBrk="0" hangingPunct="1">
      <a:defRPr sz="1200" kern="1200">
        <a:solidFill>
          <a:schemeClr val="tx1"/>
        </a:solidFill>
        <a:latin typeface="+mn-lt"/>
        <a:ea typeface="+mn-ea"/>
        <a:cs typeface="+mn-cs"/>
      </a:defRPr>
    </a:lvl8pPr>
    <a:lvl9pPr marL="3657369" algn="l" defTabSz="914342"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image" Target="../media/image5.emf"/><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image" Target="../media/image1.emf"/><Relationship Id="rId2" Type="http://schemas.openxmlformats.org/officeDocument/2006/relationships/tags" Target="../tags/tag10.xml"/><Relationship Id="rId1" Type="http://schemas.openxmlformats.org/officeDocument/2006/relationships/vmlDrawing" Target="../drawings/vmlDrawing2.vml"/><Relationship Id="rId6" Type="http://schemas.openxmlformats.org/officeDocument/2006/relationships/tags" Target="../tags/tag14.xml"/><Relationship Id="rId11" Type="http://schemas.openxmlformats.org/officeDocument/2006/relationships/oleObject" Target="../embeddings/oleObject2.bin"/><Relationship Id="rId5" Type="http://schemas.openxmlformats.org/officeDocument/2006/relationships/tags" Target="../tags/tag13.xml"/><Relationship Id="rId10" Type="http://schemas.openxmlformats.org/officeDocument/2006/relationships/image" Target="../media/image4.jpeg"/><Relationship Id="rId4" Type="http://schemas.openxmlformats.org/officeDocument/2006/relationships/tags" Target="../tags/tag12.xml"/><Relationship Id="rId9"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vmlDrawing" Target="../drawings/vmlDrawing3.v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image" Target="../media/image1.emf"/><Relationship Id="rId2" Type="http://schemas.openxmlformats.org/officeDocument/2006/relationships/tags" Target="../tags/tag18.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slideMaster" Target="../slideMasters/slideMaster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2.xml"/><Relationship Id="rId7" Type="http://schemas.openxmlformats.org/officeDocument/2006/relationships/oleObject" Target="../embeddings/oleObject5.bin"/><Relationship Id="rId2" Type="http://schemas.openxmlformats.org/officeDocument/2006/relationships/tags" Target="../tags/tag21.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6.xml"/><Relationship Id="rId7" Type="http://schemas.openxmlformats.org/officeDocument/2006/relationships/oleObject" Target="../embeddings/oleObject6.bin"/><Relationship Id="rId2" Type="http://schemas.openxmlformats.org/officeDocument/2006/relationships/tags" Target="../tags/tag25.xml"/><Relationship Id="rId1" Type="http://schemas.openxmlformats.org/officeDocument/2006/relationships/vmlDrawing" Target="../drawings/vmlDrawing6.vml"/><Relationship Id="rId6" Type="http://schemas.openxmlformats.org/officeDocument/2006/relationships/slideMaster" Target="../slideMasters/slideMaster1.xml"/><Relationship Id="rId5" Type="http://schemas.openxmlformats.org/officeDocument/2006/relationships/tags" Target="../tags/tag28.xml"/><Relationship Id="rId4" Type="http://schemas.openxmlformats.org/officeDocument/2006/relationships/tags" Target="../tags/tag27.xml"/></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vmlDrawing" Target="../drawings/vmlDrawing7.vml"/><Relationship Id="rId6" Type="http://schemas.openxmlformats.org/officeDocument/2006/relationships/tags" Target="../tags/tag33.xml"/><Relationship Id="rId5" Type="http://schemas.openxmlformats.org/officeDocument/2006/relationships/tags" Target="../tags/tag32.xml"/><Relationship Id="rId10" Type="http://schemas.openxmlformats.org/officeDocument/2006/relationships/image" Target="../media/image1.emf"/><Relationship Id="rId4" Type="http://schemas.openxmlformats.org/officeDocument/2006/relationships/tags" Target="../tags/tag31.xml"/><Relationship Id="rId9" Type="http://schemas.openxmlformats.org/officeDocument/2006/relationships/oleObject" Target="../embeddings/oleObject7.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vmlDrawing" Target="../drawings/vmlDrawing8.vml"/><Relationship Id="rId6" Type="http://schemas.openxmlformats.org/officeDocument/2006/relationships/image" Target="../media/image1.emf"/><Relationship Id="rId5" Type="http://schemas.openxmlformats.org/officeDocument/2006/relationships/oleObject" Target="../embeddings/oleObject8.bin"/><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7.xml"/><Relationship Id="rId1" Type="http://schemas.openxmlformats.org/officeDocument/2006/relationships/vmlDrawing" Target="../drawings/vmlDrawing9.vml"/><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40.xml"/><Relationship Id="rId7" Type="http://schemas.openxmlformats.org/officeDocument/2006/relationships/oleObject" Target="../embeddings/oleObject11.bin"/><Relationship Id="rId2" Type="http://schemas.openxmlformats.org/officeDocument/2006/relationships/tags" Target="../tags/tag39.xml"/><Relationship Id="rId1" Type="http://schemas.openxmlformats.org/officeDocument/2006/relationships/vmlDrawing" Target="../drawings/vmlDrawing11.vml"/><Relationship Id="rId6" Type="http://schemas.openxmlformats.org/officeDocument/2006/relationships/image" Target="../media/image3.jpeg"/><Relationship Id="rId5" Type="http://schemas.openxmlformats.org/officeDocument/2006/relationships/slideMaster" Target="../slideMasters/slideMaster2.xml"/><Relationship Id="rId4" Type="http://schemas.openxmlformats.org/officeDocument/2006/relationships/tags" Target="../tags/tag4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43.xml"/><Relationship Id="rId7" Type="http://schemas.openxmlformats.org/officeDocument/2006/relationships/oleObject" Target="../embeddings/oleObject12.bin"/><Relationship Id="rId2" Type="http://schemas.openxmlformats.org/officeDocument/2006/relationships/tags" Target="../tags/tag42.xml"/><Relationship Id="rId1" Type="http://schemas.openxmlformats.org/officeDocument/2006/relationships/vmlDrawing" Target="../drawings/vmlDrawing12.vml"/><Relationship Id="rId6" Type="http://schemas.openxmlformats.org/officeDocument/2006/relationships/image" Target="../media/image3.jpeg"/><Relationship Id="rId5" Type="http://schemas.openxmlformats.org/officeDocument/2006/relationships/slideMaster" Target="../slideMasters/slideMaster2.xml"/><Relationship Id="rId4" Type="http://schemas.openxmlformats.org/officeDocument/2006/relationships/tags" Target="../tags/tag44.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55.xml"/><Relationship Id="rId7" Type="http://schemas.openxmlformats.org/officeDocument/2006/relationships/image" Target="../media/image1.emf"/><Relationship Id="rId2" Type="http://schemas.openxmlformats.org/officeDocument/2006/relationships/tags" Target="../tags/tag54.xml"/><Relationship Id="rId1" Type="http://schemas.openxmlformats.org/officeDocument/2006/relationships/vmlDrawing" Target="../drawings/vmlDrawing14.vml"/><Relationship Id="rId6" Type="http://schemas.openxmlformats.org/officeDocument/2006/relationships/oleObject" Target="../embeddings/oleObject14.bin"/><Relationship Id="rId5" Type="http://schemas.openxmlformats.org/officeDocument/2006/relationships/slideMaster" Target="../slideMasters/slideMaster3.xml"/><Relationship Id="rId4" Type="http://schemas.openxmlformats.org/officeDocument/2006/relationships/tags" Target="../tags/tag56.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vmlDrawing" Target="../drawings/vmlDrawing15.vml"/><Relationship Id="rId6" Type="http://schemas.openxmlformats.org/officeDocument/2006/relationships/image" Target="../media/image1.emf"/><Relationship Id="rId5" Type="http://schemas.openxmlformats.org/officeDocument/2006/relationships/oleObject" Target="../embeddings/oleObject15.bin"/><Relationship Id="rId4"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pic>
        <p:nvPicPr>
          <p:cNvPr id="12" name="Image 11" descr="shutterstock_111035876.jpg"/>
          <p:cNvPicPr>
            <a:picLocks noChangeAspect="1"/>
          </p:cNvPicPr>
          <p:nvPr userDrawn="1"/>
        </p:nvPicPr>
        <p:blipFill>
          <a:blip r:embed="rId9" cstate="print"/>
          <a:srcRect b="6147"/>
          <a:stretch>
            <a:fillRect/>
          </a:stretch>
        </p:blipFill>
        <p:spPr>
          <a:xfrm>
            <a:off x="0" y="972965"/>
            <a:ext cx="9906000" cy="5885035"/>
          </a:xfrm>
          <a:prstGeom prst="rect">
            <a:avLst/>
          </a:prstGeom>
          <a:noFill/>
          <a:ln>
            <a:noFill/>
          </a:ln>
        </p:spPr>
      </p:pic>
      <p:sp>
        <p:nvSpPr>
          <p:cNvPr id="18" name="Rectangle 17"/>
          <p:cNvSpPr/>
          <p:nvPr userDrawn="1">
            <p:custDataLst>
              <p:tags r:id="rId2"/>
            </p:custDataLst>
          </p:nvPr>
        </p:nvSpPr>
        <p:spPr>
          <a:xfrm>
            <a:off x="0" y="6400876"/>
            <a:ext cx="9906000" cy="4571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3969" tIns="41985" rIns="83969" bIns="41985" rtlCol="0" anchor="ctr"/>
          <a:lstStyle/>
          <a:p>
            <a:pPr algn="ctr"/>
            <a:endParaRPr lang="en-US" sz="1300" dirty="0"/>
          </a:p>
        </p:txBody>
      </p:sp>
      <p:sp>
        <p:nvSpPr>
          <p:cNvPr id="17" name="Rectangle 7"/>
          <p:cNvSpPr/>
          <p:nvPr userDrawn="1">
            <p:custDataLst>
              <p:tags r:id="rId3"/>
            </p:custDataLst>
          </p:nvPr>
        </p:nvSpPr>
        <p:spPr bwMode="auto">
          <a:xfrm>
            <a:off x="1" y="0"/>
            <a:ext cx="9906318"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0 w 10560222"/>
              <a:gd name="connsiteY0" fmla="*/ 0 h 2958168"/>
              <a:gd name="connsiteX1" fmla="*/ 10559466 w 10560222"/>
              <a:gd name="connsiteY1" fmla="*/ 0 h 2958168"/>
              <a:gd name="connsiteX2" fmla="*/ 10558968 w 10560222"/>
              <a:gd name="connsiteY2" fmla="*/ 1476338 h 2958168"/>
              <a:gd name="connsiteX3" fmla="*/ 9286405 w 10560222"/>
              <a:gd name="connsiteY3" fmla="*/ 2153103 h 2958168"/>
              <a:gd name="connsiteX4" fmla="*/ 2315369 w 10560222"/>
              <a:gd name="connsiteY4" fmla="*/ 2159512 h 2958168"/>
              <a:gd name="connsiteX5" fmla="*/ 1178700 w 10560222"/>
              <a:gd name="connsiteY5" fmla="*/ 2958168 h 2958168"/>
              <a:gd name="connsiteX6" fmla="*/ 0 w 10560222"/>
              <a:gd name="connsiteY6" fmla="*/ 2174065 h 2958168"/>
              <a:gd name="connsiteX7" fmla="*/ 0 w 10560222"/>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0222" h="2958168">
                <a:moveTo>
                  <a:pt x="0" y="0"/>
                </a:moveTo>
                <a:lnTo>
                  <a:pt x="10559466" y="0"/>
                </a:lnTo>
                <a:cubicBezTo>
                  <a:pt x="10559979" y="67600"/>
                  <a:pt x="10560222" y="1432923"/>
                  <a:pt x="10558968" y="1476338"/>
                </a:cubicBezTo>
                <a:cubicBezTo>
                  <a:pt x="10081572" y="2148347"/>
                  <a:pt x="9702991" y="2158423"/>
                  <a:pt x="9286405" y="2153103"/>
                </a:cubicBezTo>
                <a:lnTo>
                  <a:pt x="2315369" y="2159512"/>
                </a:lnTo>
                <a:cubicBezTo>
                  <a:pt x="1738155" y="2192654"/>
                  <a:pt x="1370309" y="2495346"/>
                  <a:pt x="1178700" y="2958168"/>
                </a:cubicBezTo>
                <a:cubicBezTo>
                  <a:pt x="880346" y="2254391"/>
                  <a:pt x="278640" y="2173187"/>
                  <a:pt x="0" y="2174065"/>
                </a:cubicBezTo>
                <a:cubicBezTo>
                  <a:pt x="2067" y="2138552"/>
                  <a:pt x="1272" y="95582"/>
                  <a:pt x="0" y="0"/>
                </a:cubicBezTo>
                <a:close/>
              </a:path>
            </a:pathLst>
          </a:custGeom>
          <a:solidFill>
            <a:schemeClr val="bg1"/>
          </a:solidFill>
          <a:ln w="12700" cmpd="sng" algn="ctr">
            <a:noFill/>
            <a:miter lim="800000"/>
            <a:headEnd/>
            <a:tailEnd/>
          </a:ln>
          <a:effectLst>
            <a:outerShdw blurRad="127000" dist="25400" dir="5400000" algn="t" rotWithShape="0">
              <a:schemeClr val="tx1">
                <a:alpha val="25000"/>
              </a:schemeClr>
            </a:outerShdw>
          </a:effectLst>
        </p:spPr>
        <p:txBody>
          <a:bodyPr wrap="square" lIns="33059" tIns="42976" rIns="33059" bIns="42976" rtlCol="0" anchor="ctr"/>
          <a:lstStyle/>
          <a:p>
            <a:pPr algn="ctr" fontAlgn="auto">
              <a:spcBef>
                <a:spcPts val="0"/>
              </a:spcBef>
              <a:spcAft>
                <a:spcPts val="0"/>
              </a:spcAft>
            </a:pPr>
            <a:endParaRPr lang="en-US" sz="1000" dirty="0">
              <a:solidFill>
                <a:schemeClr val="bg1"/>
              </a:solidFill>
              <a:latin typeface="Arial"/>
              <a:cs typeface="Arial"/>
            </a:endParaRPr>
          </a:p>
        </p:txBody>
      </p:sp>
      <p:pic>
        <p:nvPicPr>
          <p:cNvPr id="11" name="Image 10" descr="Capgemini_logo.jpg"/>
          <p:cNvPicPr>
            <a:picLocks noChangeAspect="1"/>
          </p:cNvPicPr>
          <p:nvPr userDrawn="1"/>
        </p:nvPicPr>
        <p:blipFill>
          <a:blip r:embed="rId10" cstate="print"/>
          <a:stretch>
            <a:fillRect/>
          </a:stretch>
        </p:blipFill>
        <p:spPr>
          <a:xfrm>
            <a:off x="735690" y="658705"/>
            <a:ext cx="2880000" cy="686046"/>
          </a:xfrm>
          <a:prstGeom prst="rect">
            <a:avLst/>
          </a:prstGeom>
        </p:spPr>
      </p:pic>
      <p:graphicFrame>
        <p:nvGraphicFramePr>
          <p:cNvPr id="5" name="Object 4" hidden="1"/>
          <p:cNvGraphicFramePr>
            <a:graphicFrameLocks noChangeAspect="1"/>
          </p:cNvGraphicFramePr>
          <p:nvPr>
            <p:custDataLst>
              <p:tags r:id="rId4"/>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1437" name="think-cell Slide" r:id="rId11" imgW="360" imgH="360" progId="">
                  <p:embed/>
                </p:oleObj>
              </mc:Choice>
              <mc:Fallback>
                <p:oleObj name="think-cell Slide" r:id="rId11" imgW="360" imgH="360" progId="">
                  <p:embed/>
                  <p:pic>
                    <p:nvPicPr>
                      <p:cNvPr id="0" name="Picture 2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 name="Picture 104" descr="C:\Users\UserSim\Desktop\Capgemini\moto.emf"/>
          <p:cNvPicPr>
            <a:picLocks noChangeAspect="1" noChangeArrowheads="1"/>
          </p:cNvPicPr>
          <p:nvPr userDrawn="1">
            <p:custDataLst>
              <p:tags r:id="rId5"/>
            </p:custDataLst>
          </p:nvPr>
        </p:nvPicPr>
        <p:blipFill>
          <a:blip r:embed="rId13" cstate="email"/>
          <a:srcRect/>
          <a:stretch>
            <a:fillRect/>
          </a:stretch>
        </p:blipFill>
        <p:spPr bwMode="auto">
          <a:xfrm>
            <a:off x="6569786" y="6520696"/>
            <a:ext cx="2880000" cy="229351"/>
          </a:xfrm>
          <a:prstGeom prst="rect">
            <a:avLst/>
          </a:prstGeom>
          <a:noFill/>
        </p:spPr>
      </p:pic>
      <p:sp>
        <p:nvSpPr>
          <p:cNvPr id="2" name="Title 1"/>
          <p:cNvSpPr>
            <a:spLocks noGrp="1"/>
          </p:cNvSpPr>
          <p:nvPr>
            <p:ph type="ctrTitle" hasCustomPrompt="1"/>
            <p:custDataLst>
              <p:tags r:id="rId6"/>
            </p:custDataLst>
          </p:nvPr>
        </p:nvSpPr>
        <p:spPr>
          <a:xfrm>
            <a:off x="0" y="2959925"/>
            <a:ext cx="4909457" cy="1098157"/>
          </a:xfrm>
        </p:spPr>
        <p:txBody>
          <a:bodyPr lIns="720000" tIns="33059" rIns="33059" bIns="33059" anchor="t"/>
          <a:lstStyle>
            <a:lvl1pPr marL="0" indent="0" algn="l">
              <a:defRPr sz="4000" b="1">
                <a:solidFill>
                  <a:schemeClr val="tx1"/>
                </a:solidFill>
              </a:defRPr>
            </a:lvl1pPr>
          </a:lstStyle>
          <a:p>
            <a:r>
              <a:rPr lang="fr-FR" dirty="0"/>
              <a:t>Click to </a:t>
            </a:r>
            <a:r>
              <a:rPr lang="fr-FR" dirty="0" err="1"/>
              <a:t>edit</a:t>
            </a:r>
            <a:r>
              <a:rPr lang="fr-FR" dirty="0"/>
              <a:t> Master </a:t>
            </a:r>
            <a:r>
              <a:rPr lang="fr-FR" dirty="0" err="1"/>
              <a:t>title</a:t>
            </a:r>
            <a:r>
              <a:rPr lang="fr-FR" dirty="0"/>
              <a:t> style</a:t>
            </a:r>
            <a:endParaRPr lang="en-US" dirty="0"/>
          </a:p>
        </p:txBody>
      </p:sp>
      <p:sp>
        <p:nvSpPr>
          <p:cNvPr id="3" name="Subtitle 2"/>
          <p:cNvSpPr>
            <a:spLocks noGrp="1"/>
          </p:cNvSpPr>
          <p:nvPr>
            <p:ph type="subTitle" idx="1" hasCustomPrompt="1"/>
            <p:custDataLst>
              <p:tags r:id="rId7"/>
            </p:custDataLst>
          </p:nvPr>
        </p:nvSpPr>
        <p:spPr>
          <a:xfrm>
            <a:off x="4865915" y="4949632"/>
            <a:ext cx="5040086"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a:t>Click to </a:t>
            </a:r>
            <a:r>
              <a:rPr lang="fr-FR" dirty="0" err="1"/>
              <a:t>edit</a:t>
            </a:r>
            <a:r>
              <a:rPr lang="fr-FR" dirty="0"/>
              <a:t> Master </a:t>
            </a:r>
            <a:r>
              <a:rPr lang="fr-FR" dirty="0" err="1"/>
              <a:t>text</a:t>
            </a:r>
            <a:r>
              <a:rPr lang="fr-FR" dirty="0"/>
              <a:t>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able of Content">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88829" name="think-cell Slide" r:id="rId5" imgW="360" imgH="360" progId="">
                  <p:embed/>
                </p:oleObj>
              </mc:Choice>
              <mc:Fallback>
                <p:oleObj name="think-cell Slide" r:id="rId5" imgW="360" imgH="360" progId="">
                  <p:embed/>
                  <p:pic>
                    <p:nvPicPr>
                      <p:cNvPr id="0" name="Picture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Freeform 7"/>
          <p:cNvSpPr>
            <a:spLocks/>
          </p:cNvSpPr>
          <p:nvPr userDrawn="1"/>
        </p:nvSpPr>
        <p:spPr bwMode="auto">
          <a:xfrm flipH="1">
            <a:off x="0" y="0"/>
            <a:ext cx="3981400" cy="6858000"/>
          </a:xfrm>
          <a:custGeom>
            <a:avLst/>
            <a:gdLst>
              <a:gd name="connsiteX0" fmla="*/ 2443 w 38019"/>
              <a:gd name="connsiteY0" fmla="*/ 0 h 10000"/>
              <a:gd name="connsiteX1" fmla="*/ 2443 w 38019"/>
              <a:gd name="connsiteY1" fmla="*/ 1594 h 10000"/>
              <a:gd name="connsiteX2" fmla="*/ 1145 w 38019"/>
              <a:gd name="connsiteY2" fmla="*/ 2750 h 10000"/>
              <a:gd name="connsiteX3" fmla="*/ 0 w 38019"/>
              <a:gd name="connsiteY3" fmla="*/ 3031 h 10000"/>
              <a:gd name="connsiteX4" fmla="*/ 420 w 38019"/>
              <a:gd name="connsiteY4" fmla="*/ 3124 h 10000"/>
              <a:gd name="connsiteX5" fmla="*/ 2443 w 38019"/>
              <a:gd name="connsiteY5" fmla="*/ 4538 h 10000"/>
              <a:gd name="connsiteX6" fmla="*/ 2443 w 38019"/>
              <a:gd name="connsiteY6" fmla="*/ 10000 h 10000"/>
              <a:gd name="connsiteX7" fmla="*/ 10000 w 38019"/>
              <a:gd name="connsiteY7" fmla="*/ 10000 h 10000"/>
              <a:gd name="connsiteX8" fmla="*/ 38019 w 38019"/>
              <a:gd name="connsiteY8" fmla="*/ 0 h 10000"/>
              <a:gd name="connsiteX9" fmla="*/ 2443 w 38019"/>
              <a:gd name="connsiteY9" fmla="*/ 0 h 10000"/>
              <a:gd name="connsiteX0" fmla="*/ 2443 w 38019"/>
              <a:gd name="connsiteY0" fmla="*/ 0 h 10000"/>
              <a:gd name="connsiteX1" fmla="*/ 2443 w 38019"/>
              <a:gd name="connsiteY1" fmla="*/ 1594 h 10000"/>
              <a:gd name="connsiteX2" fmla="*/ 1145 w 38019"/>
              <a:gd name="connsiteY2" fmla="*/ 2750 h 10000"/>
              <a:gd name="connsiteX3" fmla="*/ 0 w 38019"/>
              <a:gd name="connsiteY3" fmla="*/ 3031 h 10000"/>
              <a:gd name="connsiteX4" fmla="*/ 420 w 38019"/>
              <a:gd name="connsiteY4" fmla="*/ 3124 h 10000"/>
              <a:gd name="connsiteX5" fmla="*/ 2443 w 38019"/>
              <a:gd name="connsiteY5" fmla="*/ 4538 h 10000"/>
              <a:gd name="connsiteX6" fmla="*/ 2443 w 38019"/>
              <a:gd name="connsiteY6" fmla="*/ 10000 h 10000"/>
              <a:gd name="connsiteX7" fmla="*/ 38019 w 38019"/>
              <a:gd name="connsiteY7" fmla="*/ 9997 h 10000"/>
              <a:gd name="connsiteX8" fmla="*/ 38019 w 38019"/>
              <a:gd name="connsiteY8" fmla="*/ 0 h 10000"/>
              <a:gd name="connsiteX9" fmla="*/ 2443 w 38019"/>
              <a:gd name="connsiteY9" fmla="*/ 0 h 10000"/>
              <a:gd name="connsiteX0" fmla="*/ 2443 w 38019"/>
              <a:gd name="connsiteY0" fmla="*/ 14 h 10014"/>
              <a:gd name="connsiteX1" fmla="*/ 2443 w 38019"/>
              <a:gd name="connsiteY1" fmla="*/ 1608 h 10014"/>
              <a:gd name="connsiteX2" fmla="*/ 1145 w 38019"/>
              <a:gd name="connsiteY2" fmla="*/ 2764 h 10014"/>
              <a:gd name="connsiteX3" fmla="*/ 0 w 38019"/>
              <a:gd name="connsiteY3" fmla="*/ 3045 h 10014"/>
              <a:gd name="connsiteX4" fmla="*/ 420 w 38019"/>
              <a:gd name="connsiteY4" fmla="*/ 3138 h 10014"/>
              <a:gd name="connsiteX5" fmla="*/ 2443 w 38019"/>
              <a:gd name="connsiteY5" fmla="*/ 4552 h 10014"/>
              <a:gd name="connsiteX6" fmla="*/ 2443 w 38019"/>
              <a:gd name="connsiteY6" fmla="*/ 10014 h 10014"/>
              <a:gd name="connsiteX7" fmla="*/ 38019 w 38019"/>
              <a:gd name="connsiteY7" fmla="*/ 10011 h 10014"/>
              <a:gd name="connsiteX8" fmla="*/ 33103 w 38019"/>
              <a:gd name="connsiteY8" fmla="*/ 0 h 10014"/>
              <a:gd name="connsiteX9" fmla="*/ 2443 w 38019"/>
              <a:gd name="connsiteY9" fmla="*/ 14 h 10014"/>
              <a:gd name="connsiteX0" fmla="*/ 2443 w 33832"/>
              <a:gd name="connsiteY0" fmla="*/ 14 h 10025"/>
              <a:gd name="connsiteX1" fmla="*/ 2443 w 33832"/>
              <a:gd name="connsiteY1" fmla="*/ 1608 h 10025"/>
              <a:gd name="connsiteX2" fmla="*/ 1145 w 33832"/>
              <a:gd name="connsiteY2" fmla="*/ 2764 h 10025"/>
              <a:gd name="connsiteX3" fmla="*/ 0 w 33832"/>
              <a:gd name="connsiteY3" fmla="*/ 3045 h 10025"/>
              <a:gd name="connsiteX4" fmla="*/ 420 w 33832"/>
              <a:gd name="connsiteY4" fmla="*/ 3138 h 10025"/>
              <a:gd name="connsiteX5" fmla="*/ 2443 w 33832"/>
              <a:gd name="connsiteY5" fmla="*/ 4552 h 10025"/>
              <a:gd name="connsiteX6" fmla="*/ 2443 w 33832"/>
              <a:gd name="connsiteY6" fmla="*/ 10014 h 10025"/>
              <a:gd name="connsiteX7" fmla="*/ 33832 w 33832"/>
              <a:gd name="connsiteY7" fmla="*/ 10025 h 10025"/>
              <a:gd name="connsiteX8" fmla="*/ 33103 w 33832"/>
              <a:gd name="connsiteY8" fmla="*/ 0 h 10025"/>
              <a:gd name="connsiteX9" fmla="*/ 2443 w 33832"/>
              <a:gd name="connsiteY9" fmla="*/ 14 h 10025"/>
              <a:gd name="connsiteX0" fmla="*/ 2443 w 33832"/>
              <a:gd name="connsiteY0" fmla="*/ 14 h 10025"/>
              <a:gd name="connsiteX1" fmla="*/ 2443 w 33832"/>
              <a:gd name="connsiteY1" fmla="*/ 1608 h 10025"/>
              <a:gd name="connsiteX2" fmla="*/ 1145 w 33832"/>
              <a:gd name="connsiteY2" fmla="*/ 2764 h 10025"/>
              <a:gd name="connsiteX3" fmla="*/ 0 w 33832"/>
              <a:gd name="connsiteY3" fmla="*/ 3045 h 10025"/>
              <a:gd name="connsiteX4" fmla="*/ 420 w 33832"/>
              <a:gd name="connsiteY4" fmla="*/ 3138 h 10025"/>
              <a:gd name="connsiteX5" fmla="*/ 2443 w 33832"/>
              <a:gd name="connsiteY5" fmla="*/ 4552 h 10025"/>
              <a:gd name="connsiteX6" fmla="*/ 2443 w 33832"/>
              <a:gd name="connsiteY6" fmla="*/ 10014 h 10025"/>
              <a:gd name="connsiteX7" fmla="*/ 33832 w 33832"/>
              <a:gd name="connsiteY7" fmla="*/ 10025 h 10025"/>
              <a:gd name="connsiteX8" fmla="*/ 31946 w 33832"/>
              <a:gd name="connsiteY8" fmla="*/ 0 h 10025"/>
              <a:gd name="connsiteX9" fmla="*/ 2443 w 33832"/>
              <a:gd name="connsiteY9" fmla="*/ 14 h 10025"/>
              <a:gd name="connsiteX0" fmla="*/ 2443 w 33832"/>
              <a:gd name="connsiteY0" fmla="*/ 14 h 10025"/>
              <a:gd name="connsiteX1" fmla="*/ 2443 w 33832"/>
              <a:gd name="connsiteY1" fmla="*/ 1608 h 10025"/>
              <a:gd name="connsiteX2" fmla="*/ 1145 w 33832"/>
              <a:gd name="connsiteY2" fmla="*/ 2764 h 10025"/>
              <a:gd name="connsiteX3" fmla="*/ 0 w 33832"/>
              <a:gd name="connsiteY3" fmla="*/ 3045 h 10025"/>
              <a:gd name="connsiteX4" fmla="*/ 420 w 33832"/>
              <a:gd name="connsiteY4" fmla="*/ 3138 h 10025"/>
              <a:gd name="connsiteX5" fmla="*/ 2443 w 33832"/>
              <a:gd name="connsiteY5" fmla="*/ 4552 h 10025"/>
              <a:gd name="connsiteX6" fmla="*/ 2443 w 33832"/>
              <a:gd name="connsiteY6" fmla="*/ 10014 h 10025"/>
              <a:gd name="connsiteX7" fmla="*/ 33832 w 33832"/>
              <a:gd name="connsiteY7" fmla="*/ 10025 h 10025"/>
              <a:gd name="connsiteX8" fmla="*/ 32061 w 33832"/>
              <a:gd name="connsiteY8" fmla="*/ 0 h 10025"/>
              <a:gd name="connsiteX9" fmla="*/ 2443 w 33832"/>
              <a:gd name="connsiteY9" fmla="*/ 14 h 10025"/>
              <a:gd name="connsiteX0" fmla="*/ 2443 w 33832"/>
              <a:gd name="connsiteY0" fmla="*/ 28 h 10039"/>
              <a:gd name="connsiteX1" fmla="*/ 2443 w 33832"/>
              <a:gd name="connsiteY1" fmla="*/ 1622 h 10039"/>
              <a:gd name="connsiteX2" fmla="*/ 1145 w 33832"/>
              <a:gd name="connsiteY2" fmla="*/ 2778 h 10039"/>
              <a:gd name="connsiteX3" fmla="*/ 0 w 33832"/>
              <a:gd name="connsiteY3" fmla="*/ 3059 h 10039"/>
              <a:gd name="connsiteX4" fmla="*/ 420 w 33832"/>
              <a:gd name="connsiteY4" fmla="*/ 3152 h 10039"/>
              <a:gd name="connsiteX5" fmla="*/ 2443 w 33832"/>
              <a:gd name="connsiteY5" fmla="*/ 4566 h 10039"/>
              <a:gd name="connsiteX6" fmla="*/ 2443 w 33832"/>
              <a:gd name="connsiteY6" fmla="*/ 10028 h 10039"/>
              <a:gd name="connsiteX7" fmla="*/ 33832 w 33832"/>
              <a:gd name="connsiteY7" fmla="*/ 10039 h 10039"/>
              <a:gd name="connsiteX8" fmla="*/ 31946 w 33832"/>
              <a:gd name="connsiteY8" fmla="*/ 0 h 10039"/>
              <a:gd name="connsiteX9" fmla="*/ 2443 w 33832"/>
              <a:gd name="connsiteY9" fmla="*/ 28 h 10039"/>
              <a:gd name="connsiteX0" fmla="*/ 2443 w 33832"/>
              <a:gd name="connsiteY0" fmla="*/ 0 h 10011"/>
              <a:gd name="connsiteX1" fmla="*/ 2443 w 33832"/>
              <a:gd name="connsiteY1" fmla="*/ 1594 h 10011"/>
              <a:gd name="connsiteX2" fmla="*/ 1145 w 33832"/>
              <a:gd name="connsiteY2" fmla="*/ 2750 h 10011"/>
              <a:gd name="connsiteX3" fmla="*/ 0 w 33832"/>
              <a:gd name="connsiteY3" fmla="*/ 3031 h 10011"/>
              <a:gd name="connsiteX4" fmla="*/ 420 w 33832"/>
              <a:gd name="connsiteY4" fmla="*/ 3124 h 10011"/>
              <a:gd name="connsiteX5" fmla="*/ 2443 w 33832"/>
              <a:gd name="connsiteY5" fmla="*/ 4538 h 10011"/>
              <a:gd name="connsiteX6" fmla="*/ 2443 w 33832"/>
              <a:gd name="connsiteY6" fmla="*/ 10000 h 10011"/>
              <a:gd name="connsiteX7" fmla="*/ 33832 w 33832"/>
              <a:gd name="connsiteY7" fmla="*/ 10011 h 10011"/>
              <a:gd name="connsiteX8" fmla="*/ 32061 w 33832"/>
              <a:gd name="connsiteY8" fmla="*/ 69 h 10011"/>
              <a:gd name="connsiteX9" fmla="*/ 2443 w 33832"/>
              <a:gd name="connsiteY9" fmla="*/ 0 h 10011"/>
              <a:gd name="connsiteX0" fmla="*/ 2443 w 33832"/>
              <a:gd name="connsiteY0" fmla="*/ 0 h 10011"/>
              <a:gd name="connsiteX1" fmla="*/ 2443 w 33832"/>
              <a:gd name="connsiteY1" fmla="*/ 1594 h 10011"/>
              <a:gd name="connsiteX2" fmla="*/ 1145 w 33832"/>
              <a:gd name="connsiteY2" fmla="*/ 2750 h 10011"/>
              <a:gd name="connsiteX3" fmla="*/ 0 w 33832"/>
              <a:gd name="connsiteY3" fmla="*/ 3031 h 10011"/>
              <a:gd name="connsiteX4" fmla="*/ 420 w 33832"/>
              <a:gd name="connsiteY4" fmla="*/ 3124 h 10011"/>
              <a:gd name="connsiteX5" fmla="*/ 2443 w 33832"/>
              <a:gd name="connsiteY5" fmla="*/ 4538 h 10011"/>
              <a:gd name="connsiteX6" fmla="*/ 2443 w 33832"/>
              <a:gd name="connsiteY6" fmla="*/ 10000 h 10011"/>
              <a:gd name="connsiteX7" fmla="*/ 33832 w 33832"/>
              <a:gd name="connsiteY7" fmla="*/ 10011 h 10011"/>
              <a:gd name="connsiteX8" fmla="*/ 31946 w 33832"/>
              <a:gd name="connsiteY8" fmla="*/ 27 h 10011"/>
              <a:gd name="connsiteX9" fmla="*/ 2443 w 33832"/>
              <a:gd name="connsiteY9" fmla="*/ 0 h 10011"/>
              <a:gd name="connsiteX0" fmla="*/ 2443 w 33832"/>
              <a:gd name="connsiteY0" fmla="*/ 0 h 10011"/>
              <a:gd name="connsiteX1" fmla="*/ 2443 w 33832"/>
              <a:gd name="connsiteY1" fmla="*/ 1594 h 10011"/>
              <a:gd name="connsiteX2" fmla="*/ 1145 w 33832"/>
              <a:gd name="connsiteY2" fmla="*/ 2750 h 10011"/>
              <a:gd name="connsiteX3" fmla="*/ 0 w 33832"/>
              <a:gd name="connsiteY3" fmla="*/ 3031 h 10011"/>
              <a:gd name="connsiteX4" fmla="*/ 420 w 33832"/>
              <a:gd name="connsiteY4" fmla="*/ 3124 h 10011"/>
              <a:gd name="connsiteX5" fmla="*/ 2443 w 33832"/>
              <a:gd name="connsiteY5" fmla="*/ 4538 h 10011"/>
              <a:gd name="connsiteX6" fmla="*/ 2443 w 33832"/>
              <a:gd name="connsiteY6" fmla="*/ 10000 h 10011"/>
              <a:gd name="connsiteX7" fmla="*/ 33832 w 33832"/>
              <a:gd name="connsiteY7" fmla="*/ 10011 h 10011"/>
              <a:gd name="connsiteX8" fmla="*/ 31946 w 33832"/>
              <a:gd name="connsiteY8" fmla="*/ 13 h 10011"/>
              <a:gd name="connsiteX9" fmla="*/ 2443 w 33832"/>
              <a:gd name="connsiteY9" fmla="*/ 0 h 10011"/>
              <a:gd name="connsiteX0" fmla="*/ 2443 w 33832"/>
              <a:gd name="connsiteY0" fmla="*/ 29 h 10040"/>
              <a:gd name="connsiteX1" fmla="*/ 2443 w 33832"/>
              <a:gd name="connsiteY1" fmla="*/ 1623 h 10040"/>
              <a:gd name="connsiteX2" fmla="*/ 1145 w 33832"/>
              <a:gd name="connsiteY2" fmla="*/ 2779 h 10040"/>
              <a:gd name="connsiteX3" fmla="*/ 0 w 33832"/>
              <a:gd name="connsiteY3" fmla="*/ 3060 h 10040"/>
              <a:gd name="connsiteX4" fmla="*/ 420 w 33832"/>
              <a:gd name="connsiteY4" fmla="*/ 3153 h 10040"/>
              <a:gd name="connsiteX5" fmla="*/ 2443 w 33832"/>
              <a:gd name="connsiteY5" fmla="*/ 4567 h 10040"/>
              <a:gd name="connsiteX6" fmla="*/ 2443 w 33832"/>
              <a:gd name="connsiteY6" fmla="*/ 10029 h 10040"/>
              <a:gd name="connsiteX7" fmla="*/ 33832 w 33832"/>
              <a:gd name="connsiteY7" fmla="*/ 10040 h 10040"/>
              <a:gd name="connsiteX8" fmla="*/ 31946 w 33832"/>
              <a:gd name="connsiteY8" fmla="*/ 0 h 10040"/>
              <a:gd name="connsiteX9" fmla="*/ 2443 w 33832"/>
              <a:gd name="connsiteY9" fmla="*/ 29 h 10040"/>
              <a:gd name="connsiteX0" fmla="*/ 2443 w 31997"/>
              <a:gd name="connsiteY0" fmla="*/ 29 h 10029"/>
              <a:gd name="connsiteX1" fmla="*/ 2443 w 31997"/>
              <a:gd name="connsiteY1" fmla="*/ 1623 h 10029"/>
              <a:gd name="connsiteX2" fmla="*/ 1145 w 31997"/>
              <a:gd name="connsiteY2" fmla="*/ 2779 h 10029"/>
              <a:gd name="connsiteX3" fmla="*/ 0 w 31997"/>
              <a:gd name="connsiteY3" fmla="*/ 3060 h 10029"/>
              <a:gd name="connsiteX4" fmla="*/ 420 w 31997"/>
              <a:gd name="connsiteY4" fmla="*/ 3153 h 10029"/>
              <a:gd name="connsiteX5" fmla="*/ 2443 w 31997"/>
              <a:gd name="connsiteY5" fmla="*/ 4567 h 10029"/>
              <a:gd name="connsiteX6" fmla="*/ 2443 w 31997"/>
              <a:gd name="connsiteY6" fmla="*/ 10029 h 10029"/>
              <a:gd name="connsiteX7" fmla="*/ 31997 w 31997"/>
              <a:gd name="connsiteY7" fmla="*/ 10026 h 10029"/>
              <a:gd name="connsiteX8" fmla="*/ 31946 w 31997"/>
              <a:gd name="connsiteY8" fmla="*/ 0 h 10029"/>
              <a:gd name="connsiteX9" fmla="*/ 2443 w 31997"/>
              <a:gd name="connsiteY9" fmla="*/ 29 h 10029"/>
              <a:gd name="connsiteX0" fmla="*/ 2443 w 31997"/>
              <a:gd name="connsiteY0" fmla="*/ 0 h 10042"/>
              <a:gd name="connsiteX1" fmla="*/ 2443 w 31997"/>
              <a:gd name="connsiteY1" fmla="*/ 1636 h 10042"/>
              <a:gd name="connsiteX2" fmla="*/ 1145 w 31997"/>
              <a:gd name="connsiteY2" fmla="*/ 2792 h 10042"/>
              <a:gd name="connsiteX3" fmla="*/ 0 w 31997"/>
              <a:gd name="connsiteY3" fmla="*/ 3073 h 10042"/>
              <a:gd name="connsiteX4" fmla="*/ 420 w 31997"/>
              <a:gd name="connsiteY4" fmla="*/ 3166 h 10042"/>
              <a:gd name="connsiteX5" fmla="*/ 2443 w 31997"/>
              <a:gd name="connsiteY5" fmla="*/ 4580 h 10042"/>
              <a:gd name="connsiteX6" fmla="*/ 2443 w 31997"/>
              <a:gd name="connsiteY6" fmla="*/ 10042 h 10042"/>
              <a:gd name="connsiteX7" fmla="*/ 31997 w 31997"/>
              <a:gd name="connsiteY7" fmla="*/ 10039 h 10042"/>
              <a:gd name="connsiteX8" fmla="*/ 31946 w 31997"/>
              <a:gd name="connsiteY8" fmla="*/ 13 h 10042"/>
              <a:gd name="connsiteX9" fmla="*/ 2443 w 31997"/>
              <a:gd name="connsiteY9" fmla="*/ 0 h 10042"/>
              <a:gd name="connsiteX0" fmla="*/ 2443 w 31997"/>
              <a:gd name="connsiteY0" fmla="*/ 0 h 10042"/>
              <a:gd name="connsiteX1" fmla="*/ 2443 w 31997"/>
              <a:gd name="connsiteY1" fmla="*/ 1636 h 10042"/>
              <a:gd name="connsiteX2" fmla="*/ 1145 w 31997"/>
              <a:gd name="connsiteY2" fmla="*/ 2792 h 10042"/>
              <a:gd name="connsiteX3" fmla="*/ 0 w 31997"/>
              <a:gd name="connsiteY3" fmla="*/ 3073 h 10042"/>
              <a:gd name="connsiteX4" fmla="*/ 420 w 31997"/>
              <a:gd name="connsiteY4" fmla="*/ 3166 h 10042"/>
              <a:gd name="connsiteX5" fmla="*/ 2443 w 31997"/>
              <a:gd name="connsiteY5" fmla="*/ 4580 h 10042"/>
              <a:gd name="connsiteX6" fmla="*/ 2443 w 31997"/>
              <a:gd name="connsiteY6" fmla="*/ 10042 h 10042"/>
              <a:gd name="connsiteX7" fmla="*/ 31997 w 31997"/>
              <a:gd name="connsiteY7" fmla="*/ 10039 h 10042"/>
              <a:gd name="connsiteX8" fmla="*/ 31997 w 31997"/>
              <a:gd name="connsiteY8" fmla="*/ 0 h 10042"/>
              <a:gd name="connsiteX9" fmla="*/ 2443 w 31997"/>
              <a:gd name="connsiteY9" fmla="*/ 0 h 10042"/>
              <a:gd name="connsiteX0" fmla="*/ 2443 w 40083"/>
              <a:gd name="connsiteY0" fmla="*/ 0 h 10042"/>
              <a:gd name="connsiteX1" fmla="*/ 2443 w 40083"/>
              <a:gd name="connsiteY1" fmla="*/ 1636 h 10042"/>
              <a:gd name="connsiteX2" fmla="*/ 1145 w 40083"/>
              <a:gd name="connsiteY2" fmla="*/ 2792 h 10042"/>
              <a:gd name="connsiteX3" fmla="*/ 0 w 40083"/>
              <a:gd name="connsiteY3" fmla="*/ 3073 h 10042"/>
              <a:gd name="connsiteX4" fmla="*/ 420 w 40083"/>
              <a:gd name="connsiteY4" fmla="*/ 3166 h 10042"/>
              <a:gd name="connsiteX5" fmla="*/ 2443 w 40083"/>
              <a:gd name="connsiteY5" fmla="*/ 4580 h 10042"/>
              <a:gd name="connsiteX6" fmla="*/ 2443 w 40083"/>
              <a:gd name="connsiteY6" fmla="*/ 10042 h 10042"/>
              <a:gd name="connsiteX7" fmla="*/ 31997 w 40083"/>
              <a:gd name="connsiteY7" fmla="*/ 10039 h 10042"/>
              <a:gd name="connsiteX8" fmla="*/ 40083 w 40083"/>
              <a:gd name="connsiteY8" fmla="*/ 0 h 10042"/>
              <a:gd name="connsiteX9" fmla="*/ 2443 w 40083"/>
              <a:gd name="connsiteY9" fmla="*/ 0 h 10042"/>
              <a:gd name="connsiteX0" fmla="*/ 2443 w 40083"/>
              <a:gd name="connsiteY0" fmla="*/ 0 h 10042"/>
              <a:gd name="connsiteX1" fmla="*/ 2443 w 40083"/>
              <a:gd name="connsiteY1" fmla="*/ 1636 h 10042"/>
              <a:gd name="connsiteX2" fmla="*/ 1145 w 40083"/>
              <a:gd name="connsiteY2" fmla="*/ 2792 h 10042"/>
              <a:gd name="connsiteX3" fmla="*/ 0 w 40083"/>
              <a:gd name="connsiteY3" fmla="*/ 3073 h 10042"/>
              <a:gd name="connsiteX4" fmla="*/ 420 w 40083"/>
              <a:gd name="connsiteY4" fmla="*/ 3166 h 10042"/>
              <a:gd name="connsiteX5" fmla="*/ 2443 w 40083"/>
              <a:gd name="connsiteY5" fmla="*/ 4580 h 10042"/>
              <a:gd name="connsiteX6" fmla="*/ 2443 w 40083"/>
              <a:gd name="connsiteY6" fmla="*/ 10042 h 10042"/>
              <a:gd name="connsiteX7" fmla="*/ 40083 w 40083"/>
              <a:gd name="connsiteY7" fmla="*/ 10042 h 10042"/>
              <a:gd name="connsiteX8" fmla="*/ 40083 w 40083"/>
              <a:gd name="connsiteY8" fmla="*/ 0 h 10042"/>
              <a:gd name="connsiteX9" fmla="*/ 2443 w 40083"/>
              <a:gd name="connsiteY9" fmla="*/ 0 h 10042"/>
              <a:gd name="connsiteX0" fmla="*/ 2443 w 40083"/>
              <a:gd name="connsiteY0" fmla="*/ 0 h 10042"/>
              <a:gd name="connsiteX1" fmla="*/ 2443 w 40083"/>
              <a:gd name="connsiteY1" fmla="*/ 1636 h 10042"/>
              <a:gd name="connsiteX2" fmla="*/ 1145 w 40083"/>
              <a:gd name="connsiteY2" fmla="*/ 2792 h 10042"/>
              <a:gd name="connsiteX3" fmla="*/ 0 w 40083"/>
              <a:gd name="connsiteY3" fmla="*/ 3073 h 10042"/>
              <a:gd name="connsiteX4" fmla="*/ 420 w 40083"/>
              <a:gd name="connsiteY4" fmla="*/ 3166 h 10042"/>
              <a:gd name="connsiteX5" fmla="*/ 2443 w 40083"/>
              <a:gd name="connsiteY5" fmla="*/ 4580 h 10042"/>
              <a:gd name="connsiteX6" fmla="*/ 2443 w 40083"/>
              <a:gd name="connsiteY6" fmla="*/ 10042 h 10042"/>
              <a:gd name="connsiteX7" fmla="*/ 40083 w 40083"/>
              <a:gd name="connsiteY7" fmla="*/ 10042 h 10042"/>
              <a:gd name="connsiteX8" fmla="*/ 24076 w 40083"/>
              <a:gd name="connsiteY8" fmla="*/ 14 h 10042"/>
              <a:gd name="connsiteX9" fmla="*/ 2443 w 40083"/>
              <a:gd name="connsiteY9" fmla="*/ 0 h 10042"/>
              <a:gd name="connsiteX0" fmla="*/ 2443 w 24076"/>
              <a:gd name="connsiteY0" fmla="*/ 0 h 10042"/>
              <a:gd name="connsiteX1" fmla="*/ 2443 w 24076"/>
              <a:gd name="connsiteY1" fmla="*/ 1636 h 10042"/>
              <a:gd name="connsiteX2" fmla="*/ 1145 w 24076"/>
              <a:gd name="connsiteY2" fmla="*/ 2792 h 10042"/>
              <a:gd name="connsiteX3" fmla="*/ 0 w 24076"/>
              <a:gd name="connsiteY3" fmla="*/ 3073 h 10042"/>
              <a:gd name="connsiteX4" fmla="*/ 420 w 24076"/>
              <a:gd name="connsiteY4" fmla="*/ 3166 h 10042"/>
              <a:gd name="connsiteX5" fmla="*/ 2443 w 24076"/>
              <a:gd name="connsiteY5" fmla="*/ 4580 h 10042"/>
              <a:gd name="connsiteX6" fmla="*/ 2443 w 24076"/>
              <a:gd name="connsiteY6" fmla="*/ 10042 h 10042"/>
              <a:gd name="connsiteX7" fmla="*/ 24076 w 24076"/>
              <a:gd name="connsiteY7" fmla="*/ 10042 h 10042"/>
              <a:gd name="connsiteX8" fmla="*/ 24076 w 24076"/>
              <a:gd name="connsiteY8" fmla="*/ 14 h 10042"/>
              <a:gd name="connsiteX9" fmla="*/ 2443 w 24076"/>
              <a:gd name="connsiteY9" fmla="*/ 0 h 1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076" h="10042">
                <a:moveTo>
                  <a:pt x="2443" y="0"/>
                </a:moveTo>
                <a:lnTo>
                  <a:pt x="2443" y="1636"/>
                </a:lnTo>
                <a:cubicBezTo>
                  <a:pt x="2443" y="2080"/>
                  <a:pt x="2023" y="2477"/>
                  <a:pt x="1145" y="2792"/>
                </a:cubicBezTo>
                <a:cubicBezTo>
                  <a:pt x="821" y="2898"/>
                  <a:pt x="439" y="2967"/>
                  <a:pt x="0" y="3073"/>
                </a:cubicBezTo>
                <a:cubicBezTo>
                  <a:pt x="153" y="3110"/>
                  <a:pt x="286" y="3143"/>
                  <a:pt x="420" y="3166"/>
                </a:cubicBezTo>
                <a:cubicBezTo>
                  <a:pt x="1813" y="3494"/>
                  <a:pt x="2443" y="3975"/>
                  <a:pt x="2443" y="4580"/>
                </a:cubicBezTo>
                <a:lnTo>
                  <a:pt x="2443" y="10042"/>
                </a:lnTo>
                <a:lnTo>
                  <a:pt x="24076" y="10042"/>
                </a:lnTo>
                <a:lnTo>
                  <a:pt x="24076" y="14"/>
                </a:lnTo>
                <a:lnTo>
                  <a:pt x="2443" y="0"/>
                </a:lnTo>
                <a:close/>
              </a:path>
            </a:pathLst>
          </a:custGeom>
          <a:solidFill>
            <a:schemeClr val="accent5"/>
          </a:solidFill>
          <a:ln w="9525">
            <a:noFill/>
            <a:round/>
            <a:headEnd/>
            <a:tailEnd/>
          </a:ln>
          <a:effectLst/>
          <a:scene3d>
            <a:camera prst="orthographicFront">
              <a:rot lat="0" lon="0" rev="0"/>
            </a:camera>
            <a:lightRig rig="balanced" dir="t">
              <a:rot lat="0" lon="0" rev="8700000"/>
            </a:lightRig>
          </a:scene3d>
          <a:sp3d>
            <a:bevelT w="190500" h="38100"/>
          </a:sp3d>
        </p:spPr>
        <p:txBody>
          <a:bodyPr vert="horz" wrap="square" lIns="91440" tIns="45720" rIns="91440" bIns="45720" numCol="1" anchor="t" anchorCtr="0" compatLnSpc="1">
            <a:prstTxWarp prst="textNoShape">
              <a:avLst/>
            </a:prstTxWarp>
          </a:bodyPr>
          <a:lstStyle/>
          <a:p>
            <a:pPr algn="ctr" rtl="0" eaLnBrk="0" fontAlgn="base" hangingPunct="0">
              <a:lnSpc>
                <a:spcPct val="85000"/>
              </a:lnSpc>
              <a:spcBef>
                <a:spcPct val="0"/>
              </a:spcBef>
              <a:spcAft>
                <a:spcPct val="0"/>
              </a:spcAft>
            </a:pPr>
            <a:endParaRPr lang="en-US" sz="2000" b="1" kern="1200" noProof="0" dirty="0">
              <a:solidFill>
                <a:schemeClr val="bg2"/>
              </a:solidFill>
              <a:latin typeface="Arial" charset="0"/>
              <a:ea typeface="+mn-ea"/>
              <a:cs typeface="+mn-cs"/>
            </a:endParaRPr>
          </a:p>
        </p:txBody>
      </p:sp>
      <p:sp>
        <p:nvSpPr>
          <p:cNvPr id="2" name="Titre 1"/>
          <p:cNvSpPr>
            <a:spLocks noGrp="1"/>
          </p:cNvSpPr>
          <p:nvPr>
            <p:ph type="title" hasCustomPrompt="1"/>
            <p:custDataLst>
              <p:tags r:id="rId3"/>
            </p:custDataLst>
          </p:nvPr>
        </p:nvSpPr>
        <p:spPr>
          <a:xfrm>
            <a:off x="314326" y="962025"/>
            <a:ext cx="3124200" cy="2248140"/>
          </a:xfrm>
          <a:prstGeom prst="rect">
            <a:avLst/>
          </a:prstGeom>
        </p:spPr>
        <p:txBody>
          <a:bodyPr lIns="180000" tIns="33059" rIns="36000" bIns="33059" anchor="ctr" anchorCtr="0"/>
          <a:lstStyle>
            <a:lvl1pPr algn="l">
              <a:defRPr lang="en-US" sz="4000" b="1" kern="1200" baseline="0" noProof="0" dirty="0" smtClean="0">
                <a:solidFill>
                  <a:schemeClr val="accent5">
                    <a:lumMod val="20000"/>
                    <a:lumOff val="80000"/>
                  </a:schemeClr>
                </a:solidFill>
                <a:latin typeface="Arial" pitchFamily="34" charset="0"/>
                <a:ea typeface="+mj-ea"/>
                <a:cs typeface="Arial" pitchFamily="34" charset="0"/>
              </a:defRPr>
            </a:lvl1pPr>
          </a:lstStyle>
          <a:p>
            <a:pPr lvl="0" algn="l" defTabSz="839694" rtl="0" eaLnBrk="1" latinLnBrk="0" hangingPunct="1">
              <a:spcBef>
                <a:spcPct val="0"/>
              </a:spcBef>
              <a:buNone/>
            </a:pPr>
            <a:r>
              <a:rPr lang="en-US" noProof="0" dirty="0"/>
              <a:t>Click here to edit master text</a:t>
            </a:r>
          </a:p>
        </p:txBody>
      </p:sp>
      <p:sp>
        <p:nvSpPr>
          <p:cNvPr id="10" name="Espace réservé du contenu 9"/>
          <p:cNvSpPr>
            <a:spLocks noGrp="1"/>
          </p:cNvSpPr>
          <p:nvPr>
            <p:ph sz="quarter" idx="10"/>
          </p:nvPr>
        </p:nvSpPr>
        <p:spPr>
          <a:xfrm>
            <a:off x="4140000" y="1512000"/>
            <a:ext cx="5256213" cy="4788000"/>
          </a:xfrm>
        </p:spPr>
        <p:txBody>
          <a:bodyPr/>
          <a:lstStyle/>
          <a:p>
            <a:pPr lvl="0"/>
            <a:r>
              <a:rPr lang="en-US"/>
              <a:t>Click to edit Master text styles</a:t>
            </a:r>
          </a:p>
          <a:p>
            <a:pPr lvl="1"/>
            <a:r>
              <a:rPr lang="en-US"/>
              <a:t>Second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119197" name="think-cell Slide" r:id="rId6" imgW="360" imgH="360" progId="">
                  <p:embed/>
                </p:oleObj>
              </mc:Choice>
              <mc:Fallback>
                <p:oleObj name="think-cell Slide" r:id="rId6" imgW="360" imgH="360" progId="">
                  <p:embed/>
                  <p:pic>
                    <p:nvPicPr>
                      <p:cNvPr id="0" name="Picture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323392" y="1494765"/>
            <a:ext cx="9582608"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120221" name="think-cell Slide" r:id="rId7" imgW="360" imgH="360" progId="">
                  <p:embed/>
                </p:oleObj>
              </mc:Choice>
              <mc:Fallback>
                <p:oleObj name="think-cell Slide" r:id="rId7" imgW="360" imgH="360" progId="">
                  <p:embed/>
                  <p:pic>
                    <p:nvPicPr>
                      <p:cNvPr id="0" name="Picture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323392" y="2111956"/>
            <a:ext cx="9582608" cy="4026560"/>
          </a:xfrm>
        </p:spPr>
        <p:txBody>
          <a:bodyPr/>
          <a:lstStyle>
            <a:lvl1pPr>
              <a:defRPr b="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8" name="Espace réservé du texte 7"/>
          <p:cNvSpPr>
            <a:spLocks noGrp="1"/>
          </p:cNvSpPr>
          <p:nvPr>
            <p:ph type="body" sz="quarter" idx="11" hasCustomPrompt="1"/>
            <p:custDataLst>
              <p:tags r:id="rId5"/>
            </p:custDataLst>
          </p:nvPr>
        </p:nvSpPr>
        <p:spPr>
          <a:xfrm>
            <a:off x="323487" y="1495447"/>
            <a:ext cx="9598643" cy="643612"/>
          </a:xfrm>
        </p:spPr>
        <p:txBody>
          <a:bodyPr/>
          <a:lstStyle>
            <a:lvl1pPr marL="0" indent="0">
              <a:buNone/>
              <a:defRPr b="1">
                <a:solidFill>
                  <a:schemeClr val="accent2"/>
                </a:solidFill>
              </a:defRPr>
            </a:lvl1pPr>
          </a:lstStyle>
          <a:p>
            <a:pPr lvl="0"/>
            <a:r>
              <a:rPr lang="fr-FR" dirty="0"/>
              <a:t>Click to </a:t>
            </a:r>
            <a:r>
              <a:rPr lang="fr-FR" dirty="0" err="1"/>
              <a:t>edit</a:t>
            </a:r>
            <a:r>
              <a:rPr lang="fr-FR" dirty="0"/>
              <a:t> Master </a:t>
            </a:r>
            <a:r>
              <a:rPr lang="fr-FR" dirty="0" err="1"/>
              <a:t>text</a:t>
            </a:r>
            <a:r>
              <a:rPr lang="fr-FR" dirty="0"/>
              <a:t>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4316" name="think-cell Slide" r:id="rId7" imgW="360" imgH="360" progId="">
                  <p:embed/>
                </p:oleObj>
              </mc:Choice>
              <mc:Fallback>
                <p:oleObj name="think-cell Slide" r:id="rId7" imgW="360" imgH="360" progId="">
                  <p:embed/>
                  <p:pic>
                    <p:nvPicPr>
                      <p:cNvPr id="0" name="Picture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4"/>
            </p:custDataLst>
          </p:nvPr>
        </p:nvSpPr>
        <p:spPr>
          <a:xfrm>
            <a:off x="314709" y="1533439"/>
            <a:ext cx="4502138" cy="471550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5"/>
            </p:custDataLst>
          </p:nvPr>
        </p:nvSpPr>
        <p:spPr>
          <a:xfrm>
            <a:off x="5022838" y="1533440"/>
            <a:ext cx="4502138" cy="472558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3292" name="think-cell Slide" r:id="rId9" imgW="360" imgH="360" progId="">
                  <p:embed/>
                </p:oleObj>
              </mc:Choice>
              <mc:Fallback>
                <p:oleObj name="think-cell Slide" r:id="rId9" imgW="360" imgH="360" progId="">
                  <p:embed/>
                  <p:pic>
                    <p:nvPicPr>
                      <p:cNvPr id="0" name="Picture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4"/>
            </p:custDataLst>
          </p:nvPr>
        </p:nvSpPr>
        <p:spPr>
          <a:xfrm>
            <a:off x="314709" y="2206953"/>
            <a:ext cx="4502138" cy="404199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5"/>
            </p:custDataLst>
          </p:nvPr>
        </p:nvSpPr>
        <p:spPr>
          <a:xfrm>
            <a:off x="5022838" y="2208394"/>
            <a:ext cx="4502138" cy="405063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Espace réservé du texte 6"/>
          <p:cNvSpPr>
            <a:spLocks noGrp="1"/>
          </p:cNvSpPr>
          <p:nvPr>
            <p:ph type="body" sz="quarter" idx="12" hasCustomPrompt="1"/>
            <p:custDataLst>
              <p:tags r:id="rId6"/>
            </p:custDataLst>
          </p:nvPr>
        </p:nvSpPr>
        <p:spPr>
          <a:xfrm>
            <a:off x="314710" y="1542648"/>
            <a:ext cx="4502138" cy="653034"/>
          </a:xfrm>
        </p:spPr>
        <p:txBody>
          <a:bodyPr anchor="ctr"/>
          <a:lstStyle>
            <a:lvl1pPr algn="ctr">
              <a:buNone/>
              <a:defRPr sz="2200" b="1">
                <a:solidFill>
                  <a:schemeClr val="tx2">
                    <a:lumMod val="50000"/>
                  </a:schemeClr>
                </a:solidFill>
              </a:defRPr>
            </a:lvl1pPr>
            <a:lvl5pPr>
              <a:buNone/>
              <a:defRPr/>
            </a:lvl5pPr>
          </a:lstStyle>
          <a:p>
            <a:pPr lvl="0"/>
            <a:r>
              <a:rPr lang="en-US" noProof="0" dirty="0"/>
              <a:t>Click to edit Master text style</a:t>
            </a:r>
          </a:p>
        </p:txBody>
      </p:sp>
      <p:sp>
        <p:nvSpPr>
          <p:cNvPr id="9" name="Espace réservé du texte 8"/>
          <p:cNvSpPr>
            <a:spLocks noGrp="1"/>
          </p:cNvSpPr>
          <p:nvPr>
            <p:ph type="body" sz="quarter" idx="13" hasCustomPrompt="1"/>
            <p:custDataLst>
              <p:tags r:id="rId7"/>
            </p:custDataLst>
          </p:nvPr>
        </p:nvSpPr>
        <p:spPr>
          <a:xfrm>
            <a:off x="5023145" y="1533439"/>
            <a:ext cx="4502138"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a:t>Click to edit Master text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hasCustomPrompt="1"/>
          </p:nvPr>
        </p:nvSpPr>
        <p:spPr>
          <a:xfrm>
            <a:off x="237533" y="1436915"/>
            <a:ext cx="4645914" cy="518130"/>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4" name="Content Placeholder 3"/>
          <p:cNvSpPr>
            <a:spLocks noGrp="1"/>
          </p:cNvSpPr>
          <p:nvPr>
            <p:ph sz="half" idx="2" hasCustomPrompt="1"/>
          </p:nvPr>
        </p:nvSpPr>
        <p:spPr>
          <a:xfrm>
            <a:off x="237533" y="1902609"/>
            <a:ext cx="4645914"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5" name="Text Placeholder 4"/>
          <p:cNvSpPr>
            <a:spLocks noGrp="1"/>
          </p:cNvSpPr>
          <p:nvPr>
            <p:ph type="body" sz="quarter" idx="3" hasCustomPrompt="1"/>
          </p:nvPr>
        </p:nvSpPr>
        <p:spPr>
          <a:xfrm>
            <a:off x="5051356" y="1436915"/>
            <a:ext cx="4645914" cy="518130"/>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6" name="Content Placeholder 5"/>
          <p:cNvSpPr>
            <a:spLocks noGrp="1"/>
          </p:cNvSpPr>
          <p:nvPr>
            <p:ph sz="quarter" idx="4" hasCustomPrompt="1"/>
          </p:nvPr>
        </p:nvSpPr>
        <p:spPr>
          <a:xfrm>
            <a:off x="5051356" y="1902609"/>
            <a:ext cx="4645914"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Text Placeholder 2"/>
          <p:cNvSpPr>
            <a:spLocks noGrp="1"/>
          </p:cNvSpPr>
          <p:nvPr>
            <p:ph type="body" idx="12" hasCustomPrompt="1"/>
          </p:nvPr>
        </p:nvSpPr>
        <p:spPr>
          <a:xfrm>
            <a:off x="237533" y="3820890"/>
            <a:ext cx="4645914" cy="518130"/>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8" name="Content Placeholder 3"/>
          <p:cNvSpPr>
            <a:spLocks noGrp="1"/>
          </p:cNvSpPr>
          <p:nvPr>
            <p:ph sz="half" idx="13" hasCustomPrompt="1"/>
          </p:nvPr>
        </p:nvSpPr>
        <p:spPr>
          <a:xfrm>
            <a:off x="237533" y="4286584"/>
            <a:ext cx="4645914"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Text Placeholder 4"/>
          <p:cNvSpPr>
            <a:spLocks noGrp="1"/>
          </p:cNvSpPr>
          <p:nvPr>
            <p:ph type="body" sz="quarter" idx="14" hasCustomPrompt="1"/>
          </p:nvPr>
        </p:nvSpPr>
        <p:spPr>
          <a:xfrm>
            <a:off x="5051356" y="3820890"/>
            <a:ext cx="4645914" cy="518130"/>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10" name="Content Placeholder 5"/>
          <p:cNvSpPr>
            <a:spLocks noGrp="1"/>
          </p:cNvSpPr>
          <p:nvPr>
            <p:ph sz="quarter" idx="15" hasCustomPrompt="1"/>
          </p:nvPr>
        </p:nvSpPr>
        <p:spPr>
          <a:xfrm>
            <a:off x="5051356" y="4286584"/>
            <a:ext cx="4645914"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2268" name="think-cell Slide" r:id="rId5" imgW="360" imgH="360" progId="">
                  <p:embed/>
                </p:oleObj>
              </mc:Choice>
              <mc:Fallback>
                <p:oleObj name="think-cell Slide" r:id="rId5" imgW="360" imgH="360" progId="">
                  <p:embed/>
                  <p:pic>
                    <p:nvPicPr>
                      <p:cNvPr id="0" name="Picture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77212" name="think-cell Slide" r:id="rId4" imgW="360" imgH="360" progId="">
                  <p:embed/>
                </p:oleObj>
              </mc:Choice>
              <mc:Fallback>
                <p:oleObj name="think-cell Slide" r:id="rId4" imgW="360" imgH="360" progId="">
                  <p:embed/>
                  <p:pic>
                    <p:nvPicPr>
                      <p:cNvPr id="0" name="Picture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6" name="Image 5" descr="shutterstock_111035876.jpg"/>
          <p:cNvPicPr>
            <a:picLocks noChangeAspect="1"/>
          </p:cNvPicPr>
          <p:nvPr userDrawn="1"/>
        </p:nvPicPr>
        <p:blipFill>
          <a:blip r:embed="rId6" cstate="print"/>
          <a:srcRect t="17534"/>
          <a:stretch>
            <a:fillRect/>
          </a:stretch>
        </p:blipFill>
        <p:spPr>
          <a:xfrm>
            <a:off x="0" y="0"/>
            <a:ext cx="9906000" cy="5171041"/>
          </a:xfrm>
          <a:prstGeom prst="rect">
            <a:avLst/>
          </a:prstGeom>
        </p:spPr>
      </p:pic>
      <p:graphicFrame>
        <p:nvGraphicFramePr>
          <p:cNvPr id="5" name="Object 4"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47869" name="think-cell Slide" r:id="rId7" imgW="360" imgH="360" progId="">
                  <p:embed/>
                </p:oleObj>
              </mc:Choice>
              <mc:Fallback>
                <p:oleObj name="think-cell Slide" r:id="rId7" imgW="360" imgH="360" progId="">
                  <p:embed/>
                  <p:pic>
                    <p:nvPicPr>
                      <p:cNvPr id="0" name="Picture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7"/>
          <p:cNvSpPr/>
          <p:nvPr userDrawn="1">
            <p:custDataLst>
              <p:tags r:id="rId3"/>
            </p:custDataLst>
          </p:nvPr>
        </p:nvSpPr>
        <p:spPr bwMode="auto">
          <a:xfrm flipV="1">
            <a:off x="-1175" y="3384911"/>
            <a:ext cx="9907176" cy="3473089"/>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1864314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30995 w 10564100"/>
              <a:gd name="connsiteY6" fmla="*/ 0 h 3793347"/>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1254 w 10564100"/>
              <a:gd name="connsiteY6" fmla="*/ 0 h 379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100" h="3793347">
                <a:moveTo>
                  <a:pt x="10562333" y="0"/>
                </a:moveTo>
                <a:cubicBezTo>
                  <a:pt x="10562846" y="67600"/>
                  <a:pt x="10564100" y="3749932"/>
                  <a:pt x="10562846" y="3793347"/>
                </a:cubicBezTo>
                <a:cubicBezTo>
                  <a:pt x="10190427" y="3056010"/>
                  <a:pt x="9461842" y="2928661"/>
                  <a:pt x="9024256" y="2944606"/>
                </a:cubicBezTo>
                <a:lnTo>
                  <a:pt x="2294717" y="2929750"/>
                </a:lnTo>
                <a:cubicBezTo>
                  <a:pt x="1854084" y="2930298"/>
                  <a:pt x="1423155" y="2679996"/>
                  <a:pt x="1200045" y="2207950"/>
                </a:cubicBezTo>
                <a:cubicBezTo>
                  <a:pt x="964689" y="2886404"/>
                  <a:pt x="278640" y="2932893"/>
                  <a:pt x="0" y="2933771"/>
                </a:cubicBezTo>
                <a:cubicBezTo>
                  <a:pt x="2067" y="2898258"/>
                  <a:pt x="2526" y="95582"/>
                  <a:pt x="1254" y="0"/>
                </a:cubicBezTo>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fontAlgn="auto">
              <a:spcBef>
                <a:spcPts val="0"/>
              </a:spcBef>
              <a:spcAft>
                <a:spcPts val="0"/>
              </a:spcAft>
            </a:pPr>
            <a:endParaRPr lang="en-US" sz="1000" dirty="0">
              <a:solidFill>
                <a:schemeClr val="bg1"/>
              </a:solidFill>
              <a:latin typeface="Arial"/>
              <a:cs typeface="Arial"/>
            </a:endParaRPr>
          </a:p>
        </p:txBody>
      </p:sp>
      <p:sp>
        <p:nvSpPr>
          <p:cNvPr id="2" name="Titre 1"/>
          <p:cNvSpPr>
            <a:spLocks noGrp="1"/>
          </p:cNvSpPr>
          <p:nvPr>
            <p:ph type="title" hasCustomPrompt="1"/>
            <p:custDataLst>
              <p:tags r:id="rId4"/>
            </p:custDataLst>
          </p:nvPr>
        </p:nvSpPr>
        <p:spPr>
          <a:xfrm>
            <a:off x="0" y="4882388"/>
            <a:ext cx="9906000" cy="1362097"/>
          </a:xfrm>
          <a:prstGeom prst="rect">
            <a:avLst/>
          </a:prstGeom>
        </p:spPr>
        <p:txBody>
          <a:bodyPr vert="horz" lIns="826470" tIns="33059" rIns="66118" bIns="33059" rtlCol="0" anchor="t" anchorCtr="0">
            <a:noAutofit/>
          </a:bodyPr>
          <a:lstStyle>
            <a:lvl1pPr algn="l" defTabSz="914342" rtl="0" eaLnBrk="1" latinLnBrk="0" hangingPunct="1">
              <a:spcBef>
                <a:spcPct val="0"/>
              </a:spcBef>
              <a:buNone/>
              <a:defRPr lang="en-US" sz="4000" b="0" kern="1200" cap="none" baseline="0" dirty="0" smtClean="0">
                <a:solidFill>
                  <a:schemeClr val="tx1"/>
                </a:solidFill>
                <a:latin typeface="Arial" pitchFamily="34" charset="0"/>
                <a:ea typeface="+mj-ea"/>
                <a:cs typeface="Arial" pitchFamily="34" charset="0"/>
              </a:defRPr>
            </a:lvl1pPr>
          </a:lstStyle>
          <a:p>
            <a:pPr lvl="0"/>
            <a:r>
              <a:rPr lang="en-US" noProof="0" dirty="0"/>
              <a:t>Click to edit Master text style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8" name="Image 7" descr="shutterstock_111035876.jpg"/>
          <p:cNvPicPr>
            <a:picLocks noChangeAspect="1"/>
          </p:cNvPicPr>
          <p:nvPr userDrawn="1"/>
        </p:nvPicPr>
        <p:blipFill>
          <a:blip r:embed="rId6" cstate="print"/>
          <a:srcRect b="14783"/>
          <a:stretch>
            <a:fillRect/>
          </a:stretch>
        </p:blipFill>
        <p:spPr>
          <a:xfrm>
            <a:off x="0" y="1514475"/>
            <a:ext cx="9906000" cy="5343525"/>
          </a:xfrm>
          <a:prstGeom prst="rect">
            <a:avLst/>
          </a:prstGeom>
          <a:noFill/>
          <a:ln>
            <a:noFill/>
          </a:ln>
        </p:spPr>
      </p:pic>
      <p:graphicFrame>
        <p:nvGraphicFramePr>
          <p:cNvPr id="5" name="Object 4"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94973" name="think-cell Slide" r:id="rId7" imgW="360" imgH="360" progId="">
                  <p:embed/>
                </p:oleObj>
              </mc:Choice>
              <mc:Fallback>
                <p:oleObj name="think-cell Slide" r:id="rId7" imgW="360" imgH="360" progId="">
                  <p:embed/>
                  <p:pic>
                    <p:nvPicPr>
                      <p:cNvPr id="0" name="Picture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7"/>
          <p:cNvSpPr/>
          <p:nvPr userDrawn="1">
            <p:custDataLst>
              <p:tags r:id="rId3"/>
            </p:custDataLst>
          </p:nvPr>
        </p:nvSpPr>
        <p:spPr bwMode="auto">
          <a:xfrm>
            <a:off x="-2053" y="0"/>
            <a:ext cx="9908534" cy="3329158"/>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8 w 10562411"/>
              <a:gd name="connsiteY0" fmla="*/ 0 h 3670551"/>
              <a:gd name="connsiteX1" fmla="*/ 10561655 w 10562411"/>
              <a:gd name="connsiteY1" fmla="*/ 712383 h 3670551"/>
              <a:gd name="connsiteX2" fmla="*/ 10561157 w 10562411"/>
              <a:gd name="connsiteY2" fmla="*/ 2188721 h 3670551"/>
              <a:gd name="connsiteX3" fmla="*/ 9288594 w 10562411"/>
              <a:gd name="connsiteY3" fmla="*/ 2865486 h 3670551"/>
              <a:gd name="connsiteX4" fmla="*/ 2317558 w 10562411"/>
              <a:gd name="connsiteY4" fmla="*/ 2871895 h 3670551"/>
              <a:gd name="connsiteX5" fmla="*/ 1180889 w 10562411"/>
              <a:gd name="connsiteY5" fmla="*/ 3670551 h 3670551"/>
              <a:gd name="connsiteX6" fmla="*/ 0 w 10562411"/>
              <a:gd name="connsiteY6" fmla="*/ 2886448 h 3670551"/>
              <a:gd name="connsiteX7" fmla="*/ 2188 w 10562411"/>
              <a:gd name="connsiteY7" fmla="*/ 0 h 3670551"/>
              <a:gd name="connsiteX0" fmla="*/ 2188 w 10562585"/>
              <a:gd name="connsiteY0" fmla="*/ 0 h 3670551"/>
              <a:gd name="connsiteX1" fmla="*/ 10562072 w 10562585"/>
              <a:gd name="connsiteY1" fmla="*/ 1 h 3670551"/>
              <a:gd name="connsiteX2" fmla="*/ 10561157 w 10562585"/>
              <a:gd name="connsiteY2" fmla="*/ 2188721 h 3670551"/>
              <a:gd name="connsiteX3" fmla="*/ 9288594 w 10562585"/>
              <a:gd name="connsiteY3" fmla="*/ 2865486 h 3670551"/>
              <a:gd name="connsiteX4" fmla="*/ 2317558 w 10562585"/>
              <a:gd name="connsiteY4" fmla="*/ 2871895 h 3670551"/>
              <a:gd name="connsiteX5" fmla="*/ 1180889 w 10562585"/>
              <a:gd name="connsiteY5" fmla="*/ 3670551 h 3670551"/>
              <a:gd name="connsiteX6" fmla="*/ 0 w 10562585"/>
              <a:gd name="connsiteY6" fmla="*/ 2886448 h 3670551"/>
              <a:gd name="connsiteX7" fmla="*/ 2188 w 10562585"/>
              <a:gd name="connsiteY7" fmla="*/ 0 h 3670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3670551">
                <a:moveTo>
                  <a:pt x="2188" y="0"/>
                </a:moveTo>
                <a:lnTo>
                  <a:pt x="10562072" y="1"/>
                </a:lnTo>
                <a:cubicBezTo>
                  <a:pt x="10562585" y="67601"/>
                  <a:pt x="10562411" y="2145306"/>
                  <a:pt x="10561157" y="2188721"/>
                </a:cubicBezTo>
                <a:cubicBezTo>
                  <a:pt x="10083761" y="2860730"/>
                  <a:pt x="9705180" y="2870806"/>
                  <a:pt x="9288594" y="2865486"/>
                </a:cubicBezTo>
                <a:lnTo>
                  <a:pt x="2317558" y="2871895"/>
                </a:lnTo>
                <a:cubicBezTo>
                  <a:pt x="1740344" y="2905037"/>
                  <a:pt x="1372498" y="3207729"/>
                  <a:pt x="1180889" y="3670551"/>
                </a:cubicBezTo>
                <a:cubicBezTo>
                  <a:pt x="882535" y="2966774"/>
                  <a:pt x="278640" y="2885570"/>
                  <a:pt x="0" y="2886448"/>
                </a:cubicBezTo>
                <a:cubicBezTo>
                  <a:pt x="2067" y="2850935"/>
                  <a:pt x="3460" y="95582"/>
                  <a:pt x="2188" y="0"/>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fontAlgn="auto">
              <a:spcBef>
                <a:spcPts val="0"/>
              </a:spcBef>
              <a:spcAft>
                <a:spcPts val="0"/>
              </a:spcAft>
            </a:pPr>
            <a:endParaRPr lang="en-US" sz="1000" dirty="0">
              <a:solidFill>
                <a:schemeClr val="bg1"/>
              </a:solidFill>
              <a:latin typeface="Arial"/>
              <a:cs typeface="Arial"/>
            </a:endParaRPr>
          </a:p>
        </p:txBody>
      </p:sp>
      <p:sp>
        <p:nvSpPr>
          <p:cNvPr id="2" name="Titre 1"/>
          <p:cNvSpPr>
            <a:spLocks noGrp="1"/>
          </p:cNvSpPr>
          <p:nvPr>
            <p:ph type="title" hasCustomPrompt="1"/>
            <p:custDataLst>
              <p:tags r:id="rId4"/>
            </p:custDataLst>
          </p:nvPr>
        </p:nvSpPr>
        <p:spPr>
          <a:xfrm>
            <a:off x="0" y="832190"/>
            <a:ext cx="9906000" cy="1143240"/>
          </a:xfrm>
          <a:prstGeom prst="rect">
            <a:avLst/>
          </a:prstGeom>
        </p:spPr>
        <p:txBody>
          <a:bodyPr lIns="330588" tIns="33059" rIns="33059" bIns="33059" anchor="ctr" anchorCtr="0"/>
          <a:lstStyle>
            <a:lvl1pPr algn="l">
              <a:defRPr>
                <a:solidFill>
                  <a:schemeClr val="tx1"/>
                </a:solidFill>
                <a:latin typeface="Arial" pitchFamily="34" charset="0"/>
                <a:cs typeface="Arial" pitchFamily="34" charset="0"/>
              </a:defRPr>
            </a:lvl1pPr>
          </a:lstStyle>
          <a:p>
            <a:pPr lvl="0"/>
            <a:r>
              <a:rPr lang="en-US" noProof="0" dirty="0"/>
              <a:t>Click to edit Master text style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losing 1">
    <p:spTree>
      <p:nvGrpSpPr>
        <p:cNvPr id="1" name=""/>
        <p:cNvGrpSpPr/>
        <p:nvPr/>
      </p:nvGrpSpPr>
      <p:grpSpPr>
        <a:xfrm>
          <a:off x="0" y="0"/>
          <a:ext cx="0" cy="0"/>
          <a:chOff x="0" y="0"/>
          <a:chExt cx="0" cy="0"/>
        </a:xfrm>
      </p:grpSpPr>
      <p:graphicFrame>
        <p:nvGraphicFramePr>
          <p:cNvPr id="337" name="Object 336" hidden="1"/>
          <p:cNvGraphicFramePr>
            <a:graphicFrameLocks noChangeAspect="1"/>
          </p:cNvGraphicFramePr>
          <p:nvPr>
            <p:custDataLst>
              <p:tags r:id="rId2"/>
            </p:custDataLst>
          </p:nvPr>
        </p:nvGraphicFramePr>
        <p:xfrm>
          <a:off x="1" y="1"/>
          <a:ext cx="147061" cy="143985"/>
        </p:xfrm>
        <a:graphic>
          <a:graphicData uri="http://schemas.openxmlformats.org/presentationml/2006/ole">
            <mc:AlternateContent xmlns:mc="http://schemas.openxmlformats.org/markup-compatibility/2006">
              <mc:Choice xmlns:v="urn:schemas-microsoft-com:vml" Requires="v">
                <p:oleObj spid="_x0000_s200093" name="think-cell Slide" r:id="rId6" imgW="360" imgH="360" progId="">
                  <p:embed/>
                </p:oleObj>
              </mc:Choice>
              <mc:Fallback>
                <p:oleObj name="think-cell Slide" r:id="rId6" imgW="360" imgH="360" progId="">
                  <p:embed/>
                  <p:pic>
                    <p:nvPicPr>
                      <p:cNvPr id="0" name="Picture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 y="1"/>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p:nvPr userDrawn="1">
            <p:custDataLst>
              <p:tags r:id="rId3"/>
            </p:custDataLst>
          </p:nvPr>
        </p:nvSpPr>
        <p:spPr>
          <a:xfrm>
            <a:off x="4904793" y="6410445"/>
            <a:ext cx="4382083" cy="251430"/>
          </a:xfrm>
          <a:prstGeom prst="rect">
            <a:avLst/>
          </a:prstGeom>
        </p:spPr>
        <p:txBody>
          <a:bodyPr wrap="square" lIns="33059" tIns="33059" rIns="0" bIns="33059" anchor="b" anchorCtr="0">
            <a:spAutoFit/>
          </a:bodyPr>
          <a:lstStyle/>
          <a:p>
            <a:pPr algn="r"/>
            <a:r>
              <a:rPr lang="en-US" sz="600" b="0" dirty="0">
                <a:solidFill>
                  <a:schemeClr val="bg1"/>
                </a:solidFill>
                <a:latin typeface="Arial" pitchFamily="34" charset="0"/>
                <a:cs typeface="Arial" pitchFamily="34" charset="0"/>
              </a:rPr>
              <a:t>The information contained in this presentation is proprietary.</a:t>
            </a:r>
          </a:p>
          <a:p>
            <a:pPr marL="0" marR="0" indent="0" algn="r" defTabSz="957756" rtl="0" eaLnBrk="1" fontAlgn="auto" latinLnBrk="0" hangingPunct="1">
              <a:lnSpc>
                <a:spcPct val="100000"/>
              </a:lnSpc>
              <a:spcBef>
                <a:spcPts val="0"/>
              </a:spcBef>
              <a:spcAft>
                <a:spcPts val="0"/>
              </a:spcAft>
              <a:buClrTx/>
              <a:buSzTx/>
              <a:buFontTx/>
              <a:buNone/>
              <a:tabLst/>
              <a:defRPr/>
            </a:pPr>
            <a:r>
              <a:rPr lang="en-US" sz="600" b="0" dirty="0">
                <a:solidFill>
                  <a:schemeClr val="bg1"/>
                </a:solidFill>
                <a:latin typeface="Arial" pitchFamily="34" charset="0"/>
                <a:cs typeface="Arial" pitchFamily="34" charset="0"/>
              </a:rPr>
              <a:t>© 2016 Capgemini. All rights reserved. Rightshore</a:t>
            </a:r>
            <a:r>
              <a:rPr lang="en-US" sz="600" b="0" baseline="30000" dirty="0">
                <a:solidFill>
                  <a:schemeClr val="bg1"/>
                </a:solidFill>
                <a:latin typeface="Arial" pitchFamily="34" charset="0"/>
                <a:cs typeface="Arial" pitchFamily="34" charset="0"/>
              </a:rPr>
              <a:t>®  </a:t>
            </a:r>
            <a:r>
              <a:rPr lang="en-US" sz="600" b="0" baseline="0" dirty="0">
                <a:solidFill>
                  <a:schemeClr val="bg1"/>
                </a:solidFill>
                <a:latin typeface="Arial" pitchFamily="34" charset="0"/>
                <a:cs typeface="Arial" pitchFamily="34" charset="0"/>
              </a:rPr>
              <a:t>is a trademark belonging to Capgemini.</a:t>
            </a:r>
            <a:endParaRPr lang="en-US" sz="600" b="0" kern="0" noProof="1">
              <a:solidFill>
                <a:schemeClr val="bg1"/>
              </a:solidFill>
              <a:latin typeface="Arial" pitchFamily="34" charset="0"/>
              <a:cs typeface="Arial" pitchFamily="34" charset="0"/>
            </a:endParaRPr>
          </a:p>
        </p:txBody>
      </p:sp>
      <p:sp>
        <p:nvSpPr>
          <p:cNvPr id="9" name="Rectangle 9"/>
          <p:cNvSpPr>
            <a:spLocks noChangeArrowheads="1"/>
          </p:cNvSpPr>
          <p:nvPr userDrawn="1">
            <p:custDataLst>
              <p:tags r:id="rId4"/>
            </p:custDataLst>
          </p:nvPr>
        </p:nvSpPr>
        <p:spPr bwMode="gray">
          <a:xfrm>
            <a:off x="1106088" y="3693226"/>
            <a:ext cx="4259840" cy="2015590"/>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flat" cmpd="sng" algn="ctr">
            <a:gradFill flip="none" rotWithShape="1">
              <a:gsLst>
                <a:gs pos="0">
                  <a:schemeClr val="accent5"/>
                </a:gs>
                <a:gs pos="100000">
                  <a:schemeClr val="accent5">
                    <a:lumMod val="20000"/>
                    <a:lumOff val="80000"/>
                  </a:schemeClr>
                </a:gs>
              </a:gsLst>
              <a:lin ang="240000" scaled="0"/>
              <a:tileRect/>
            </a:gradFill>
            <a:prstDash val="solid"/>
            <a:round/>
          </a:ln>
          <a:effectLst/>
        </p:spPr>
        <p:txBody>
          <a:bodyPr wrap="square" lIns="360000" tIns="50951" rIns="216000" bIns="144000" rtlCol="0" anchor="b"/>
          <a:lstStyle/>
          <a:p>
            <a:pPr marL="0" marR="0" indent="0" algn="just" defTabSz="1042966"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a:cs typeface="Arial"/>
              </a:rPr>
              <a:t>About Capgemini</a:t>
            </a:r>
            <a:endParaRPr lang="en-US" sz="1000" dirty="0">
              <a:solidFill>
                <a:schemeClr val="bg1"/>
              </a:solidFill>
              <a:latin typeface="Arial" pitchFamily="34" charset="0"/>
              <a:cs typeface="Arial" pitchFamily="34" charset="0"/>
            </a:endParaRPr>
          </a:p>
          <a:p>
            <a:pPr marL="0" indent="0" algn="just"/>
            <a:endParaRPr lang="en-US" sz="1000" dirty="0">
              <a:solidFill>
                <a:schemeClr val="bg1"/>
              </a:solidFill>
              <a:latin typeface="Arial" pitchFamily="34" charset="0"/>
              <a:cs typeface="Arial" pitchFamily="34" charset="0"/>
            </a:endParaRPr>
          </a:p>
          <a:p>
            <a:r>
              <a:rPr lang="en-US" sz="1000" kern="1200" dirty="0">
                <a:solidFill>
                  <a:schemeClr val="bg1"/>
                </a:solidFill>
                <a:latin typeface="+mn-lt"/>
                <a:ea typeface="+mn-ea"/>
                <a:cs typeface="+mn-cs"/>
              </a:rPr>
              <a:t>With more than 180,000 people in over 40 countries, Capgemini is one of the world's foremost providers of consulting, technology and outsourcing services. The Group reported 2015 global revenues of EUR 11.9 billion. </a:t>
            </a:r>
          </a:p>
          <a:p>
            <a:endParaRPr lang="en-US" sz="1000" kern="1200" dirty="0">
              <a:solidFill>
                <a:schemeClr val="bg1"/>
              </a:solidFill>
              <a:latin typeface="+mn-lt"/>
              <a:ea typeface="+mn-ea"/>
              <a:cs typeface="+mn-cs"/>
            </a:endParaRPr>
          </a:p>
          <a:p>
            <a:r>
              <a:rPr lang="en-US" sz="1000" kern="1200" dirty="0">
                <a:solidFill>
                  <a:schemeClr val="bg1"/>
                </a:solidFill>
                <a:latin typeface="+mn-lt"/>
                <a:ea typeface="+mn-ea"/>
                <a:cs typeface="+mn-cs"/>
              </a:rPr>
              <a:t>Together with its clients, Capgemini creates and delivers business, technology and digital solutions that fit their needs, enabling them to achieve innovation and competitiveness. A deeply multicultural organization, Capgemini has developed its own way of working, the Collaborative Business </a:t>
            </a:r>
            <a:r>
              <a:rPr lang="en-US" sz="1000" kern="1200" dirty="0" err="1">
                <a:solidFill>
                  <a:schemeClr val="bg1"/>
                </a:solidFill>
                <a:latin typeface="+mn-lt"/>
                <a:ea typeface="+mn-ea"/>
                <a:cs typeface="+mn-cs"/>
              </a:rPr>
              <a:t>Experience</a:t>
            </a:r>
            <a:r>
              <a:rPr lang="en-US" sz="1000" kern="1200" baseline="30000" dirty="0" err="1">
                <a:solidFill>
                  <a:schemeClr val="bg1"/>
                </a:solidFill>
                <a:latin typeface="+mn-lt"/>
                <a:ea typeface="+mn-ea"/>
                <a:cs typeface="+mn-cs"/>
              </a:rPr>
              <a:t>TM</a:t>
            </a:r>
            <a:r>
              <a:rPr lang="en-US" sz="1000" kern="1200" dirty="0">
                <a:solidFill>
                  <a:schemeClr val="bg1"/>
                </a:solidFill>
                <a:latin typeface="+mn-lt"/>
                <a:ea typeface="+mn-ea"/>
                <a:cs typeface="+mn-cs"/>
              </a:rPr>
              <a:t>, and draws on </a:t>
            </a:r>
            <a:r>
              <a:rPr lang="en-US" sz="1000" kern="1200" dirty="0" err="1">
                <a:solidFill>
                  <a:schemeClr val="bg1"/>
                </a:solidFill>
                <a:latin typeface="+mn-lt"/>
                <a:ea typeface="+mn-ea"/>
                <a:cs typeface="+mn-cs"/>
              </a:rPr>
              <a:t>Rightshore</a:t>
            </a:r>
            <a:r>
              <a:rPr lang="en-US" sz="1000" b="1" kern="1200" baseline="30000" dirty="0">
                <a:solidFill>
                  <a:schemeClr val="bg1"/>
                </a:solidFill>
                <a:latin typeface="+mn-lt"/>
                <a:ea typeface="+mn-ea"/>
                <a:cs typeface="+mn-cs"/>
              </a:rPr>
              <a:t>®</a:t>
            </a:r>
            <a:r>
              <a:rPr lang="en-US" sz="1000" kern="1200" dirty="0">
                <a:solidFill>
                  <a:schemeClr val="bg1"/>
                </a:solidFill>
                <a:latin typeface="+mn-lt"/>
                <a:ea typeface="+mn-ea"/>
                <a:cs typeface="+mn-cs"/>
              </a:rPr>
              <a:t>, its worldwide delivery model.</a:t>
            </a:r>
            <a:endParaRPr lang="fr-FR" sz="1000" kern="1200" dirty="0">
              <a:solidFill>
                <a:schemeClr val="bg1"/>
              </a:solidFill>
              <a:latin typeface="+mn-lt"/>
              <a:ea typeface="+mn-ea"/>
              <a:cs typeface="+mn-cs"/>
            </a:endParaRPr>
          </a:p>
          <a:p>
            <a:pPr algn="just"/>
            <a:endParaRPr lang="fr-FR" sz="1000" kern="1200" dirty="0">
              <a:solidFill>
                <a:schemeClr val="bg1"/>
              </a:solidFill>
              <a:latin typeface="+mn-lt"/>
              <a:ea typeface="+mn-ea"/>
              <a:cs typeface="+mn-cs"/>
            </a:endParaRPr>
          </a:p>
        </p:txBody>
      </p:sp>
      <p:pic>
        <p:nvPicPr>
          <p:cNvPr id="10" name="Image 9" descr="ppt_Label_CBE.png"/>
          <p:cNvPicPr>
            <a:picLocks noChangeAspect="1"/>
          </p:cNvPicPr>
          <p:nvPr userDrawn="1"/>
        </p:nvPicPr>
        <p:blipFill>
          <a:blip r:embed="rId8" cstate="email"/>
          <a:stretch>
            <a:fillRect/>
          </a:stretch>
        </p:blipFill>
        <p:spPr>
          <a:xfrm>
            <a:off x="814448" y="3458687"/>
            <a:ext cx="576000" cy="576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losing 3">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30460" name="think-cell Slide" r:id="rId5" imgW="360" imgH="360" progId="">
                  <p:embed/>
                </p:oleObj>
              </mc:Choice>
              <mc:Fallback>
                <p:oleObj name="think-cell Slide" r:id="rId5" imgW="360" imgH="360" progId="">
                  <p:embed/>
                  <p:pic>
                    <p:nvPicPr>
                      <p:cNvPr id="0" name="Picture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p:cNvSpPr/>
          <p:nvPr userDrawn="1">
            <p:custDataLst>
              <p:tags r:id="rId3"/>
            </p:custDataLst>
          </p:nvPr>
        </p:nvSpPr>
        <p:spPr>
          <a:xfrm>
            <a:off x="4904792" y="6410445"/>
            <a:ext cx="4382083" cy="251430"/>
          </a:xfrm>
          <a:prstGeom prst="rect">
            <a:avLst/>
          </a:prstGeom>
        </p:spPr>
        <p:txBody>
          <a:bodyPr wrap="square" lIns="33059" tIns="33059" rIns="0" bIns="33059" anchor="b" anchorCtr="0">
            <a:spAutoFit/>
          </a:bodyPr>
          <a:lstStyle/>
          <a:p>
            <a:pPr algn="r"/>
            <a:r>
              <a:rPr lang="en-US" sz="600" b="0" dirty="0">
                <a:solidFill>
                  <a:schemeClr val="bg1"/>
                </a:solidFill>
                <a:latin typeface="Arial" pitchFamily="34" charset="0"/>
                <a:cs typeface="Arial" pitchFamily="34" charset="0"/>
              </a:rPr>
              <a:t>The information contained in this presentation is proprietary.</a:t>
            </a:r>
          </a:p>
          <a:p>
            <a:pPr marL="0" marR="0" indent="0" algn="r" defTabSz="957756" rtl="0" eaLnBrk="1" fontAlgn="auto" latinLnBrk="0" hangingPunct="1">
              <a:lnSpc>
                <a:spcPct val="100000"/>
              </a:lnSpc>
              <a:spcBef>
                <a:spcPts val="0"/>
              </a:spcBef>
              <a:spcAft>
                <a:spcPts val="0"/>
              </a:spcAft>
              <a:buClrTx/>
              <a:buSzTx/>
              <a:buFontTx/>
              <a:buNone/>
              <a:tabLst/>
              <a:defRPr/>
            </a:pPr>
            <a:r>
              <a:rPr lang="en-US" sz="600" b="0" dirty="0">
                <a:solidFill>
                  <a:schemeClr val="bg1"/>
                </a:solidFill>
                <a:latin typeface="Arial" pitchFamily="34" charset="0"/>
                <a:cs typeface="Arial" pitchFamily="34" charset="0"/>
              </a:rPr>
              <a:t>© 2016 Capgemini. All rights reserved.</a:t>
            </a:r>
            <a:r>
              <a:rPr lang="en-US" sz="600" b="0" baseline="0" dirty="0">
                <a:solidFill>
                  <a:schemeClr val="bg1"/>
                </a:solidFill>
                <a:latin typeface="Arial" pitchFamily="34" charset="0"/>
                <a:cs typeface="Arial" pitchFamily="34" charset="0"/>
              </a:rPr>
              <a:t>.</a:t>
            </a:r>
            <a:endParaRPr lang="en-US" sz="600" b="0" kern="0" noProof="1">
              <a:solidFill>
                <a:schemeClr val="bg1"/>
              </a:solidFill>
              <a:latin typeface="Arial" pitchFamily="34" charset="0"/>
              <a:cs typeface="Arial"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3.xml"/><Relationship Id="rId18" Type="http://schemas.openxmlformats.org/officeDocument/2006/relationships/tags" Target="../tags/tag8.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tags" Target="../tags/tag2.xml"/><Relationship Id="rId17"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tags" Target="../tags/tag6.xml"/><Relationship Id="rId2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vmlDrawing" Target="../drawings/vmlDrawing1.vml"/><Relationship Id="rId5" Type="http://schemas.openxmlformats.org/officeDocument/2006/relationships/slideLayout" Target="../slideLayouts/slideLayout5.xml"/><Relationship Id="rId15" Type="http://schemas.openxmlformats.org/officeDocument/2006/relationships/tags" Target="../tags/tag5.xml"/><Relationship Id="rId10" Type="http://schemas.openxmlformats.org/officeDocument/2006/relationships/theme" Target="../theme/theme1.xml"/><Relationship Id="rId19" Type="http://schemas.openxmlformats.org/officeDocument/2006/relationships/tags" Target="../tags/tag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4.xml"/><Relationship Id="rId22"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7" Type="http://schemas.openxmlformats.org/officeDocument/2006/relationships/image" Target="../media/image1.emf"/><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oleObject" Target="../embeddings/oleObject10.bin"/><Relationship Id="rId5" Type="http://schemas.openxmlformats.org/officeDocument/2006/relationships/tags" Target="../tags/tag38.xml"/><Relationship Id="rId4" Type="http://schemas.openxmlformats.org/officeDocument/2006/relationships/vmlDrawing" Target="../drawings/vmlDrawing10.vml"/></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tags" Target="../tags/tag53.xml"/><Relationship Id="rId18" Type="http://schemas.openxmlformats.org/officeDocument/2006/relationships/image" Target="../media/image6.png"/><Relationship Id="rId26" Type="http://schemas.openxmlformats.org/officeDocument/2006/relationships/image" Target="../media/image10.gif"/><Relationship Id="rId3" Type="http://schemas.openxmlformats.org/officeDocument/2006/relationships/theme" Target="../theme/theme3.xml"/><Relationship Id="rId21" Type="http://schemas.openxmlformats.org/officeDocument/2006/relationships/hyperlink" Target="http://www.twitter.com/capgemini" TargetMode="External"/><Relationship Id="rId7" Type="http://schemas.openxmlformats.org/officeDocument/2006/relationships/tags" Target="../tags/tag47.xml"/><Relationship Id="rId12" Type="http://schemas.openxmlformats.org/officeDocument/2006/relationships/tags" Target="../tags/tag52.xml"/><Relationship Id="rId17" Type="http://schemas.openxmlformats.org/officeDocument/2006/relationships/hyperlink" Target="http://www.facebook.com/Capgemini" TargetMode="External"/><Relationship Id="rId25" Type="http://schemas.openxmlformats.org/officeDocument/2006/relationships/hyperlink" Target="http://www.slideshare.net/capgemini" TargetMode="External"/><Relationship Id="rId2" Type="http://schemas.openxmlformats.org/officeDocument/2006/relationships/slideLayout" Target="../slideLayouts/slideLayout13.xml"/><Relationship Id="rId16" Type="http://schemas.openxmlformats.org/officeDocument/2006/relationships/image" Target="../media/image5.emf"/><Relationship Id="rId20" Type="http://schemas.openxmlformats.org/officeDocument/2006/relationships/image" Target="../media/image7.png"/><Relationship Id="rId1" Type="http://schemas.openxmlformats.org/officeDocument/2006/relationships/slideLayout" Target="../slideLayouts/slideLayout12.xml"/><Relationship Id="rId6" Type="http://schemas.openxmlformats.org/officeDocument/2006/relationships/tags" Target="../tags/tag46.xml"/><Relationship Id="rId11" Type="http://schemas.openxmlformats.org/officeDocument/2006/relationships/tags" Target="../tags/tag51.xml"/><Relationship Id="rId24" Type="http://schemas.openxmlformats.org/officeDocument/2006/relationships/image" Target="../media/image9.png"/><Relationship Id="rId5" Type="http://schemas.openxmlformats.org/officeDocument/2006/relationships/tags" Target="../tags/tag45.xml"/><Relationship Id="rId15" Type="http://schemas.openxmlformats.org/officeDocument/2006/relationships/image" Target="../media/image1.emf"/><Relationship Id="rId23" Type="http://schemas.openxmlformats.org/officeDocument/2006/relationships/hyperlink" Target="http://www.youtube.com/capgeminimedia" TargetMode="External"/><Relationship Id="rId10" Type="http://schemas.openxmlformats.org/officeDocument/2006/relationships/tags" Target="../tags/tag50.xml"/><Relationship Id="rId19" Type="http://schemas.openxmlformats.org/officeDocument/2006/relationships/hyperlink" Target="http://www.linkedin.com/company/capgemini" TargetMode="External"/><Relationship Id="rId4" Type="http://schemas.openxmlformats.org/officeDocument/2006/relationships/vmlDrawing" Target="../drawings/vmlDrawing13.vml"/><Relationship Id="rId9" Type="http://schemas.openxmlformats.org/officeDocument/2006/relationships/tags" Target="../tags/tag49.xml"/><Relationship Id="rId14" Type="http://schemas.openxmlformats.org/officeDocument/2006/relationships/oleObject" Target="../embeddings/oleObject13.bin"/><Relationship Id="rId22" Type="http://schemas.openxmlformats.org/officeDocument/2006/relationships/image" Target="../media/image8.png"/><Relationship Id="rId27"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2"/>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2460" name="think-cell Slide" r:id="rId20" imgW="360" imgH="360" progId="">
                  <p:embed/>
                </p:oleObj>
              </mc:Choice>
              <mc:Fallback>
                <p:oleObj name="think-cell Slide" r:id="rId20" imgW="360" imgH="360" progId="">
                  <p:embed/>
                  <p:pic>
                    <p:nvPicPr>
                      <p:cNvPr id="0" name="Picture 2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13"/>
            </p:custDataLst>
          </p:nvPr>
        </p:nvSpPr>
        <p:spPr>
          <a:xfrm>
            <a:off x="1" y="0"/>
            <a:ext cx="9905999" cy="1002135"/>
          </a:xfrm>
          <a:prstGeom prst="rect">
            <a:avLst/>
          </a:prstGeom>
        </p:spPr>
        <p:txBody>
          <a:bodyPr vert="horz" lIns="297529" tIns="33059" rIns="165294" bIns="33059" rtlCol="0" anchor="ctr">
            <a:noAutofit/>
          </a:bodyPr>
          <a:lstStyle/>
          <a:p>
            <a:r>
              <a:rPr lang="fr-FR" noProof="0" dirty="0"/>
              <a:t>Cliquez pour modifier le style du titre</a:t>
            </a:r>
            <a:endParaRPr lang="en-US" noProof="0" dirty="0"/>
          </a:p>
        </p:txBody>
      </p:sp>
      <p:sp>
        <p:nvSpPr>
          <p:cNvPr id="3" name="Text Placeholder 2"/>
          <p:cNvSpPr>
            <a:spLocks noGrp="1"/>
          </p:cNvSpPr>
          <p:nvPr>
            <p:ph type="body" idx="1"/>
            <p:custDataLst>
              <p:tags r:id="rId14"/>
            </p:custDataLst>
          </p:nvPr>
        </p:nvSpPr>
        <p:spPr>
          <a:xfrm>
            <a:off x="323392" y="1501977"/>
            <a:ext cx="9438125" cy="4636540"/>
          </a:xfrm>
          <a:prstGeom prst="rect">
            <a:avLst/>
          </a:prstGeom>
        </p:spPr>
        <p:txBody>
          <a:bodyPr vert="horz" lIns="108000" tIns="72000" rIns="72000" bIns="72000" rtlCol="0">
            <a:noAutofit/>
          </a:body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11" name="TextBox 10"/>
          <p:cNvSpPr txBox="1"/>
          <p:nvPr>
            <p:custDataLst>
              <p:tags r:id="rId15"/>
            </p:custDataLst>
          </p:nvPr>
        </p:nvSpPr>
        <p:spPr>
          <a:xfrm>
            <a:off x="9567490" y="6661691"/>
            <a:ext cx="110607"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16"/>
            </p:custDataLst>
          </p:nvPr>
        </p:nvSpPr>
        <p:spPr bwMode="auto">
          <a:xfrm>
            <a:off x="2" y="676402"/>
            <a:ext cx="9905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dirty="0"/>
          </a:p>
        </p:txBody>
      </p:sp>
      <p:sp>
        <p:nvSpPr>
          <p:cNvPr id="12" name="Rectangle 11"/>
          <p:cNvSpPr>
            <a:spLocks noChangeArrowheads="1"/>
          </p:cNvSpPr>
          <p:nvPr>
            <p:custDataLst>
              <p:tags r:id="rId17"/>
            </p:custDataLst>
          </p:nvPr>
        </p:nvSpPr>
        <p:spPr bwMode="auto">
          <a:xfrm>
            <a:off x="6741830" y="6623403"/>
            <a:ext cx="2660644" cy="183503"/>
          </a:xfrm>
          <a:prstGeom prst="rect">
            <a:avLst/>
          </a:prstGeom>
          <a:noFill/>
          <a:ln w="19050">
            <a:noFill/>
            <a:miter lim="800000"/>
            <a:headEnd/>
            <a:tailEnd/>
          </a:ln>
          <a:effectLst/>
        </p:spPr>
        <p:txBody>
          <a:bodyPr wrap="square" lIns="35997" tIns="35997" rIns="35997" bIns="35997" anchor="b" anchorCtr="0">
            <a:noAutofit/>
          </a:bodyPr>
          <a:lstStyle/>
          <a:p>
            <a:pPr marL="0" marR="0" lvl="0" indent="0" algn="r" defTabSz="995445" rtl="0" eaLnBrk="0" fontAlgn="auto" latinLnBrk="0" hangingPunct="0">
              <a:lnSpc>
                <a:spcPct val="90000"/>
              </a:lnSpc>
              <a:spcBef>
                <a:spcPct val="10000"/>
              </a:spcBef>
              <a:spcAft>
                <a:spcPts val="0"/>
              </a:spcAft>
              <a:buClrTx/>
              <a:buSzTx/>
              <a:buFontTx/>
              <a:buNone/>
              <a:tabLst/>
              <a:defRPr/>
            </a:pPr>
            <a:r>
              <a:rPr lang="en-US" altLang="en-US" sz="600" b="0" i="0" noProof="0" dirty="0">
                <a:solidFill>
                  <a:schemeClr val="tx2"/>
                </a:solidFill>
                <a:latin typeface="+mj-lt"/>
                <a:cs typeface="Helvetica Light"/>
              </a:rPr>
              <a:t>Copyright © Capgemini 2016. All Rights Reserved</a:t>
            </a:r>
          </a:p>
        </p:txBody>
      </p:sp>
      <p:sp>
        <p:nvSpPr>
          <p:cNvPr id="13" name="Rectangle 12"/>
          <p:cNvSpPr/>
          <p:nvPr>
            <p:custDataLst>
              <p:tags r:id="rId18"/>
            </p:custDataLst>
          </p:nvPr>
        </p:nvSpPr>
        <p:spPr>
          <a:xfrm>
            <a:off x="7487920" y="6427223"/>
            <a:ext cx="1914554" cy="195814"/>
          </a:xfrm>
          <a:prstGeom prst="rect">
            <a:avLst/>
          </a:prstGeom>
        </p:spPr>
        <p:txBody>
          <a:bodyPr wrap="none" lIns="35997" tIns="35997" rIns="35997" bIns="35997" anchor="b" anchorCtr="0">
            <a:noAutofit/>
          </a:bodyPr>
          <a:lstStyle/>
          <a:p>
            <a:pPr algn="r"/>
            <a:r>
              <a:rPr lang="en-US" sz="700" dirty="0">
                <a:solidFill>
                  <a:schemeClr val="tx2"/>
                </a:solidFill>
                <a:latin typeface="+mj-lt"/>
              </a:rPr>
              <a:t>Presentation Title | Date</a:t>
            </a:r>
          </a:p>
        </p:txBody>
      </p:sp>
      <p:cxnSp>
        <p:nvCxnSpPr>
          <p:cNvPr id="15" name="Straight Connector 5"/>
          <p:cNvCxnSpPr/>
          <p:nvPr>
            <p:custDataLst>
              <p:tags r:id="rId19"/>
            </p:custDataLst>
          </p:nvPr>
        </p:nvCxnSpPr>
        <p:spPr>
          <a:xfrm flipH="1">
            <a:off x="2" y="6362700"/>
            <a:ext cx="9905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pic>
        <p:nvPicPr>
          <p:cNvPr id="14" name="Image 13" descr="Capgemini_logo.jpg"/>
          <p:cNvPicPr>
            <a:picLocks noChangeAspect="1"/>
          </p:cNvPicPr>
          <p:nvPr/>
        </p:nvPicPr>
        <p:blipFill>
          <a:blip r:embed="rId22" cstate="print"/>
          <a:stretch>
            <a:fillRect/>
          </a:stretch>
        </p:blipFill>
        <p:spPr>
          <a:xfrm>
            <a:off x="118184" y="6419977"/>
            <a:ext cx="1440000" cy="343023"/>
          </a:xfrm>
          <a:prstGeom prst="rect">
            <a:avLst/>
          </a:prstGeom>
        </p:spPr>
      </p:pic>
    </p:spTree>
  </p:cSld>
  <p:clrMap bg1="lt1" tx1="dk1" bg2="lt2" tx2="dk2" accent1="accent1" accent2="accent2" accent3="accent3" accent4="accent4" accent5="accent5" accent6="accent6" hlink="hlink" folHlink="folHlink"/>
  <p:sldLayoutIdLst>
    <p:sldLayoutId id="2147483928" r:id="rId1"/>
    <p:sldLayoutId id="2147483989" r:id="rId2"/>
    <p:sldLayoutId id="2147483965" r:id="rId3"/>
    <p:sldLayoutId id="2147483966" r:id="rId4"/>
    <p:sldLayoutId id="2147483962" r:id="rId5"/>
    <p:sldLayoutId id="2147483963" r:id="rId6"/>
    <p:sldLayoutId id="2147483968" r:id="rId7"/>
    <p:sldLayoutId id="2147483964" r:id="rId8"/>
    <p:sldLayoutId id="2147483934" r:id="rId9"/>
  </p:sldLayoutIdLst>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5"/>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9436" name="think-cell Slide" r:id="rId6" imgW="360" imgH="360" progId="">
                  <p:embed/>
                </p:oleObj>
              </mc:Choice>
              <mc:Fallback>
                <p:oleObj name="think-cell Slide" r:id="rId6" imgW="360" imgH="360" progId="">
                  <p:embed/>
                  <p:pic>
                    <p:nvPicPr>
                      <p:cNvPr id="0" name="Picture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71" r:id="rId1"/>
    <p:sldLayoutId id="2147483990" r:id="rId2"/>
  </p:sldLayoutIdLst>
  <p:txStyles>
    <p:titleStyle>
      <a:lvl1pPr algn="ctr" defTabSz="839694" rtl="0" eaLnBrk="1" latinLnBrk="0" hangingPunct="1">
        <a:spcBef>
          <a:spcPct val="0"/>
        </a:spcBef>
        <a:buNone/>
        <a:defRPr sz="4000" kern="1200">
          <a:solidFill>
            <a:schemeClr val="tx1"/>
          </a:solidFill>
          <a:latin typeface="+mj-lt"/>
          <a:ea typeface="+mj-ea"/>
          <a:cs typeface="+mj-cs"/>
        </a:defRPr>
      </a:lvl1pPr>
    </p:titleStyle>
    <p:bodyStyle>
      <a:lvl1pPr marL="314885" indent="-314885" algn="l" defTabSz="839694"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82251" indent="-262404" algn="l" defTabSz="839694" rtl="0" eaLnBrk="1" latinLnBrk="0" hangingPunct="1">
        <a:spcBef>
          <a:spcPct val="20000"/>
        </a:spcBef>
        <a:buFont typeface="Arial" pitchFamily="34" charset="0"/>
        <a:buChar char="–"/>
        <a:defRPr sz="2600" kern="1200">
          <a:solidFill>
            <a:schemeClr val="tx1"/>
          </a:solidFill>
          <a:latin typeface="+mn-lt"/>
          <a:ea typeface="+mn-ea"/>
          <a:cs typeface="+mn-cs"/>
        </a:defRPr>
      </a:lvl2pPr>
      <a:lvl3pPr marL="1049617" indent="-209923" algn="l" defTabSz="839694"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6946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89310"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30915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72900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148851"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56869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39694" rtl="0" eaLnBrk="1" latinLnBrk="0" hangingPunct="1">
        <a:defRPr sz="1700" kern="1200">
          <a:solidFill>
            <a:schemeClr val="tx1"/>
          </a:solidFill>
          <a:latin typeface="+mn-lt"/>
          <a:ea typeface="+mn-ea"/>
          <a:cs typeface="+mn-cs"/>
        </a:defRPr>
      </a:lvl1pPr>
      <a:lvl2pPr marL="419847" algn="l" defTabSz="839694" rtl="0" eaLnBrk="1" latinLnBrk="0" hangingPunct="1">
        <a:defRPr sz="1700" kern="1200">
          <a:solidFill>
            <a:schemeClr val="tx1"/>
          </a:solidFill>
          <a:latin typeface="+mn-lt"/>
          <a:ea typeface="+mn-ea"/>
          <a:cs typeface="+mn-cs"/>
        </a:defRPr>
      </a:lvl2pPr>
      <a:lvl3pPr marL="839694" algn="l" defTabSz="839694" rtl="0" eaLnBrk="1" latinLnBrk="0" hangingPunct="1">
        <a:defRPr sz="1700" kern="1200">
          <a:solidFill>
            <a:schemeClr val="tx1"/>
          </a:solidFill>
          <a:latin typeface="+mn-lt"/>
          <a:ea typeface="+mn-ea"/>
          <a:cs typeface="+mn-cs"/>
        </a:defRPr>
      </a:lvl3pPr>
      <a:lvl4pPr marL="1259540" algn="l" defTabSz="839694" rtl="0" eaLnBrk="1" latinLnBrk="0" hangingPunct="1">
        <a:defRPr sz="1700" kern="1200">
          <a:solidFill>
            <a:schemeClr val="tx1"/>
          </a:solidFill>
          <a:latin typeface="+mn-lt"/>
          <a:ea typeface="+mn-ea"/>
          <a:cs typeface="+mn-cs"/>
        </a:defRPr>
      </a:lvl4pPr>
      <a:lvl5pPr marL="1679387" algn="l" defTabSz="839694" rtl="0" eaLnBrk="1" latinLnBrk="0" hangingPunct="1">
        <a:defRPr sz="1700" kern="1200">
          <a:solidFill>
            <a:schemeClr val="tx1"/>
          </a:solidFill>
          <a:latin typeface="+mn-lt"/>
          <a:ea typeface="+mn-ea"/>
          <a:cs typeface="+mn-cs"/>
        </a:defRPr>
      </a:lvl5pPr>
      <a:lvl6pPr marL="2099234" algn="l" defTabSz="839694" rtl="0" eaLnBrk="1" latinLnBrk="0" hangingPunct="1">
        <a:defRPr sz="1700" kern="1200">
          <a:solidFill>
            <a:schemeClr val="tx1"/>
          </a:solidFill>
          <a:latin typeface="+mn-lt"/>
          <a:ea typeface="+mn-ea"/>
          <a:cs typeface="+mn-cs"/>
        </a:defRPr>
      </a:lvl6pPr>
      <a:lvl7pPr marL="2519081" algn="l" defTabSz="839694" rtl="0" eaLnBrk="1" latinLnBrk="0" hangingPunct="1">
        <a:defRPr sz="1700" kern="1200">
          <a:solidFill>
            <a:schemeClr val="tx1"/>
          </a:solidFill>
          <a:latin typeface="+mn-lt"/>
          <a:ea typeface="+mn-ea"/>
          <a:cs typeface="+mn-cs"/>
        </a:defRPr>
      </a:lvl7pPr>
      <a:lvl8pPr marL="2938927" algn="l" defTabSz="839694" rtl="0" eaLnBrk="1" latinLnBrk="0" hangingPunct="1">
        <a:defRPr sz="1700" kern="1200">
          <a:solidFill>
            <a:schemeClr val="tx1"/>
          </a:solidFill>
          <a:latin typeface="+mn-lt"/>
          <a:ea typeface="+mn-ea"/>
          <a:cs typeface="+mn-cs"/>
        </a:defRPr>
      </a:lvl8pPr>
      <a:lvl9pPr marL="3358774" algn="l" defTabSz="839694" rtl="0" eaLnBrk="1" latinLnBrk="0" hangingPunct="1">
        <a:defRPr sz="1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5"/>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33532" name="think-cell Slide" r:id="rId14" imgW="360" imgH="360" progId="">
                  <p:embed/>
                </p:oleObj>
              </mc:Choice>
              <mc:Fallback>
                <p:oleObj name="think-cell Slide" r:id="rId14" imgW="360" imgH="360" progId="">
                  <p:embed/>
                  <p:pic>
                    <p:nvPicPr>
                      <p:cNvPr id="0" name="Picture 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7" name="Rectangle 7"/>
          <p:cNvSpPr/>
          <p:nvPr>
            <p:custDataLst>
              <p:tags r:id="rId6"/>
            </p:custDataLst>
          </p:nvPr>
        </p:nvSpPr>
        <p:spPr bwMode="auto">
          <a:xfrm flipV="1">
            <a:off x="-1657" y="1677994"/>
            <a:ext cx="9907657" cy="5180006"/>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614" h="5657661">
                <a:moveTo>
                  <a:pt x="10562847" y="0"/>
                </a:moveTo>
                <a:cubicBezTo>
                  <a:pt x="10563360" y="67600"/>
                  <a:pt x="10564614" y="5614246"/>
                  <a:pt x="10563360" y="5657661"/>
                </a:cubicBezTo>
                <a:cubicBezTo>
                  <a:pt x="10190941" y="4920324"/>
                  <a:pt x="9462356" y="4792975"/>
                  <a:pt x="9024770" y="4808920"/>
                </a:cubicBezTo>
                <a:lnTo>
                  <a:pt x="2295231" y="4794064"/>
                </a:lnTo>
                <a:cubicBezTo>
                  <a:pt x="1854598" y="4794612"/>
                  <a:pt x="1423669" y="4544310"/>
                  <a:pt x="1200559" y="4072264"/>
                </a:cubicBezTo>
                <a:cubicBezTo>
                  <a:pt x="965203" y="4750718"/>
                  <a:pt x="279154" y="4797207"/>
                  <a:pt x="514" y="4798085"/>
                </a:cubicBezTo>
                <a:cubicBezTo>
                  <a:pt x="2581" y="4762572"/>
                  <a:pt x="1272" y="95582"/>
                  <a:pt x="0" y="0"/>
                </a:cubicBezTo>
              </a:path>
            </a:pathLst>
          </a:custGeom>
          <a:gradFill flip="none" rotWithShape="1">
            <a:gsLst>
              <a:gs pos="0">
                <a:srgbClr val="005B7C"/>
              </a:gs>
              <a:gs pos="50000">
                <a:srgbClr val="0085B3"/>
              </a:gs>
              <a:gs pos="100000">
                <a:srgbClr val="00A0D6"/>
              </a:gs>
            </a:gsLst>
            <a:lin ang="18900000" scaled="1"/>
            <a:tileRect/>
          </a:gra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fontAlgn="auto">
              <a:spcBef>
                <a:spcPts val="0"/>
              </a:spcBef>
              <a:spcAft>
                <a:spcPts val="0"/>
              </a:spcAft>
            </a:pPr>
            <a:endParaRPr lang="en-US" sz="1000" dirty="0">
              <a:solidFill>
                <a:schemeClr val="bg1"/>
              </a:solidFill>
              <a:latin typeface="Arial"/>
              <a:cs typeface="Arial"/>
            </a:endParaRPr>
          </a:p>
        </p:txBody>
      </p:sp>
      <p:pic>
        <p:nvPicPr>
          <p:cNvPr id="9" name="Picture 104" descr="C:\Users\UserSim\Desktop\Capgemini\moto.emf"/>
          <p:cNvPicPr>
            <a:picLocks noChangeAspect="1" noChangeArrowheads="1"/>
          </p:cNvPicPr>
          <p:nvPr>
            <p:custDataLst>
              <p:tags r:id="rId7"/>
            </p:custDataLst>
          </p:nvPr>
        </p:nvPicPr>
        <p:blipFill>
          <a:blip r:embed="rId16" cstate="email"/>
          <a:srcRect/>
          <a:stretch>
            <a:fillRect/>
          </a:stretch>
        </p:blipFill>
        <p:spPr bwMode="auto">
          <a:xfrm>
            <a:off x="6406875" y="1209254"/>
            <a:ext cx="2880000" cy="229353"/>
          </a:xfrm>
          <a:prstGeom prst="rect">
            <a:avLst/>
          </a:prstGeom>
          <a:noFill/>
        </p:spPr>
      </p:pic>
      <p:sp>
        <p:nvSpPr>
          <p:cNvPr id="15" name="Rectangle 14"/>
          <p:cNvSpPr/>
          <p:nvPr>
            <p:custDataLst>
              <p:tags r:id="rId8"/>
            </p:custDataLst>
          </p:nvPr>
        </p:nvSpPr>
        <p:spPr>
          <a:xfrm>
            <a:off x="6763620" y="5457935"/>
            <a:ext cx="2523255" cy="380480"/>
          </a:xfrm>
          <a:prstGeom prst="rect">
            <a:avLst/>
          </a:prstGeom>
        </p:spPr>
        <p:txBody>
          <a:bodyPr wrap="none" lIns="0" tIns="36000" rIns="0" bIns="36000" anchor="b" anchorCtr="0">
            <a:spAutoFit/>
          </a:bodyPr>
          <a:lstStyle/>
          <a:p>
            <a:pPr algn="r"/>
            <a:r>
              <a:rPr lang="en-US" sz="2000" b="1" dirty="0">
                <a:solidFill>
                  <a:schemeClr val="bg1"/>
                </a:solidFill>
                <a:latin typeface="Arial" pitchFamily="34" charset="0"/>
                <a:cs typeface="Arial" pitchFamily="34" charset="0"/>
              </a:rPr>
              <a:t>www.capgemini.com</a:t>
            </a:r>
          </a:p>
        </p:txBody>
      </p:sp>
      <p:pic>
        <p:nvPicPr>
          <p:cNvPr id="16" name="Picture 3" descr="C:\Users\UserSim\Desktop\DS_icons\128x128 shadows\facebook.png">
            <a:hlinkClick r:id="rId17"/>
          </p:cNvPr>
          <p:cNvPicPr>
            <a:picLocks noChangeAspect="1" noChangeArrowheads="1"/>
          </p:cNvPicPr>
          <p:nvPr>
            <p:custDataLst>
              <p:tags r:id="rId9"/>
            </p:custDataLst>
          </p:nvPr>
        </p:nvPicPr>
        <p:blipFill>
          <a:blip r:embed="rId18" cstate="email"/>
          <a:srcRect/>
          <a:stretch>
            <a:fillRect/>
          </a:stretch>
        </p:blipFill>
        <p:spPr bwMode="auto">
          <a:xfrm>
            <a:off x="7689877" y="5932547"/>
            <a:ext cx="278223" cy="263770"/>
          </a:xfrm>
          <a:prstGeom prst="rect">
            <a:avLst/>
          </a:prstGeom>
          <a:noFill/>
        </p:spPr>
      </p:pic>
      <p:pic>
        <p:nvPicPr>
          <p:cNvPr id="17" name="Picture 4" descr="C:\Users\UserSim\Desktop\DS_icons\128x128 shadows\linkedin.png">
            <a:hlinkClick r:id="rId19"/>
          </p:cNvPr>
          <p:cNvPicPr>
            <a:picLocks noChangeAspect="1" noChangeArrowheads="1"/>
          </p:cNvPicPr>
          <p:nvPr>
            <p:custDataLst>
              <p:tags r:id="rId10"/>
            </p:custDataLst>
          </p:nvPr>
        </p:nvPicPr>
        <p:blipFill>
          <a:blip r:embed="rId20" cstate="email"/>
          <a:srcRect/>
          <a:stretch>
            <a:fillRect/>
          </a:stretch>
        </p:blipFill>
        <p:spPr bwMode="auto">
          <a:xfrm>
            <a:off x="8025290" y="5932547"/>
            <a:ext cx="281313" cy="266700"/>
          </a:xfrm>
          <a:prstGeom prst="rect">
            <a:avLst/>
          </a:prstGeom>
          <a:noFill/>
        </p:spPr>
      </p:pic>
      <p:pic>
        <p:nvPicPr>
          <p:cNvPr id="18" name="Picture 5" descr="C:\Users\UserSim\Desktop\DS_icons\128x128 shadows\twitter.png">
            <a:hlinkClick r:id="rId21"/>
          </p:cNvPr>
          <p:cNvPicPr>
            <a:picLocks noChangeAspect="1" noChangeArrowheads="1"/>
          </p:cNvPicPr>
          <p:nvPr>
            <p:custDataLst>
              <p:tags r:id="rId11"/>
            </p:custDataLst>
          </p:nvPr>
        </p:nvPicPr>
        <p:blipFill>
          <a:blip r:embed="rId22" cstate="email"/>
          <a:srcRect/>
          <a:stretch>
            <a:fillRect/>
          </a:stretch>
        </p:blipFill>
        <p:spPr bwMode="auto">
          <a:xfrm>
            <a:off x="8654345" y="5932547"/>
            <a:ext cx="281313" cy="266700"/>
          </a:xfrm>
          <a:prstGeom prst="rect">
            <a:avLst/>
          </a:prstGeom>
          <a:noFill/>
        </p:spPr>
      </p:pic>
      <p:pic>
        <p:nvPicPr>
          <p:cNvPr id="19" name="Picture 6" descr="C:\Users\UserSim\Desktop\DS_icons\128x128 shadows\youtube.png">
            <a:hlinkClick r:id="rId23"/>
          </p:cNvPr>
          <p:cNvPicPr>
            <a:picLocks noChangeAspect="1" noChangeArrowheads="1"/>
          </p:cNvPicPr>
          <p:nvPr>
            <p:custDataLst>
              <p:tags r:id="rId12"/>
            </p:custDataLst>
          </p:nvPr>
        </p:nvPicPr>
        <p:blipFill>
          <a:blip r:embed="rId24" cstate="email"/>
          <a:srcRect/>
          <a:stretch>
            <a:fillRect/>
          </a:stretch>
        </p:blipFill>
        <p:spPr bwMode="auto">
          <a:xfrm>
            <a:off x="8992848" y="5932547"/>
            <a:ext cx="281313" cy="266700"/>
          </a:xfrm>
          <a:prstGeom prst="rect">
            <a:avLst/>
          </a:prstGeom>
          <a:noFill/>
        </p:spPr>
      </p:pic>
      <p:pic>
        <p:nvPicPr>
          <p:cNvPr id="20" name="Image 22" descr="Picto_Slideshare.gif">
            <a:hlinkClick r:id="rId25"/>
          </p:cNvPr>
          <p:cNvPicPr preferRelativeResize="0">
            <a:picLocks/>
          </p:cNvPicPr>
          <p:nvPr>
            <p:custDataLst>
              <p:tags r:id="rId13"/>
            </p:custDataLst>
          </p:nvPr>
        </p:nvPicPr>
        <p:blipFill>
          <a:blip r:embed="rId26" cstate="email"/>
          <a:srcRect l="4793" t="6316" r="5718" b="7969"/>
          <a:stretch>
            <a:fillRect/>
          </a:stretch>
        </p:blipFill>
        <p:spPr>
          <a:xfrm>
            <a:off x="8363793" y="5932547"/>
            <a:ext cx="233362" cy="238125"/>
          </a:xfrm>
          <a:prstGeom prst="roundRect">
            <a:avLst/>
          </a:prstGeom>
          <a:effectLst>
            <a:outerShdw blurRad="38100" dist="25400" dir="5400000" sx="98000" sy="98000" algn="t" rotWithShape="0">
              <a:schemeClr val="tx2">
                <a:alpha val="51000"/>
              </a:schemeClr>
            </a:outerShdw>
          </a:effectLst>
        </p:spPr>
      </p:pic>
      <p:pic>
        <p:nvPicPr>
          <p:cNvPr id="13" name="Image 12" descr="Capgemini_logo.jpg"/>
          <p:cNvPicPr>
            <a:picLocks noChangeAspect="1"/>
          </p:cNvPicPr>
          <p:nvPr/>
        </p:nvPicPr>
        <p:blipFill>
          <a:blip r:embed="rId27" cstate="print"/>
          <a:stretch>
            <a:fillRect/>
          </a:stretch>
        </p:blipFill>
        <p:spPr>
          <a:xfrm>
            <a:off x="747567" y="1014965"/>
            <a:ext cx="2880000" cy="686046"/>
          </a:xfrm>
          <a:prstGeom prst="rect">
            <a:avLst/>
          </a:prstGeom>
        </p:spPr>
      </p:pic>
    </p:spTree>
  </p:cSld>
  <p:clrMap bg1="lt1" tx1="dk1" bg2="lt2" tx2="dk2" accent1="accent1" accent2="accent2" accent3="accent3" accent4="accent4" accent5="accent5" accent6="accent6" hlink="hlink" folHlink="folHlink"/>
  <p:sldLayoutIdLst>
    <p:sldLayoutId id="2147483991" r:id="rId1"/>
    <p:sldLayoutId id="2147483961" r:id="rId2"/>
  </p:sldLayoutIdLst>
  <p:txStyles>
    <p:titleStyle>
      <a:lvl1pPr algn="ctr" defTabSz="839694" rtl="0" eaLnBrk="1" latinLnBrk="0" hangingPunct="1">
        <a:spcBef>
          <a:spcPct val="0"/>
        </a:spcBef>
        <a:buNone/>
        <a:defRPr sz="4000" kern="1200">
          <a:solidFill>
            <a:schemeClr val="tx1"/>
          </a:solidFill>
          <a:latin typeface="+mj-lt"/>
          <a:ea typeface="+mj-ea"/>
          <a:cs typeface="+mj-cs"/>
        </a:defRPr>
      </a:lvl1pPr>
    </p:titleStyle>
    <p:bodyStyle>
      <a:lvl1pPr marL="314885" indent="-314885" algn="l" defTabSz="839694"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82251" indent="-262404" algn="l" defTabSz="839694" rtl="0" eaLnBrk="1" latinLnBrk="0" hangingPunct="1">
        <a:spcBef>
          <a:spcPct val="20000"/>
        </a:spcBef>
        <a:buFont typeface="Arial" pitchFamily="34" charset="0"/>
        <a:buChar char="–"/>
        <a:defRPr sz="2600" kern="1200">
          <a:solidFill>
            <a:schemeClr val="tx1"/>
          </a:solidFill>
          <a:latin typeface="+mn-lt"/>
          <a:ea typeface="+mn-ea"/>
          <a:cs typeface="+mn-cs"/>
        </a:defRPr>
      </a:lvl2pPr>
      <a:lvl3pPr marL="1049617" indent="-209923" algn="l" defTabSz="839694"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6946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89310"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30915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72900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148851"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56869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39694" rtl="0" eaLnBrk="1" latinLnBrk="0" hangingPunct="1">
        <a:defRPr sz="1700" kern="1200">
          <a:solidFill>
            <a:schemeClr val="tx1"/>
          </a:solidFill>
          <a:latin typeface="+mn-lt"/>
          <a:ea typeface="+mn-ea"/>
          <a:cs typeface="+mn-cs"/>
        </a:defRPr>
      </a:lvl1pPr>
      <a:lvl2pPr marL="419847" algn="l" defTabSz="839694" rtl="0" eaLnBrk="1" latinLnBrk="0" hangingPunct="1">
        <a:defRPr sz="1700" kern="1200">
          <a:solidFill>
            <a:schemeClr val="tx1"/>
          </a:solidFill>
          <a:latin typeface="+mn-lt"/>
          <a:ea typeface="+mn-ea"/>
          <a:cs typeface="+mn-cs"/>
        </a:defRPr>
      </a:lvl2pPr>
      <a:lvl3pPr marL="839694" algn="l" defTabSz="839694" rtl="0" eaLnBrk="1" latinLnBrk="0" hangingPunct="1">
        <a:defRPr sz="1700" kern="1200">
          <a:solidFill>
            <a:schemeClr val="tx1"/>
          </a:solidFill>
          <a:latin typeface="+mn-lt"/>
          <a:ea typeface="+mn-ea"/>
          <a:cs typeface="+mn-cs"/>
        </a:defRPr>
      </a:lvl3pPr>
      <a:lvl4pPr marL="1259540" algn="l" defTabSz="839694" rtl="0" eaLnBrk="1" latinLnBrk="0" hangingPunct="1">
        <a:defRPr sz="1700" kern="1200">
          <a:solidFill>
            <a:schemeClr val="tx1"/>
          </a:solidFill>
          <a:latin typeface="+mn-lt"/>
          <a:ea typeface="+mn-ea"/>
          <a:cs typeface="+mn-cs"/>
        </a:defRPr>
      </a:lvl4pPr>
      <a:lvl5pPr marL="1679387" algn="l" defTabSz="839694" rtl="0" eaLnBrk="1" latinLnBrk="0" hangingPunct="1">
        <a:defRPr sz="1700" kern="1200">
          <a:solidFill>
            <a:schemeClr val="tx1"/>
          </a:solidFill>
          <a:latin typeface="+mn-lt"/>
          <a:ea typeface="+mn-ea"/>
          <a:cs typeface="+mn-cs"/>
        </a:defRPr>
      </a:lvl5pPr>
      <a:lvl6pPr marL="2099234" algn="l" defTabSz="839694" rtl="0" eaLnBrk="1" latinLnBrk="0" hangingPunct="1">
        <a:defRPr sz="1700" kern="1200">
          <a:solidFill>
            <a:schemeClr val="tx1"/>
          </a:solidFill>
          <a:latin typeface="+mn-lt"/>
          <a:ea typeface="+mn-ea"/>
          <a:cs typeface="+mn-cs"/>
        </a:defRPr>
      </a:lvl6pPr>
      <a:lvl7pPr marL="2519081" algn="l" defTabSz="839694" rtl="0" eaLnBrk="1" latinLnBrk="0" hangingPunct="1">
        <a:defRPr sz="1700" kern="1200">
          <a:solidFill>
            <a:schemeClr val="tx1"/>
          </a:solidFill>
          <a:latin typeface="+mn-lt"/>
          <a:ea typeface="+mn-ea"/>
          <a:cs typeface="+mn-cs"/>
        </a:defRPr>
      </a:lvl7pPr>
      <a:lvl8pPr marL="2938927" algn="l" defTabSz="839694" rtl="0" eaLnBrk="1" latinLnBrk="0" hangingPunct="1">
        <a:defRPr sz="1700" kern="1200">
          <a:solidFill>
            <a:schemeClr val="tx1"/>
          </a:solidFill>
          <a:latin typeface="+mn-lt"/>
          <a:ea typeface="+mn-ea"/>
          <a:cs typeface="+mn-cs"/>
        </a:defRPr>
      </a:lvl8pPr>
      <a:lvl9pPr marL="3358774" algn="l" defTabSz="839694"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docs.azuredatabricks.net/getting-started/try-databricks.html#trial-workspace" TargetMode="Externa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hyperlink" Target="https://docs.azuredatabricks.net/release-notes/runtime/databricks-runtime-ver.html#runtime-components"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 Id="rId5" Type="http://schemas.openxmlformats.org/officeDocument/2006/relationships/image" Target="../media/image34.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0" y="2959925"/>
            <a:ext cx="9574924" cy="1098157"/>
          </a:xfrm>
        </p:spPr>
        <p:txBody>
          <a:bodyPr/>
          <a:lstStyle/>
          <a:p>
            <a:pPr algn="ctr"/>
            <a:r>
              <a:rPr lang="en-GB" dirty="0">
                <a:latin typeface="Times New Roman" panose="02020603050405020304" pitchFamily="18" charset="0"/>
                <a:cs typeface="Times New Roman" panose="02020603050405020304" pitchFamily="18" charset="0"/>
              </a:rPr>
              <a:t>Azure Databricks Overview</a:t>
            </a:r>
          </a:p>
        </p:txBody>
      </p:sp>
      <p:sp>
        <p:nvSpPr>
          <p:cNvPr id="5" name="Subtitle 4"/>
          <p:cNvSpPr>
            <a:spLocks noGrp="1"/>
          </p:cNvSpPr>
          <p:nvPr>
            <p:ph type="subTitle" idx="1"/>
          </p:nvPr>
        </p:nvSpPr>
        <p:spPr>
          <a:xfrm>
            <a:off x="724836" y="4812999"/>
            <a:ext cx="5040086" cy="874227"/>
          </a:xfrm>
        </p:spPr>
        <p:txBody>
          <a:bodyPr lIns="32400"/>
          <a:lstStyle/>
          <a:p>
            <a:r>
              <a:rPr lang="en-GB" dirty="0">
                <a:latin typeface="Times New Roman" panose="02020603050405020304" pitchFamily="18" charset="0"/>
                <a:cs typeface="Times New Roman" panose="02020603050405020304" pitchFamily="18" charset="0"/>
              </a:rPr>
              <a:t>V1.2</a:t>
            </a:r>
          </a:p>
          <a:p>
            <a:r>
              <a:rPr lang="en-GB" dirty="0">
                <a:latin typeface="Times New Roman" panose="02020603050405020304" pitchFamily="18" charset="0"/>
                <a:cs typeface="Times New Roman" panose="02020603050405020304" pitchFamily="18" charset="0"/>
              </a:rPr>
              <a:t>16 October 2018</a:t>
            </a:r>
          </a:p>
        </p:txBody>
      </p:sp>
    </p:spTree>
    <p:extLst>
      <p:ext uri="{BB962C8B-B14F-4D97-AF65-F5344CB8AC3E}">
        <p14:creationId xmlns:p14="http://schemas.microsoft.com/office/powerpoint/2010/main" val="3436526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latin typeface="Times New Roman" panose="02020603050405020304" pitchFamily="18" charset="0"/>
                <a:cs typeface="Times New Roman" panose="02020603050405020304" pitchFamily="18" charset="0"/>
              </a:rPr>
              <a:t>Azure Databricks</a:t>
            </a:r>
            <a:r>
              <a:rPr lang="en-GB" sz="1800" dirty="0">
                <a:latin typeface="Times New Roman" panose="02020603050405020304" pitchFamily="18" charset="0"/>
                <a:cs typeface="Times New Roman" panose="02020603050405020304" pitchFamily="18" charset="0"/>
              </a:rPr>
              <a:t> </a:t>
            </a:r>
            <a:br>
              <a:rPr lang="en-GB" sz="18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(Apache Spark-based analytics platform optimized for the Microsoft Azure cloud services platform)</a:t>
            </a:r>
          </a:p>
        </p:txBody>
      </p:sp>
      <p:pic>
        <p:nvPicPr>
          <p:cNvPr id="11" name="Content Placeholder 10">
            <a:extLst>
              <a:ext uri="{FF2B5EF4-FFF2-40B4-BE49-F238E27FC236}">
                <a16:creationId xmlns:a16="http://schemas.microsoft.com/office/drawing/2014/main" xmlns="" id="{ABA264BA-3618-45DB-A765-5C03CA7551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1340" y="1147942"/>
            <a:ext cx="7961643" cy="4728811"/>
          </a:xfrm>
        </p:spPr>
      </p:pic>
      <p:sp>
        <p:nvSpPr>
          <p:cNvPr id="12" name="TextBox 11">
            <a:extLst>
              <a:ext uri="{FF2B5EF4-FFF2-40B4-BE49-F238E27FC236}">
                <a16:creationId xmlns:a16="http://schemas.microsoft.com/office/drawing/2014/main" xmlns="" id="{207E4CFC-8EC2-4670-834D-F61F3927DB92}"/>
              </a:ext>
            </a:extLst>
          </p:cNvPr>
          <p:cNvSpPr txBox="1"/>
          <p:nvPr/>
        </p:nvSpPr>
        <p:spPr>
          <a:xfrm>
            <a:off x="269456" y="5857575"/>
            <a:ext cx="9582150" cy="523220"/>
          </a:xfrm>
          <a:prstGeom prst="rect">
            <a:avLst/>
          </a:prstGeom>
          <a:noFill/>
        </p:spPr>
        <p:txBody>
          <a:bodyPr wrap="square" rtlCol="0">
            <a:spAutoFit/>
          </a:bodyPr>
          <a:lstStyle/>
          <a:p>
            <a:r>
              <a:rPr lang="en-GB" sz="1400" dirty="0">
                <a:latin typeface="Times New Roman" panose="02020603050405020304" pitchFamily="18" charset="0"/>
                <a:cs typeface="Times New Roman" panose="02020603050405020304" pitchFamily="18" charset="0"/>
              </a:rPr>
              <a:t>What is Azure Databricks?</a:t>
            </a:r>
          </a:p>
          <a:p>
            <a:r>
              <a:rPr lang="en-GB" sz="1400" dirty="0">
                <a:latin typeface="Times New Roman" panose="02020603050405020304" pitchFamily="18" charset="0"/>
                <a:cs typeface="Times New Roman" panose="02020603050405020304" pitchFamily="18" charset="0"/>
              </a:rPr>
              <a:t>https://docs.microsoft.com/en-us/azure/azure-databricks/what-is-azure-databricks</a:t>
            </a:r>
            <a:endParaRPr lang="en-GB" sz="1400" dirty="0">
              <a:solidFill>
                <a:schemeClr val="tx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8435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latin typeface="Times New Roman" panose="02020603050405020304" pitchFamily="18" charset="0"/>
                <a:cs typeface="Times New Roman" panose="02020603050405020304" pitchFamily="18" charset="0"/>
              </a:rPr>
              <a:t>Azure Databricks</a:t>
            </a:r>
            <a:br>
              <a:rPr lang="en-GB" sz="24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(A Technical Overview of Azure Databricks)</a:t>
            </a:r>
          </a:p>
        </p:txBody>
      </p:sp>
      <p:sp>
        <p:nvSpPr>
          <p:cNvPr id="9" name="TextBox 8">
            <a:extLst>
              <a:ext uri="{FF2B5EF4-FFF2-40B4-BE49-F238E27FC236}">
                <a16:creationId xmlns:a16="http://schemas.microsoft.com/office/drawing/2014/main" xmlns="" id="{F2E63C17-BD1F-4042-8435-896F064E91D5}"/>
              </a:ext>
            </a:extLst>
          </p:cNvPr>
          <p:cNvSpPr txBox="1"/>
          <p:nvPr/>
        </p:nvSpPr>
        <p:spPr>
          <a:xfrm>
            <a:off x="261731" y="5789494"/>
            <a:ext cx="9478617" cy="523220"/>
          </a:xfrm>
          <a:prstGeom prst="rect">
            <a:avLst/>
          </a:prstGeom>
          <a:noFill/>
        </p:spPr>
        <p:txBody>
          <a:bodyPr wrap="square" rtlCol="0">
            <a:spAutoFit/>
          </a:bodyPr>
          <a:lstStyle/>
          <a:p>
            <a:r>
              <a:rPr lang="en-GB" sz="1400" dirty="0">
                <a:solidFill>
                  <a:schemeClr val="tx2">
                    <a:lumMod val="50000"/>
                  </a:schemeClr>
                </a:solidFill>
                <a:latin typeface="Times New Roman" panose="02020603050405020304" pitchFamily="18" charset="0"/>
                <a:cs typeface="Times New Roman" panose="02020603050405020304" pitchFamily="18" charset="0"/>
              </a:rPr>
              <a:t>A Technical Overview of Azure Databricks</a:t>
            </a:r>
          </a:p>
          <a:p>
            <a:r>
              <a:rPr lang="en-GB" sz="1400" dirty="0">
                <a:solidFill>
                  <a:schemeClr val="tx2">
                    <a:lumMod val="50000"/>
                  </a:schemeClr>
                </a:solidFill>
                <a:latin typeface="Times New Roman" panose="02020603050405020304" pitchFamily="18" charset="0"/>
                <a:cs typeface="Times New Roman" panose="02020603050405020304" pitchFamily="18" charset="0"/>
              </a:rPr>
              <a:t>https://databricks.com/blog/2017/11/15/a-technical-overview-of-azure-databricks.html</a:t>
            </a:r>
          </a:p>
        </p:txBody>
      </p:sp>
      <p:pic>
        <p:nvPicPr>
          <p:cNvPr id="6" name="Content Placeholder 5">
            <a:extLst>
              <a:ext uri="{FF2B5EF4-FFF2-40B4-BE49-F238E27FC236}">
                <a16:creationId xmlns:a16="http://schemas.microsoft.com/office/drawing/2014/main" xmlns="" id="{E5A072DB-41C4-4C05-825B-1B5273AA37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7753" y="1481205"/>
            <a:ext cx="8682310" cy="4221307"/>
          </a:xfrm>
        </p:spPr>
      </p:pic>
    </p:spTree>
    <p:extLst>
      <p:ext uri="{BB962C8B-B14F-4D97-AF65-F5344CB8AC3E}">
        <p14:creationId xmlns:p14="http://schemas.microsoft.com/office/powerpoint/2010/main" val="1226706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latin typeface="Times New Roman" panose="02020603050405020304" pitchFamily="18" charset="0"/>
                <a:cs typeface="Times New Roman" panose="02020603050405020304" pitchFamily="18" charset="0"/>
              </a:rPr>
              <a:t>Azure Databricks</a:t>
            </a:r>
            <a:r>
              <a:rPr lang="en-GB" sz="1800" dirty="0">
                <a:latin typeface="Times New Roman" panose="02020603050405020304" pitchFamily="18" charset="0"/>
                <a:cs typeface="Times New Roman" panose="02020603050405020304" pitchFamily="18" charset="0"/>
              </a:rPr>
              <a:t> </a:t>
            </a:r>
            <a:br>
              <a:rPr lang="en-GB" sz="18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(Create a workspace)</a:t>
            </a:r>
          </a:p>
        </p:txBody>
      </p:sp>
      <p:sp>
        <p:nvSpPr>
          <p:cNvPr id="12" name="TextBox 11">
            <a:extLst>
              <a:ext uri="{FF2B5EF4-FFF2-40B4-BE49-F238E27FC236}">
                <a16:creationId xmlns:a16="http://schemas.microsoft.com/office/drawing/2014/main" xmlns="" id="{207E4CFC-8EC2-4670-834D-F61F3927DB92}"/>
              </a:ext>
            </a:extLst>
          </p:cNvPr>
          <p:cNvSpPr txBox="1"/>
          <p:nvPr/>
        </p:nvSpPr>
        <p:spPr>
          <a:xfrm>
            <a:off x="269456" y="5857575"/>
            <a:ext cx="9582150" cy="523220"/>
          </a:xfrm>
          <a:prstGeom prst="rect">
            <a:avLst/>
          </a:prstGeom>
          <a:noFill/>
        </p:spPr>
        <p:txBody>
          <a:bodyPr wrap="square" rtlCol="0">
            <a:spAutoFit/>
          </a:bodyPr>
          <a:lstStyle/>
          <a:p>
            <a:r>
              <a:rPr lang="en-GB" sz="1400" dirty="0">
                <a:latin typeface="Times New Roman" panose="02020603050405020304" pitchFamily="18" charset="0"/>
                <a:cs typeface="Times New Roman" panose="02020603050405020304" pitchFamily="18" charset="0"/>
              </a:rPr>
              <a:t>Create an Azure Databricks workspace (Azure portal)</a:t>
            </a:r>
          </a:p>
          <a:p>
            <a:r>
              <a:rPr lang="en-GB" sz="1400" dirty="0">
                <a:latin typeface="Times New Roman" panose="02020603050405020304" pitchFamily="18" charset="0"/>
                <a:cs typeface="Times New Roman" panose="02020603050405020304" pitchFamily="18" charset="0"/>
                <a:hlinkClick r:id="rId2"/>
              </a:rPr>
              <a:t>https://docs.azuredatabricks.net/getting-started/try-databricks.html#trial-workspace</a:t>
            </a:r>
            <a:endParaRPr lang="en-GB" sz="1400" dirty="0">
              <a:solidFill>
                <a:schemeClr val="tx2">
                  <a:lumMod val="50000"/>
                </a:schemeClr>
              </a:solidFill>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xmlns="" id="{CC131298-32FF-4BCC-AAF6-FAE47E26AD8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94613" y="1560719"/>
            <a:ext cx="2522986" cy="4221307"/>
          </a:xfrm>
        </p:spPr>
      </p:pic>
      <p:sp>
        <p:nvSpPr>
          <p:cNvPr id="7" name="TextBox 6">
            <a:extLst>
              <a:ext uri="{FF2B5EF4-FFF2-40B4-BE49-F238E27FC236}">
                <a16:creationId xmlns:a16="http://schemas.microsoft.com/office/drawing/2014/main" xmlns="" id="{120B8B26-3A60-4A05-B6F2-1D54D70CB25B}"/>
              </a:ext>
            </a:extLst>
          </p:cNvPr>
          <p:cNvSpPr txBox="1"/>
          <p:nvPr/>
        </p:nvSpPr>
        <p:spPr>
          <a:xfrm>
            <a:off x="3021496" y="1560719"/>
            <a:ext cx="6489891" cy="2893100"/>
          </a:xfrm>
          <a:prstGeom prst="rect">
            <a:avLst/>
          </a:prstGeom>
          <a:noFill/>
        </p:spPr>
        <p:txBody>
          <a:bodyPr wrap="square" rtlCol="0">
            <a:spAutoFit/>
          </a:bodyPr>
          <a:lstStyle/>
          <a:p>
            <a:pPr algn="just"/>
            <a:r>
              <a:rPr lang="en-GB" sz="1400" dirty="0">
                <a:solidFill>
                  <a:schemeClr val="tx2">
                    <a:lumMod val="50000"/>
                  </a:schemeClr>
                </a:solidFill>
                <a:latin typeface="Times New Roman" panose="02020603050405020304" pitchFamily="18" charset="0"/>
                <a:cs typeface="Times New Roman" panose="02020603050405020304" pitchFamily="18" charset="0"/>
              </a:rPr>
              <a:t>The Azure Databricks workspace is available with two pricing options:</a:t>
            </a:r>
          </a:p>
          <a:p>
            <a:pPr marL="285750" indent="-285750" algn="just">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Standard</a:t>
            </a:r>
          </a:p>
          <a:p>
            <a:pPr marL="285750" indent="-285750" algn="just">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Premium</a:t>
            </a:r>
          </a:p>
          <a:p>
            <a:pPr algn="just"/>
            <a:r>
              <a:rPr lang="en-GB" sz="1400" dirty="0">
                <a:solidFill>
                  <a:schemeClr val="tx2">
                    <a:lumMod val="50000"/>
                  </a:schemeClr>
                </a:solidFill>
                <a:latin typeface="Times New Roman" panose="02020603050405020304" pitchFamily="18" charset="0"/>
                <a:cs typeface="Times New Roman" panose="02020603050405020304" pitchFamily="18" charset="0"/>
              </a:rPr>
              <a:t>Note: We can upgrade an Azure Databricks workspace from Standard to Premium or downgrade from Premium to Standard. </a:t>
            </a:r>
          </a:p>
          <a:p>
            <a:pPr algn="just"/>
            <a:endParaRPr lang="en-GB" sz="1400" dirty="0">
              <a:solidFill>
                <a:schemeClr val="tx2">
                  <a:lumMod val="50000"/>
                </a:schemeClr>
              </a:solidFill>
              <a:latin typeface="Times New Roman" panose="02020603050405020304" pitchFamily="18" charset="0"/>
              <a:cs typeface="Times New Roman" panose="02020603050405020304" pitchFamily="18" charset="0"/>
            </a:endParaRPr>
          </a:p>
          <a:p>
            <a:pPr algn="just"/>
            <a:r>
              <a:rPr lang="en-GB" sz="1400" dirty="0">
                <a:solidFill>
                  <a:schemeClr val="tx2">
                    <a:lumMod val="50000"/>
                  </a:schemeClr>
                </a:solidFill>
                <a:latin typeface="Times New Roman" panose="02020603050405020304" pitchFamily="18" charset="0"/>
                <a:cs typeface="Times New Roman" panose="02020603050405020304" pitchFamily="18" charset="0"/>
              </a:rPr>
              <a:t>Features not available in the Standard option:</a:t>
            </a:r>
          </a:p>
          <a:p>
            <a:pPr marL="285750" indent="-285750" algn="just">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Workspace Access Control is not available.</a:t>
            </a:r>
          </a:p>
          <a:p>
            <a:pPr marL="285750" indent="-285750" algn="just">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Cluster and Jobs Access Control is not available.</a:t>
            </a:r>
          </a:p>
          <a:p>
            <a:pPr marL="285750" indent="-285750" algn="just">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Table Access Control is not available</a:t>
            </a:r>
          </a:p>
          <a:p>
            <a:pPr marL="285750" indent="-285750" algn="just">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Azure Data Lake Storage credential passthrough is not available</a:t>
            </a:r>
          </a:p>
          <a:p>
            <a:pPr algn="just"/>
            <a:r>
              <a:rPr lang="en-GB" sz="1400" dirty="0">
                <a:solidFill>
                  <a:schemeClr val="tx2">
                    <a:lumMod val="50000"/>
                  </a:schemeClr>
                </a:solidFill>
                <a:latin typeface="Times New Roman" panose="02020603050405020304" pitchFamily="18" charset="0"/>
                <a:cs typeface="Times New Roman" panose="02020603050405020304" pitchFamily="18" charset="0"/>
              </a:rPr>
              <a:t>Note: Meaning that in the Standard option, we are not able to enforce Role Based Access Control for Notebooks, Clusters, Jobs, and Tables.</a:t>
            </a:r>
          </a:p>
        </p:txBody>
      </p:sp>
      <p:pic>
        <p:nvPicPr>
          <p:cNvPr id="9" name="Picture 8">
            <a:extLst>
              <a:ext uri="{FF2B5EF4-FFF2-40B4-BE49-F238E27FC236}">
                <a16:creationId xmlns:a16="http://schemas.microsoft.com/office/drawing/2014/main" xmlns="" id="{B37A5739-CE98-410C-9737-810E6812DE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4294" y="5232096"/>
            <a:ext cx="6658904" cy="342948"/>
          </a:xfrm>
          <a:prstGeom prst="rect">
            <a:avLst/>
          </a:prstGeom>
        </p:spPr>
      </p:pic>
    </p:spTree>
    <p:extLst>
      <p:ext uri="{BB962C8B-B14F-4D97-AF65-F5344CB8AC3E}">
        <p14:creationId xmlns:p14="http://schemas.microsoft.com/office/powerpoint/2010/main" val="2802063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latin typeface="Times New Roman" panose="02020603050405020304" pitchFamily="18" charset="0"/>
                <a:cs typeface="Times New Roman" panose="02020603050405020304" pitchFamily="18" charset="0"/>
              </a:rPr>
              <a:t>Azure Databricks</a:t>
            </a:r>
            <a:br>
              <a:rPr lang="en-GB" sz="24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(Workspace Standard &amp; </a:t>
            </a:r>
            <a:r>
              <a:rPr lang="en-GB" sz="1800" dirty="0">
                <a:solidFill>
                  <a:schemeClr val="tx2">
                    <a:lumMod val="50000"/>
                  </a:schemeClr>
                </a:solidFill>
                <a:latin typeface="Times New Roman" panose="02020603050405020304" pitchFamily="18" charset="0"/>
                <a:cs typeface="Times New Roman" panose="02020603050405020304" pitchFamily="18" charset="0"/>
              </a:rPr>
              <a:t>Premium</a:t>
            </a:r>
            <a:r>
              <a:rPr lang="en-GB" sz="1800" dirty="0">
                <a:latin typeface="Times New Roman" panose="02020603050405020304" pitchFamily="18" charset="0"/>
                <a:cs typeface="Times New Roman" panose="02020603050405020304" pitchFamily="18" charset="0"/>
              </a:rPr>
              <a:t>)</a:t>
            </a:r>
          </a:p>
        </p:txBody>
      </p:sp>
      <p:pic>
        <p:nvPicPr>
          <p:cNvPr id="6" name="Content Placeholder 5">
            <a:extLst>
              <a:ext uri="{FF2B5EF4-FFF2-40B4-BE49-F238E27FC236}">
                <a16:creationId xmlns:a16="http://schemas.microsoft.com/office/drawing/2014/main" xmlns="" id="{F54D7888-EDD5-425B-BDC9-3F3A4CEAD5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2523" y="1600475"/>
            <a:ext cx="3455311" cy="4221307"/>
          </a:xfrm>
        </p:spPr>
      </p:pic>
      <p:sp>
        <p:nvSpPr>
          <p:cNvPr id="9" name="TextBox 8">
            <a:extLst>
              <a:ext uri="{FF2B5EF4-FFF2-40B4-BE49-F238E27FC236}">
                <a16:creationId xmlns:a16="http://schemas.microsoft.com/office/drawing/2014/main" xmlns="" id="{906E83B7-D3D9-4042-B6E3-507C03F003E5}"/>
              </a:ext>
            </a:extLst>
          </p:cNvPr>
          <p:cNvSpPr txBox="1"/>
          <p:nvPr/>
        </p:nvSpPr>
        <p:spPr>
          <a:xfrm>
            <a:off x="269456" y="5857575"/>
            <a:ext cx="9582150" cy="523220"/>
          </a:xfrm>
          <a:prstGeom prst="rect">
            <a:avLst/>
          </a:prstGeom>
          <a:noFill/>
        </p:spPr>
        <p:txBody>
          <a:bodyPr wrap="square" rtlCol="0">
            <a:spAutoFit/>
          </a:bodyPr>
          <a:lstStyle/>
          <a:p>
            <a:r>
              <a:rPr lang="en-GB" sz="1400" u="sng" dirty="0">
                <a:latin typeface="Times New Roman" panose="02020603050405020304" pitchFamily="18" charset="0"/>
                <a:cs typeface="Times New Roman" panose="02020603050405020304" pitchFamily="18" charset="0"/>
              </a:rPr>
              <a:t>Workspace</a:t>
            </a:r>
          </a:p>
          <a:p>
            <a:r>
              <a:rPr lang="en-GB" sz="1400" dirty="0">
                <a:latin typeface="Times New Roman" panose="02020603050405020304" pitchFamily="18" charset="0"/>
                <a:cs typeface="Times New Roman" panose="02020603050405020304" pitchFamily="18" charset="0"/>
              </a:rPr>
              <a:t>https://docs.azuredatabricks.net/user-guide/workspace.html#workspace</a:t>
            </a:r>
            <a:endParaRPr lang="en-GB" sz="1400" dirty="0">
              <a:solidFill>
                <a:schemeClr val="tx2">
                  <a:lumMod val="50000"/>
                </a:schemeClr>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xmlns="" id="{CE3077EC-4031-496C-9211-E21AAFD571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2711" y="1599161"/>
            <a:ext cx="3333750" cy="4295775"/>
          </a:xfrm>
          <a:prstGeom prst="rect">
            <a:avLst/>
          </a:prstGeom>
        </p:spPr>
      </p:pic>
      <p:sp>
        <p:nvSpPr>
          <p:cNvPr id="11" name="TextBox 10">
            <a:extLst>
              <a:ext uri="{FF2B5EF4-FFF2-40B4-BE49-F238E27FC236}">
                <a16:creationId xmlns:a16="http://schemas.microsoft.com/office/drawing/2014/main" xmlns="" id="{4F7FDA40-0367-4F23-B2F1-2FF9761C98C0}"/>
              </a:ext>
            </a:extLst>
          </p:cNvPr>
          <p:cNvSpPr txBox="1"/>
          <p:nvPr/>
        </p:nvSpPr>
        <p:spPr>
          <a:xfrm>
            <a:off x="7036905" y="1484248"/>
            <a:ext cx="2816088" cy="2677656"/>
          </a:xfrm>
          <a:prstGeom prst="rect">
            <a:avLst/>
          </a:prstGeom>
          <a:noFill/>
        </p:spPr>
        <p:txBody>
          <a:bodyPr wrap="square" rtlCol="0">
            <a:spAutoFit/>
          </a:bodyPr>
          <a:lstStyle/>
          <a:p>
            <a:r>
              <a:rPr lang="en-GB" sz="1400" dirty="0">
                <a:solidFill>
                  <a:schemeClr val="tx2">
                    <a:lumMod val="50000"/>
                  </a:schemeClr>
                </a:solidFill>
                <a:latin typeface="Times New Roman" panose="02020603050405020304" pitchFamily="18" charset="0"/>
                <a:cs typeface="Times New Roman" panose="02020603050405020304" pitchFamily="18" charset="0"/>
              </a:rPr>
              <a:t>We can create/upload three types of objects:</a:t>
            </a:r>
          </a:p>
          <a:p>
            <a:pPr marL="285750"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Notebooks</a:t>
            </a:r>
          </a:p>
          <a:p>
            <a:pPr marL="285750"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Libraries</a:t>
            </a:r>
          </a:p>
          <a:p>
            <a:pPr marL="285750"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Folders</a:t>
            </a:r>
          </a:p>
          <a:p>
            <a:endParaRPr lang="en-GB" sz="1400" dirty="0">
              <a:solidFill>
                <a:schemeClr val="tx2">
                  <a:lumMod val="50000"/>
                </a:schemeClr>
              </a:solidFill>
              <a:latin typeface="Times New Roman" panose="02020603050405020304" pitchFamily="18" charset="0"/>
              <a:cs typeface="Times New Roman" panose="02020603050405020304" pitchFamily="18" charset="0"/>
            </a:endParaRPr>
          </a:p>
          <a:p>
            <a:r>
              <a:rPr lang="en-GB" sz="1400" dirty="0">
                <a:solidFill>
                  <a:schemeClr val="tx2">
                    <a:lumMod val="50000"/>
                  </a:schemeClr>
                </a:solidFill>
                <a:latin typeface="Times New Roman" panose="02020603050405020304" pitchFamily="18" charset="0"/>
                <a:cs typeface="Times New Roman" panose="02020603050405020304" pitchFamily="18" charset="0"/>
              </a:rPr>
              <a:t>Three special folders:</a:t>
            </a:r>
          </a:p>
          <a:p>
            <a:pPr marL="285750"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Workspace (root folder)</a:t>
            </a:r>
          </a:p>
          <a:p>
            <a:pPr marL="285750"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Shared</a:t>
            </a:r>
          </a:p>
          <a:p>
            <a:pPr marL="285750"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Users. </a:t>
            </a:r>
          </a:p>
          <a:p>
            <a:r>
              <a:rPr lang="en-GB" sz="1400" dirty="0">
                <a:solidFill>
                  <a:schemeClr val="tx2">
                    <a:lumMod val="50000"/>
                  </a:schemeClr>
                </a:solidFill>
                <a:latin typeface="Times New Roman" panose="02020603050405020304" pitchFamily="18" charset="0"/>
                <a:cs typeface="Times New Roman" panose="02020603050405020304" pitchFamily="18" charset="0"/>
              </a:rPr>
              <a:t>Note: These folders cannot be deleted, moved, or renamed.</a:t>
            </a:r>
          </a:p>
        </p:txBody>
      </p:sp>
    </p:spTree>
    <p:extLst>
      <p:ext uri="{BB962C8B-B14F-4D97-AF65-F5344CB8AC3E}">
        <p14:creationId xmlns:p14="http://schemas.microsoft.com/office/powerpoint/2010/main" val="4214434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latin typeface="Times New Roman" panose="02020603050405020304" pitchFamily="18" charset="0"/>
                <a:cs typeface="Times New Roman" panose="02020603050405020304" pitchFamily="18" charset="0"/>
              </a:rPr>
              <a:t>Azure Databricks</a:t>
            </a:r>
            <a:br>
              <a:rPr lang="en-GB" sz="24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(Workspace Premium </a:t>
            </a:r>
            <a:r>
              <a:rPr lang="en-GB" sz="1800" dirty="0">
                <a:solidFill>
                  <a:schemeClr val="tx2">
                    <a:lumMod val="50000"/>
                  </a:schemeClr>
                </a:solidFill>
                <a:latin typeface="Times New Roman" panose="02020603050405020304" pitchFamily="18" charset="0"/>
                <a:cs typeface="Times New Roman" panose="02020603050405020304" pitchFamily="18" charset="0"/>
              </a:rPr>
              <a:t>Role Based Access Control</a:t>
            </a:r>
            <a:r>
              <a:rPr lang="en-GB" sz="1800" dirty="0">
                <a:latin typeface="Times New Roman" panose="02020603050405020304" pitchFamily="18" charset="0"/>
                <a:cs typeface="Times New Roman" panose="02020603050405020304" pitchFamily="18" charset="0"/>
              </a:rPr>
              <a:t>)</a:t>
            </a:r>
          </a:p>
        </p:txBody>
      </p:sp>
      <p:sp>
        <p:nvSpPr>
          <p:cNvPr id="9" name="TextBox 8">
            <a:extLst>
              <a:ext uri="{FF2B5EF4-FFF2-40B4-BE49-F238E27FC236}">
                <a16:creationId xmlns:a16="http://schemas.microsoft.com/office/drawing/2014/main" xmlns="" id="{906E83B7-D3D9-4042-B6E3-507C03F003E5}"/>
              </a:ext>
            </a:extLst>
          </p:cNvPr>
          <p:cNvSpPr txBox="1"/>
          <p:nvPr/>
        </p:nvSpPr>
        <p:spPr>
          <a:xfrm>
            <a:off x="269456" y="5857575"/>
            <a:ext cx="9582150" cy="523220"/>
          </a:xfrm>
          <a:prstGeom prst="rect">
            <a:avLst/>
          </a:prstGeom>
          <a:noFill/>
        </p:spPr>
        <p:txBody>
          <a:bodyPr wrap="square" rtlCol="0">
            <a:spAutoFit/>
          </a:bodyPr>
          <a:lstStyle/>
          <a:p>
            <a:r>
              <a:rPr lang="en-GB" sz="1400" dirty="0">
                <a:latin typeface="Times New Roman" panose="02020603050405020304" pitchFamily="18" charset="0"/>
                <a:cs typeface="Times New Roman" panose="02020603050405020304" pitchFamily="18" charset="0"/>
              </a:rPr>
              <a:t>Admin Console</a:t>
            </a:r>
          </a:p>
          <a:p>
            <a:r>
              <a:rPr lang="en-GB" sz="1400" dirty="0">
                <a:latin typeface="Times New Roman" panose="02020603050405020304" pitchFamily="18" charset="0"/>
                <a:cs typeface="Times New Roman" panose="02020603050405020304" pitchFamily="18" charset="0"/>
              </a:rPr>
              <a:t>https://docs.azuredatabricks.net/administration-guide/admin-settings/index.html</a:t>
            </a:r>
            <a:endParaRPr lang="en-GB" sz="1400" dirty="0">
              <a:solidFill>
                <a:schemeClr val="tx2">
                  <a:lumMod val="50000"/>
                </a:schemeClr>
              </a:solidFill>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xmlns="" id="{B3D29B2A-C745-41E5-AFD4-CDFE117E8B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190" y="1687087"/>
            <a:ext cx="2563449" cy="3801872"/>
          </a:xfrm>
          <a:prstGeom prst="rect">
            <a:avLst/>
          </a:prstGeom>
        </p:spPr>
      </p:pic>
      <p:pic>
        <p:nvPicPr>
          <p:cNvPr id="18" name="Picture 17">
            <a:extLst>
              <a:ext uri="{FF2B5EF4-FFF2-40B4-BE49-F238E27FC236}">
                <a16:creationId xmlns:a16="http://schemas.microsoft.com/office/drawing/2014/main" xmlns="" id="{B33FB312-D48E-4439-968F-ED5CE863E3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63289" y="2967270"/>
            <a:ext cx="4829849" cy="2619741"/>
          </a:xfrm>
          <a:prstGeom prst="rect">
            <a:avLst/>
          </a:prstGeom>
        </p:spPr>
      </p:pic>
      <p:pic>
        <p:nvPicPr>
          <p:cNvPr id="22" name="Content Placeholder 21">
            <a:extLst>
              <a:ext uri="{FF2B5EF4-FFF2-40B4-BE49-F238E27FC236}">
                <a16:creationId xmlns:a16="http://schemas.microsoft.com/office/drawing/2014/main" xmlns="" id="{735C1260-6128-4D64-A9F2-4AC87B30F0A5}"/>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694765" y="1642532"/>
            <a:ext cx="7199211" cy="1195214"/>
          </a:xfrm>
        </p:spPr>
      </p:pic>
    </p:spTree>
    <p:extLst>
      <p:ext uri="{BB962C8B-B14F-4D97-AF65-F5344CB8AC3E}">
        <p14:creationId xmlns:p14="http://schemas.microsoft.com/office/powerpoint/2010/main" val="2527388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3252"/>
            <a:ext cx="9905999" cy="1002135"/>
          </a:xfrm>
        </p:spPr>
        <p:txBody>
          <a:bodyPr/>
          <a:lstStyle/>
          <a:p>
            <a:r>
              <a:rPr lang="en-GB" sz="2400" dirty="0">
                <a:latin typeface="Times New Roman" panose="02020603050405020304" pitchFamily="18" charset="0"/>
                <a:cs typeface="Times New Roman" panose="02020603050405020304" pitchFamily="18" charset="0"/>
              </a:rPr>
              <a:t>Azure Databricks</a:t>
            </a:r>
            <a:br>
              <a:rPr lang="en-GB" sz="24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(Workspace Premium </a:t>
            </a:r>
            <a:r>
              <a:rPr lang="en-GB" sz="1800" dirty="0">
                <a:solidFill>
                  <a:schemeClr val="tx2">
                    <a:lumMod val="50000"/>
                  </a:schemeClr>
                </a:solidFill>
                <a:latin typeface="Times New Roman" panose="02020603050405020304" pitchFamily="18" charset="0"/>
                <a:cs typeface="Times New Roman" panose="02020603050405020304" pitchFamily="18" charset="0"/>
              </a:rPr>
              <a:t>Role Based Access Control</a:t>
            </a:r>
            <a:r>
              <a:rPr lang="en-GB" sz="1800" dirty="0">
                <a:latin typeface="Times New Roman" panose="02020603050405020304" pitchFamily="18" charset="0"/>
                <a:cs typeface="Times New Roman" panose="02020603050405020304" pitchFamily="18" charset="0"/>
              </a:rPr>
              <a:t>)</a:t>
            </a:r>
          </a:p>
        </p:txBody>
      </p:sp>
      <p:pic>
        <p:nvPicPr>
          <p:cNvPr id="6" name="Content Placeholder 5">
            <a:extLst>
              <a:ext uri="{FF2B5EF4-FFF2-40B4-BE49-F238E27FC236}">
                <a16:creationId xmlns:a16="http://schemas.microsoft.com/office/drawing/2014/main" xmlns="" id="{4755ABCB-FDA0-40FF-9B3E-B169C1A27F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4582" y="1530599"/>
            <a:ext cx="9582150" cy="4096016"/>
          </a:xfrm>
        </p:spPr>
      </p:pic>
      <p:sp>
        <p:nvSpPr>
          <p:cNvPr id="11" name="TextBox 10">
            <a:extLst>
              <a:ext uri="{FF2B5EF4-FFF2-40B4-BE49-F238E27FC236}">
                <a16:creationId xmlns:a16="http://schemas.microsoft.com/office/drawing/2014/main" xmlns="" id="{49E09332-B49C-4D07-8DA5-02CF5A65B394}"/>
              </a:ext>
            </a:extLst>
          </p:cNvPr>
          <p:cNvSpPr txBox="1"/>
          <p:nvPr/>
        </p:nvSpPr>
        <p:spPr>
          <a:xfrm>
            <a:off x="269456" y="5857575"/>
            <a:ext cx="9582150" cy="523220"/>
          </a:xfrm>
          <a:prstGeom prst="rect">
            <a:avLst/>
          </a:prstGeom>
          <a:noFill/>
        </p:spPr>
        <p:txBody>
          <a:bodyPr wrap="square" rtlCol="0">
            <a:spAutoFit/>
          </a:bodyPr>
          <a:lstStyle/>
          <a:p>
            <a:r>
              <a:rPr lang="en-GB" sz="1400" dirty="0">
                <a:latin typeface="Times New Roman" panose="02020603050405020304" pitchFamily="18" charset="0"/>
                <a:cs typeface="Times New Roman" panose="02020603050405020304" pitchFamily="18" charset="0"/>
              </a:rPr>
              <a:t>Azure Databricks Service Plans</a:t>
            </a:r>
          </a:p>
          <a:p>
            <a:r>
              <a:rPr lang="en-GB" sz="1400" dirty="0">
                <a:latin typeface="Times New Roman" panose="02020603050405020304" pitchFamily="18" charset="0"/>
                <a:cs typeface="Times New Roman" panose="02020603050405020304" pitchFamily="18" charset="0"/>
              </a:rPr>
              <a:t>https://databricks.com/product/azure-pricing</a:t>
            </a:r>
            <a:endParaRPr lang="en-GB" sz="1400" dirty="0">
              <a:solidFill>
                <a:schemeClr val="tx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6745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latin typeface="Times New Roman" panose="02020603050405020304" pitchFamily="18" charset="0"/>
                <a:cs typeface="Times New Roman" panose="02020603050405020304" pitchFamily="18" charset="0"/>
              </a:rPr>
              <a:t>Azure Databricks</a:t>
            </a:r>
            <a:br>
              <a:rPr lang="en-GB" sz="24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(Databricks Runtime)</a:t>
            </a:r>
          </a:p>
        </p:txBody>
      </p:sp>
      <p:sp>
        <p:nvSpPr>
          <p:cNvPr id="9" name="TextBox 8">
            <a:extLst>
              <a:ext uri="{FF2B5EF4-FFF2-40B4-BE49-F238E27FC236}">
                <a16:creationId xmlns:a16="http://schemas.microsoft.com/office/drawing/2014/main" xmlns="" id="{F2E63C17-BD1F-4042-8435-896F064E91D5}"/>
              </a:ext>
            </a:extLst>
          </p:cNvPr>
          <p:cNvSpPr txBox="1"/>
          <p:nvPr/>
        </p:nvSpPr>
        <p:spPr>
          <a:xfrm>
            <a:off x="261731" y="5789494"/>
            <a:ext cx="9478617" cy="523220"/>
          </a:xfrm>
          <a:prstGeom prst="rect">
            <a:avLst/>
          </a:prstGeom>
          <a:noFill/>
        </p:spPr>
        <p:txBody>
          <a:bodyPr wrap="square" rtlCol="0">
            <a:spAutoFit/>
          </a:bodyPr>
          <a:lstStyle/>
          <a:p>
            <a:r>
              <a:rPr lang="en-GB" sz="1400" dirty="0">
                <a:solidFill>
                  <a:schemeClr val="tx2">
                    <a:lumMod val="50000"/>
                  </a:schemeClr>
                </a:solidFill>
                <a:latin typeface="Times New Roman" panose="02020603050405020304" pitchFamily="18" charset="0"/>
                <a:cs typeface="Times New Roman" panose="02020603050405020304" pitchFamily="18" charset="0"/>
              </a:rPr>
              <a:t>Runtime components</a:t>
            </a:r>
          </a:p>
          <a:p>
            <a:r>
              <a:rPr lang="en-GB" sz="1400" dirty="0">
                <a:solidFill>
                  <a:schemeClr val="tx2">
                    <a:lumMod val="50000"/>
                  </a:schemeClr>
                </a:solidFill>
                <a:latin typeface="Times New Roman" panose="02020603050405020304" pitchFamily="18" charset="0"/>
                <a:cs typeface="Times New Roman" panose="02020603050405020304" pitchFamily="18" charset="0"/>
                <a:hlinkClick r:id="rId2"/>
              </a:rPr>
              <a:t>https://docs.azuredatabricks.net/release-notes/runtime/databricks-runtime-ver.html#runtime-components</a:t>
            </a:r>
            <a:endParaRPr lang="en-GB" sz="1400"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98AEC127-F898-4BF8-BC00-E16D49F1A382}"/>
              </a:ext>
            </a:extLst>
          </p:cNvPr>
          <p:cNvSpPr txBox="1"/>
          <p:nvPr/>
        </p:nvSpPr>
        <p:spPr>
          <a:xfrm flipH="1">
            <a:off x="6170129" y="1709533"/>
            <a:ext cx="3411192" cy="2246769"/>
          </a:xfrm>
          <a:prstGeom prst="rect">
            <a:avLst/>
          </a:prstGeom>
          <a:noFill/>
        </p:spPr>
        <p:txBody>
          <a:bodyPr wrap="square" rtlCol="0">
            <a:spAutoFit/>
          </a:bodyPr>
          <a:lstStyle/>
          <a:p>
            <a:pPr algn="just"/>
            <a:r>
              <a:rPr lang="en-GB" sz="1400" dirty="0">
                <a:solidFill>
                  <a:schemeClr val="tx2">
                    <a:lumMod val="50000"/>
                  </a:schemeClr>
                </a:solidFill>
                <a:latin typeface="Times New Roman" panose="02020603050405020304" pitchFamily="18" charset="0"/>
                <a:cs typeface="Times New Roman" panose="02020603050405020304" pitchFamily="18" charset="0"/>
              </a:rPr>
              <a:t>The set of core components that run on the clusters managed by Databricks. </a:t>
            </a:r>
          </a:p>
          <a:p>
            <a:pPr algn="just"/>
            <a:r>
              <a:rPr lang="en-GB" sz="1400" dirty="0">
                <a:solidFill>
                  <a:schemeClr val="tx2">
                    <a:lumMod val="50000"/>
                  </a:schemeClr>
                </a:solidFill>
                <a:latin typeface="Times New Roman" panose="02020603050405020304" pitchFamily="18" charset="0"/>
                <a:cs typeface="Times New Roman" panose="02020603050405020304" pitchFamily="18" charset="0"/>
              </a:rPr>
              <a:t>Consists of the underlying Ubuntu OS, pre-installed languages and libraries (Java, Scala, Python, and R), Apache Spark, and various proprietary Databricks modules (e.g. DBIO, Databricks Serverless, etc). </a:t>
            </a:r>
          </a:p>
          <a:p>
            <a:pPr algn="just"/>
            <a:r>
              <a:rPr lang="en-GB" sz="1400" dirty="0">
                <a:solidFill>
                  <a:schemeClr val="tx2">
                    <a:lumMod val="50000"/>
                  </a:schemeClr>
                </a:solidFill>
                <a:latin typeface="Times New Roman" panose="02020603050405020304" pitchFamily="18" charset="0"/>
                <a:cs typeface="Times New Roman" panose="02020603050405020304" pitchFamily="18" charset="0"/>
              </a:rPr>
              <a:t>Note: GPU and Machine Learning variants include additional pre-installed libraries geared towards data science.</a:t>
            </a:r>
          </a:p>
        </p:txBody>
      </p:sp>
      <p:pic>
        <p:nvPicPr>
          <p:cNvPr id="13" name="Content Placeholder 12">
            <a:extLst>
              <a:ext uri="{FF2B5EF4-FFF2-40B4-BE49-F238E27FC236}">
                <a16:creationId xmlns:a16="http://schemas.microsoft.com/office/drawing/2014/main" xmlns="" id="{09DC5E1F-0A63-4A90-9188-CF01AFC1B76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22607" y="1584774"/>
            <a:ext cx="5715000" cy="4067175"/>
          </a:xfrm>
        </p:spPr>
      </p:pic>
    </p:spTree>
    <p:extLst>
      <p:ext uri="{BB962C8B-B14F-4D97-AF65-F5344CB8AC3E}">
        <p14:creationId xmlns:p14="http://schemas.microsoft.com/office/powerpoint/2010/main" val="4059202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latin typeface="Times New Roman" panose="02020603050405020304" pitchFamily="18" charset="0"/>
                <a:cs typeface="Times New Roman" panose="02020603050405020304" pitchFamily="18" charset="0"/>
              </a:rPr>
              <a:t>Azure Databricks</a:t>
            </a:r>
            <a:br>
              <a:rPr lang="en-GB" sz="24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(Databricks Runtime - Phases of a version)</a:t>
            </a:r>
          </a:p>
        </p:txBody>
      </p:sp>
      <p:sp>
        <p:nvSpPr>
          <p:cNvPr id="9" name="TextBox 8">
            <a:extLst>
              <a:ext uri="{FF2B5EF4-FFF2-40B4-BE49-F238E27FC236}">
                <a16:creationId xmlns:a16="http://schemas.microsoft.com/office/drawing/2014/main" xmlns="" id="{F2E63C17-BD1F-4042-8435-896F064E91D5}"/>
              </a:ext>
            </a:extLst>
          </p:cNvPr>
          <p:cNvSpPr txBox="1"/>
          <p:nvPr/>
        </p:nvSpPr>
        <p:spPr>
          <a:xfrm>
            <a:off x="261731" y="5789494"/>
            <a:ext cx="9478617" cy="523220"/>
          </a:xfrm>
          <a:prstGeom prst="rect">
            <a:avLst/>
          </a:prstGeom>
          <a:noFill/>
        </p:spPr>
        <p:txBody>
          <a:bodyPr wrap="square" rtlCol="0">
            <a:spAutoFit/>
          </a:bodyPr>
          <a:lstStyle/>
          <a:p>
            <a:r>
              <a:rPr lang="en-GB" sz="1400" dirty="0">
                <a:solidFill>
                  <a:schemeClr val="tx2">
                    <a:lumMod val="50000"/>
                  </a:schemeClr>
                </a:solidFill>
                <a:latin typeface="Times New Roman" panose="02020603050405020304" pitchFamily="18" charset="0"/>
                <a:cs typeface="Times New Roman" panose="02020603050405020304" pitchFamily="18" charset="0"/>
              </a:rPr>
              <a:t>Databricks Runtime Versioning and Deprecation Policy</a:t>
            </a:r>
          </a:p>
          <a:p>
            <a:r>
              <a:rPr lang="en-GB" sz="1400" dirty="0">
                <a:solidFill>
                  <a:schemeClr val="tx2">
                    <a:lumMod val="50000"/>
                  </a:schemeClr>
                </a:solidFill>
                <a:latin typeface="Times New Roman" panose="02020603050405020304" pitchFamily="18" charset="0"/>
                <a:cs typeface="Times New Roman" panose="02020603050405020304" pitchFamily="18" charset="0"/>
              </a:rPr>
              <a:t>https://docs.azuredatabricks.net/release-notes/runtime/databricks-runtime-ver.html</a:t>
            </a:r>
          </a:p>
        </p:txBody>
      </p:sp>
      <p:pic>
        <p:nvPicPr>
          <p:cNvPr id="7" name="Content Placeholder 6">
            <a:extLst>
              <a:ext uri="{FF2B5EF4-FFF2-40B4-BE49-F238E27FC236}">
                <a16:creationId xmlns:a16="http://schemas.microsoft.com/office/drawing/2014/main" xmlns="" id="{F1691F0E-60F1-42EC-AA79-0E8C906817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8676" y="1567514"/>
            <a:ext cx="9021434" cy="4048690"/>
          </a:xfrm>
        </p:spPr>
      </p:pic>
    </p:spTree>
    <p:extLst>
      <p:ext uri="{BB962C8B-B14F-4D97-AF65-F5344CB8AC3E}">
        <p14:creationId xmlns:p14="http://schemas.microsoft.com/office/powerpoint/2010/main" val="3695601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latin typeface="Times New Roman" panose="02020603050405020304" pitchFamily="18" charset="0"/>
                <a:cs typeface="Times New Roman" panose="02020603050405020304" pitchFamily="18" charset="0"/>
              </a:rPr>
              <a:t>Azure Databricks</a:t>
            </a:r>
            <a:br>
              <a:rPr lang="en-GB" sz="24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(Databricks Runtime – Current Releases)</a:t>
            </a:r>
          </a:p>
        </p:txBody>
      </p:sp>
      <p:sp>
        <p:nvSpPr>
          <p:cNvPr id="9" name="TextBox 8">
            <a:extLst>
              <a:ext uri="{FF2B5EF4-FFF2-40B4-BE49-F238E27FC236}">
                <a16:creationId xmlns:a16="http://schemas.microsoft.com/office/drawing/2014/main" xmlns="" id="{F2E63C17-BD1F-4042-8435-896F064E91D5}"/>
              </a:ext>
            </a:extLst>
          </p:cNvPr>
          <p:cNvSpPr txBox="1"/>
          <p:nvPr/>
        </p:nvSpPr>
        <p:spPr>
          <a:xfrm>
            <a:off x="261731" y="5789494"/>
            <a:ext cx="9478617" cy="523220"/>
          </a:xfrm>
          <a:prstGeom prst="rect">
            <a:avLst/>
          </a:prstGeom>
          <a:noFill/>
        </p:spPr>
        <p:txBody>
          <a:bodyPr wrap="square" rtlCol="0">
            <a:spAutoFit/>
          </a:bodyPr>
          <a:lstStyle/>
          <a:p>
            <a:r>
              <a:rPr lang="en-GB" sz="1400" dirty="0">
                <a:solidFill>
                  <a:schemeClr val="tx2">
                    <a:lumMod val="50000"/>
                  </a:schemeClr>
                </a:solidFill>
                <a:latin typeface="Times New Roman" panose="02020603050405020304" pitchFamily="18" charset="0"/>
                <a:cs typeface="Times New Roman" panose="02020603050405020304" pitchFamily="18" charset="0"/>
              </a:rPr>
              <a:t>List of releases</a:t>
            </a:r>
          </a:p>
          <a:p>
            <a:r>
              <a:rPr lang="en-GB" sz="1400" dirty="0">
                <a:solidFill>
                  <a:schemeClr val="tx2">
                    <a:lumMod val="50000"/>
                  </a:schemeClr>
                </a:solidFill>
                <a:latin typeface="Times New Roman" panose="02020603050405020304" pitchFamily="18" charset="0"/>
                <a:cs typeface="Times New Roman" panose="02020603050405020304" pitchFamily="18" charset="0"/>
              </a:rPr>
              <a:t>https://docs.azuredatabricks.net/release-notes/runtime/databricks-runtime-ver.html#list-of-releases</a:t>
            </a:r>
          </a:p>
        </p:txBody>
      </p:sp>
      <p:pic>
        <p:nvPicPr>
          <p:cNvPr id="24" name="Content Placeholder 23">
            <a:extLst>
              <a:ext uri="{FF2B5EF4-FFF2-40B4-BE49-F238E27FC236}">
                <a16:creationId xmlns:a16="http://schemas.microsoft.com/office/drawing/2014/main" xmlns="" id="{CAC14BCC-814A-4CC3-BC66-D36C39AE85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7337" y="1177375"/>
            <a:ext cx="8275176" cy="4643438"/>
          </a:xfrm>
        </p:spPr>
      </p:pic>
    </p:spTree>
    <p:extLst>
      <p:ext uri="{BB962C8B-B14F-4D97-AF65-F5344CB8AC3E}">
        <p14:creationId xmlns:p14="http://schemas.microsoft.com/office/powerpoint/2010/main" val="577766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latin typeface="Times New Roman" panose="02020603050405020304" pitchFamily="18" charset="0"/>
                <a:cs typeface="Times New Roman" panose="02020603050405020304" pitchFamily="18" charset="0"/>
              </a:rPr>
              <a:t>Azure Databricks</a:t>
            </a:r>
            <a:br>
              <a:rPr lang="en-GB" sz="24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(Databricks Runtime 5.2)</a:t>
            </a:r>
          </a:p>
        </p:txBody>
      </p:sp>
      <p:sp>
        <p:nvSpPr>
          <p:cNvPr id="9" name="TextBox 8">
            <a:extLst>
              <a:ext uri="{FF2B5EF4-FFF2-40B4-BE49-F238E27FC236}">
                <a16:creationId xmlns:a16="http://schemas.microsoft.com/office/drawing/2014/main" xmlns="" id="{F2E63C17-BD1F-4042-8435-896F064E91D5}"/>
              </a:ext>
            </a:extLst>
          </p:cNvPr>
          <p:cNvSpPr txBox="1"/>
          <p:nvPr/>
        </p:nvSpPr>
        <p:spPr>
          <a:xfrm>
            <a:off x="261731" y="5789494"/>
            <a:ext cx="9478617" cy="523220"/>
          </a:xfrm>
          <a:prstGeom prst="rect">
            <a:avLst/>
          </a:prstGeom>
          <a:noFill/>
        </p:spPr>
        <p:txBody>
          <a:bodyPr wrap="square" rtlCol="0">
            <a:spAutoFit/>
          </a:bodyPr>
          <a:lstStyle/>
          <a:p>
            <a:r>
              <a:rPr lang="en-GB" sz="1400" dirty="0">
                <a:solidFill>
                  <a:schemeClr val="tx2">
                    <a:lumMod val="50000"/>
                  </a:schemeClr>
                </a:solidFill>
                <a:latin typeface="Times New Roman" panose="02020603050405020304" pitchFamily="18" charset="0"/>
                <a:cs typeface="Times New Roman" panose="02020603050405020304" pitchFamily="18" charset="0"/>
              </a:rPr>
              <a:t>Databricks Runtime 5.2</a:t>
            </a:r>
          </a:p>
          <a:p>
            <a:r>
              <a:rPr lang="en-GB" sz="1400" dirty="0">
                <a:solidFill>
                  <a:schemeClr val="tx2">
                    <a:lumMod val="50000"/>
                  </a:schemeClr>
                </a:solidFill>
                <a:latin typeface="Times New Roman" panose="02020603050405020304" pitchFamily="18" charset="0"/>
                <a:cs typeface="Times New Roman" panose="02020603050405020304" pitchFamily="18" charset="0"/>
              </a:rPr>
              <a:t>https://docs.azuredatabricks.net/release-notes/runtime/5.2.html</a:t>
            </a:r>
          </a:p>
        </p:txBody>
      </p:sp>
      <p:pic>
        <p:nvPicPr>
          <p:cNvPr id="11" name="Content Placeholder 10">
            <a:extLst>
              <a:ext uri="{FF2B5EF4-FFF2-40B4-BE49-F238E27FC236}">
                <a16:creationId xmlns:a16="http://schemas.microsoft.com/office/drawing/2014/main" xmlns="" id="{BFAE4C8B-B49E-4533-B420-6F35F97016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280" y="2039912"/>
            <a:ext cx="5058481" cy="2838846"/>
          </a:xfrm>
        </p:spPr>
      </p:pic>
      <p:sp>
        <p:nvSpPr>
          <p:cNvPr id="12" name="TextBox 11">
            <a:extLst>
              <a:ext uri="{FF2B5EF4-FFF2-40B4-BE49-F238E27FC236}">
                <a16:creationId xmlns:a16="http://schemas.microsoft.com/office/drawing/2014/main" xmlns="" id="{CD0F0F0E-2C0F-4E36-BCF5-157D7E1B3412}"/>
              </a:ext>
            </a:extLst>
          </p:cNvPr>
          <p:cNvSpPr txBox="1"/>
          <p:nvPr/>
        </p:nvSpPr>
        <p:spPr>
          <a:xfrm>
            <a:off x="4953001" y="1284539"/>
            <a:ext cx="4845468" cy="4832092"/>
          </a:xfrm>
          <a:prstGeom prst="rect">
            <a:avLst/>
          </a:prstGeom>
          <a:noFill/>
        </p:spPr>
        <p:txBody>
          <a:bodyPr wrap="square" rtlCol="0">
            <a:spAutoFit/>
          </a:bodyPr>
          <a:lstStyle/>
          <a:p>
            <a:r>
              <a:rPr lang="en-GB" sz="1400" dirty="0">
                <a:solidFill>
                  <a:schemeClr val="tx2">
                    <a:lumMod val="50000"/>
                  </a:schemeClr>
                </a:solidFill>
                <a:latin typeface="Times New Roman" panose="02020603050405020304" pitchFamily="18" charset="0"/>
                <a:cs typeface="Times New Roman" panose="02020603050405020304" pitchFamily="18" charset="0"/>
              </a:rPr>
              <a:t>New Features:</a:t>
            </a:r>
          </a:p>
          <a:p>
            <a:pPr marL="285750"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Databricks Advisor</a:t>
            </a:r>
          </a:p>
          <a:p>
            <a:pPr marL="285750"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Databricks Delta features</a:t>
            </a:r>
          </a:p>
          <a:p>
            <a:pPr marL="285750"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Notebook-scoped libraries</a:t>
            </a:r>
          </a:p>
          <a:p>
            <a:r>
              <a:rPr lang="en-GB" sz="1400" dirty="0">
                <a:solidFill>
                  <a:schemeClr val="tx2">
                    <a:lumMod val="50000"/>
                  </a:schemeClr>
                </a:solidFill>
                <a:latin typeface="Times New Roman" panose="02020603050405020304" pitchFamily="18" charset="0"/>
                <a:cs typeface="Times New Roman" panose="02020603050405020304" pitchFamily="18" charset="0"/>
              </a:rPr>
              <a:t>Improvements:</a:t>
            </a:r>
          </a:p>
          <a:p>
            <a:pPr marL="285750"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Databricks Delta</a:t>
            </a:r>
          </a:p>
          <a:p>
            <a:pPr marL="764628" lvl="1"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Table history now shows the snapshot version read and the isolation level used by a write to the Delta table.</a:t>
            </a:r>
          </a:p>
          <a:p>
            <a:pPr marL="764628" lvl="1"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Added support for ALTER TABLE SET LOCATION.</a:t>
            </a:r>
          </a:p>
          <a:p>
            <a:pPr marL="764628" lvl="1"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Added support for nested fields in UPDATE clause of MERGE INTO Delta table (for example, MERGE INTO table ON ... WHEN MATCHED THEN UPDATE SET </a:t>
            </a:r>
            <a:r>
              <a:rPr lang="en-GB" sz="1400" dirty="0" err="1">
                <a:solidFill>
                  <a:schemeClr val="tx2">
                    <a:lumMod val="50000"/>
                  </a:schemeClr>
                </a:solidFill>
                <a:latin typeface="Times New Roman" panose="02020603050405020304" pitchFamily="18" charset="0"/>
                <a:cs typeface="Times New Roman" panose="02020603050405020304" pitchFamily="18" charset="0"/>
              </a:rPr>
              <a:t>topLevel.nestedField</a:t>
            </a:r>
            <a:r>
              <a:rPr lang="en-GB" sz="1400" dirty="0">
                <a:solidFill>
                  <a:schemeClr val="tx2">
                    <a:lumMod val="50000"/>
                  </a:schemeClr>
                </a:solidFill>
                <a:latin typeface="Times New Roman" panose="02020603050405020304" pitchFamily="18" charset="0"/>
                <a:cs typeface="Times New Roman" panose="02020603050405020304" pitchFamily="18" charset="0"/>
              </a:rPr>
              <a:t> = ...).</a:t>
            </a:r>
          </a:p>
          <a:p>
            <a:pPr marL="285750"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Improved performance of </a:t>
            </a:r>
            <a:r>
              <a:rPr lang="en-GB" sz="1400" dirty="0" err="1">
                <a:solidFill>
                  <a:schemeClr val="tx2">
                    <a:lumMod val="50000"/>
                  </a:schemeClr>
                </a:solidFill>
                <a:latin typeface="Times New Roman" panose="02020603050405020304" pitchFamily="18" charset="0"/>
                <a:cs typeface="Times New Roman" panose="02020603050405020304" pitchFamily="18" charset="0"/>
              </a:rPr>
              <a:t>approx_count_distinct</a:t>
            </a:r>
            <a:r>
              <a:rPr lang="en-GB" sz="1400" dirty="0">
                <a:solidFill>
                  <a:schemeClr val="tx2">
                    <a:lumMod val="50000"/>
                  </a:schemeClr>
                </a:solidFill>
                <a:latin typeface="Times New Roman" panose="02020603050405020304" pitchFamily="18" charset="0"/>
                <a:cs typeface="Times New Roman" panose="02020603050405020304" pitchFamily="18" charset="0"/>
              </a:rPr>
              <a:t> aggregate function.</a:t>
            </a:r>
          </a:p>
          <a:p>
            <a:pPr marL="285750"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Upgraded Java from 1.8.0_181 to 1.8.0_191.</a:t>
            </a:r>
          </a:p>
          <a:p>
            <a:pPr marL="285750"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Upgraded </a:t>
            </a:r>
            <a:r>
              <a:rPr lang="en-GB" sz="1400" dirty="0" err="1">
                <a:solidFill>
                  <a:schemeClr val="tx2">
                    <a:lumMod val="50000"/>
                  </a:schemeClr>
                </a:solidFill>
                <a:latin typeface="Times New Roman" panose="02020603050405020304" pitchFamily="18" charset="0"/>
                <a:cs typeface="Times New Roman" panose="02020603050405020304" pitchFamily="18" charset="0"/>
              </a:rPr>
              <a:t>Janino</a:t>
            </a:r>
            <a:r>
              <a:rPr lang="en-GB" sz="1400" dirty="0">
                <a:solidFill>
                  <a:schemeClr val="tx2">
                    <a:lumMod val="50000"/>
                  </a:schemeClr>
                </a:solidFill>
                <a:latin typeface="Times New Roman" panose="02020603050405020304" pitchFamily="18" charset="0"/>
                <a:cs typeface="Times New Roman" panose="02020603050405020304" pitchFamily="18" charset="0"/>
              </a:rPr>
              <a:t> Java compiler from 3.0.9 to 3.0.10.</a:t>
            </a:r>
          </a:p>
          <a:p>
            <a:pPr marL="285750"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Removed Java library com.mchange.c3p0 and </a:t>
            </a:r>
            <a:r>
              <a:rPr lang="en-GB" sz="1400" dirty="0" err="1">
                <a:solidFill>
                  <a:schemeClr val="tx2">
                    <a:lumMod val="50000"/>
                  </a:schemeClr>
                </a:solidFill>
                <a:latin typeface="Times New Roman" panose="02020603050405020304" pitchFamily="18" charset="0"/>
                <a:cs typeface="Times New Roman" panose="02020603050405020304" pitchFamily="18" charset="0"/>
              </a:rPr>
              <a:t>com.mchange.mchange</a:t>
            </a:r>
            <a:r>
              <a:rPr lang="en-GB" sz="1400" dirty="0">
                <a:solidFill>
                  <a:schemeClr val="tx2">
                    <a:lumMod val="50000"/>
                  </a:schemeClr>
                </a:solidFill>
                <a:latin typeface="Times New Roman" panose="02020603050405020304" pitchFamily="18" charset="0"/>
                <a:cs typeface="Times New Roman" panose="02020603050405020304" pitchFamily="18" charset="0"/>
              </a:rPr>
              <a:t>-commons-java.</a:t>
            </a:r>
          </a:p>
          <a:p>
            <a:pPr marL="285750"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Upgraded </a:t>
            </a:r>
            <a:r>
              <a:rPr lang="en-GB" sz="1400" dirty="0" err="1">
                <a:solidFill>
                  <a:schemeClr val="tx2">
                    <a:lumMod val="50000"/>
                  </a:schemeClr>
                </a:solidFill>
                <a:latin typeface="Times New Roman" panose="02020603050405020304" pitchFamily="18" charset="0"/>
                <a:cs typeface="Times New Roman" panose="02020603050405020304" pitchFamily="18" charset="0"/>
              </a:rPr>
              <a:t>setuptools</a:t>
            </a:r>
            <a:r>
              <a:rPr lang="en-GB" sz="1400" dirty="0">
                <a:solidFill>
                  <a:schemeClr val="tx2">
                    <a:lumMod val="50000"/>
                  </a:schemeClr>
                </a:solidFill>
                <a:latin typeface="Times New Roman" panose="02020603050405020304" pitchFamily="18" charset="0"/>
                <a:cs typeface="Times New Roman" panose="02020603050405020304" pitchFamily="18" charset="0"/>
              </a:rPr>
              <a:t> in Python </a:t>
            </a:r>
            <a:r>
              <a:rPr lang="en-GB" sz="1400" dirty="0" err="1">
                <a:solidFill>
                  <a:schemeClr val="tx2">
                    <a:lumMod val="50000"/>
                  </a:schemeClr>
                </a:solidFill>
                <a:latin typeface="Times New Roman" panose="02020603050405020304" pitchFamily="18" charset="0"/>
                <a:cs typeface="Times New Roman" panose="02020603050405020304" pitchFamily="18" charset="0"/>
              </a:rPr>
              <a:t>frmo</a:t>
            </a:r>
            <a:r>
              <a:rPr lang="en-GB" sz="1400" dirty="0">
                <a:solidFill>
                  <a:schemeClr val="tx2">
                    <a:lumMod val="50000"/>
                  </a:schemeClr>
                </a:solidFill>
                <a:latin typeface="Times New Roman" panose="02020603050405020304" pitchFamily="18" charset="0"/>
                <a:cs typeface="Times New Roman" panose="02020603050405020304" pitchFamily="18" charset="0"/>
              </a:rPr>
              <a:t> 40.6.2 to 40.6.3.</a:t>
            </a:r>
          </a:p>
          <a:p>
            <a:pPr marL="285750"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Upgraded several installed R libraries. </a:t>
            </a:r>
          </a:p>
        </p:txBody>
      </p:sp>
    </p:spTree>
    <p:extLst>
      <p:ext uri="{BB962C8B-B14F-4D97-AF65-F5344CB8AC3E}">
        <p14:creationId xmlns:p14="http://schemas.microsoft.com/office/powerpoint/2010/main" val="351914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latin typeface="Times New Roman" panose="02020603050405020304" pitchFamily="18" charset="0"/>
                <a:cs typeface="Times New Roman" panose="02020603050405020304" pitchFamily="18" charset="0"/>
              </a:rPr>
              <a:t>Azure Databricks</a:t>
            </a:r>
            <a:br>
              <a:rPr lang="en-GB" sz="24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(Databricks Runtime 5.2- Python Libraries)</a:t>
            </a:r>
          </a:p>
        </p:txBody>
      </p:sp>
      <p:sp>
        <p:nvSpPr>
          <p:cNvPr id="9" name="TextBox 8">
            <a:extLst>
              <a:ext uri="{FF2B5EF4-FFF2-40B4-BE49-F238E27FC236}">
                <a16:creationId xmlns:a16="http://schemas.microsoft.com/office/drawing/2014/main" xmlns="" id="{F2E63C17-BD1F-4042-8435-896F064E91D5}"/>
              </a:ext>
            </a:extLst>
          </p:cNvPr>
          <p:cNvSpPr txBox="1"/>
          <p:nvPr/>
        </p:nvSpPr>
        <p:spPr>
          <a:xfrm>
            <a:off x="261731" y="5789494"/>
            <a:ext cx="9478617" cy="523220"/>
          </a:xfrm>
          <a:prstGeom prst="rect">
            <a:avLst/>
          </a:prstGeom>
          <a:noFill/>
        </p:spPr>
        <p:txBody>
          <a:bodyPr wrap="square" rtlCol="0">
            <a:spAutoFit/>
          </a:bodyPr>
          <a:lstStyle/>
          <a:p>
            <a:r>
              <a:rPr lang="en-GB" sz="1400" dirty="0">
                <a:solidFill>
                  <a:schemeClr val="tx2">
                    <a:lumMod val="50000"/>
                  </a:schemeClr>
                </a:solidFill>
                <a:latin typeface="Times New Roman" panose="02020603050405020304" pitchFamily="18" charset="0"/>
                <a:cs typeface="Times New Roman" panose="02020603050405020304" pitchFamily="18" charset="0"/>
              </a:rPr>
              <a:t>Installed Python Libraries</a:t>
            </a:r>
          </a:p>
          <a:p>
            <a:r>
              <a:rPr lang="en-GB" sz="1400" dirty="0">
                <a:solidFill>
                  <a:schemeClr val="tx2">
                    <a:lumMod val="50000"/>
                  </a:schemeClr>
                </a:solidFill>
                <a:latin typeface="Times New Roman" panose="02020603050405020304" pitchFamily="18" charset="0"/>
                <a:cs typeface="Times New Roman" panose="02020603050405020304" pitchFamily="18" charset="0"/>
              </a:rPr>
              <a:t>https://docs.azuredatabricks.net/release-notes/runtime/5.2.html#installed-python-libraries</a:t>
            </a:r>
          </a:p>
        </p:txBody>
      </p:sp>
      <p:pic>
        <p:nvPicPr>
          <p:cNvPr id="7" name="Content Placeholder 6">
            <a:extLst>
              <a:ext uri="{FF2B5EF4-FFF2-40B4-BE49-F238E27FC236}">
                <a16:creationId xmlns:a16="http://schemas.microsoft.com/office/drawing/2014/main" xmlns="" id="{D7ACCA93-BE07-4A40-8A45-EDF09FCC3A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6785" y="1164121"/>
            <a:ext cx="8410264" cy="4643438"/>
          </a:xfrm>
        </p:spPr>
      </p:pic>
    </p:spTree>
    <p:extLst>
      <p:ext uri="{BB962C8B-B14F-4D97-AF65-F5344CB8AC3E}">
        <p14:creationId xmlns:p14="http://schemas.microsoft.com/office/powerpoint/2010/main" val="3425898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latin typeface="Times New Roman" panose="02020603050405020304" pitchFamily="18" charset="0"/>
                <a:cs typeface="Times New Roman" panose="02020603050405020304" pitchFamily="18" charset="0"/>
              </a:rPr>
              <a:t>Azure Databricks</a:t>
            </a:r>
            <a:br>
              <a:rPr lang="en-GB" sz="24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(Databricks Runtime 5.2-  R Libraries)</a:t>
            </a:r>
          </a:p>
        </p:txBody>
      </p:sp>
      <p:sp>
        <p:nvSpPr>
          <p:cNvPr id="9" name="TextBox 8">
            <a:extLst>
              <a:ext uri="{FF2B5EF4-FFF2-40B4-BE49-F238E27FC236}">
                <a16:creationId xmlns:a16="http://schemas.microsoft.com/office/drawing/2014/main" xmlns="" id="{F2E63C17-BD1F-4042-8435-896F064E91D5}"/>
              </a:ext>
            </a:extLst>
          </p:cNvPr>
          <p:cNvSpPr txBox="1"/>
          <p:nvPr/>
        </p:nvSpPr>
        <p:spPr>
          <a:xfrm>
            <a:off x="261731" y="5789494"/>
            <a:ext cx="9478617" cy="523220"/>
          </a:xfrm>
          <a:prstGeom prst="rect">
            <a:avLst/>
          </a:prstGeom>
          <a:noFill/>
        </p:spPr>
        <p:txBody>
          <a:bodyPr wrap="square" rtlCol="0">
            <a:spAutoFit/>
          </a:bodyPr>
          <a:lstStyle/>
          <a:p>
            <a:r>
              <a:rPr lang="en-GB" sz="1400" dirty="0">
                <a:solidFill>
                  <a:schemeClr val="tx2">
                    <a:lumMod val="50000"/>
                  </a:schemeClr>
                </a:solidFill>
                <a:latin typeface="Times New Roman" panose="02020603050405020304" pitchFamily="18" charset="0"/>
                <a:cs typeface="Times New Roman" panose="02020603050405020304" pitchFamily="18" charset="0"/>
              </a:rPr>
              <a:t>Installed R Libraries</a:t>
            </a:r>
          </a:p>
          <a:p>
            <a:r>
              <a:rPr lang="en-GB" sz="1400" dirty="0">
                <a:solidFill>
                  <a:schemeClr val="tx2">
                    <a:lumMod val="50000"/>
                  </a:schemeClr>
                </a:solidFill>
                <a:latin typeface="Times New Roman" panose="02020603050405020304" pitchFamily="18" charset="0"/>
                <a:cs typeface="Times New Roman" panose="02020603050405020304" pitchFamily="18" charset="0"/>
              </a:rPr>
              <a:t>https://docs.azuredatabricks.net/release-notes/runtime/5.2.html#installed-r-libraries</a:t>
            </a:r>
          </a:p>
        </p:txBody>
      </p:sp>
      <p:pic>
        <p:nvPicPr>
          <p:cNvPr id="6" name="Content Placeholder 5">
            <a:extLst>
              <a:ext uri="{FF2B5EF4-FFF2-40B4-BE49-F238E27FC236}">
                <a16:creationId xmlns:a16="http://schemas.microsoft.com/office/drawing/2014/main" xmlns="" id="{045C0ECC-AEF9-4B87-82E0-CE3DCB5640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7700" y="1150871"/>
            <a:ext cx="8514449" cy="4643438"/>
          </a:xfrm>
        </p:spPr>
      </p:pic>
    </p:spTree>
    <p:extLst>
      <p:ext uri="{BB962C8B-B14F-4D97-AF65-F5344CB8AC3E}">
        <p14:creationId xmlns:p14="http://schemas.microsoft.com/office/powerpoint/2010/main" val="2454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latin typeface="Times New Roman" panose="02020603050405020304" pitchFamily="18" charset="0"/>
                <a:cs typeface="Times New Roman" panose="02020603050405020304" pitchFamily="18" charset="0"/>
              </a:rPr>
              <a:t>Azure Databricks</a:t>
            </a:r>
            <a:br>
              <a:rPr lang="en-GB" sz="24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(Databricks Runtime 5.2-  Java and Scala Libraries)</a:t>
            </a:r>
          </a:p>
        </p:txBody>
      </p:sp>
      <p:sp>
        <p:nvSpPr>
          <p:cNvPr id="9" name="TextBox 8">
            <a:extLst>
              <a:ext uri="{FF2B5EF4-FFF2-40B4-BE49-F238E27FC236}">
                <a16:creationId xmlns:a16="http://schemas.microsoft.com/office/drawing/2014/main" xmlns="" id="{F2E63C17-BD1F-4042-8435-896F064E91D5}"/>
              </a:ext>
            </a:extLst>
          </p:cNvPr>
          <p:cNvSpPr txBox="1"/>
          <p:nvPr/>
        </p:nvSpPr>
        <p:spPr>
          <a:xfrm>
            <a:off x="261731" y="5789494"/>
            <a:ext cx="9478617" cy="523220"/>
          </a:xfrm>
          <a:prstGeom prst="rect">
            <a:avLst/>
          </a:prstGeom>
          <a:noFill/>
        </p:spPr>
        <p:txBody>
          <a:bodyPr wrap="square" rtlCol="0">
            <a:spAutoFit/>
          </a:bodyPr>
          <a:lstStyle/>
          <a:p>
            <a:r>
              <a:rPr lang="it-IT" sz="1400" dirty="0">
                <a:solidFill>
                  <a:schemeClr val="tx2">
                    <a:lumMod val="50000"/>
                  </a:schemeClr>
                </a:solidFill>
                <a:latin typeface="Times New Roman" panose="02020603050405020304" pitchFamily="18" charset="0"/>
                <a:cs typeface="Times New Roman" panose="02020603050405020304" pitchFamily="18" charset="0"/>
              </a:rPr>
              <a:t>Installed Java and Scala libraries (Scala 2.11 cluster version)</a:t>
            </a:r>
          </a:p>
          <a:p>
            <a:r>
              <a:rPr lang="it-IT" sz="1400" dirty="0">
                <a:solidFill>
                  <a:schemeClr val="tx2">
                    <a:lumMod val="50000"/>
                  </a:schemeClr>
                </a:solidFill>
                <a:latin typeface="Times New Roman" panose="02020603050405020304" pitchFamily="18" charset="0"/>
                <a:cs typeface="Times New Roman" panose="02020603050405020304" pitchFamily="18" charset="0"/>
              </a:rPr>
              <a:t>https://docs.azuredatabricks.net/release-notes/runtime/5.2.html#installed-java-and-scala-libraries-scala-2-11-cluster-version</a:t>
            </a:r>
            <a:endParaRPr lang="en-GB" sz="1400" dirty="0">
              <a:solidFill>
                <a:schemeClr val="tx2">
                  <a:lumMod val="50000"/>
                </a:schemeClr>
              </a:solidFill>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xmlns="" id="{EB645299-BE52-41BA-B579-EE6B4DD5C0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5921" y="1164125"/>
            <a:ext cx="8458008" cy="4643438"/>
          </a:xfrm>
        </p:spPr>
      </p:pic>
    </p:spTree>
    <p:extLst>
      <p:ext uri="{BB962C8B-B14F-4D97-AF65-F5344CB8AC3E}">
        <p14:creationId xmlns:p14="http://schemas.microsoft.com/office/powerpoint/2010/main" val="1051490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latin typeface="Times New Roman" panose="02020603050405020304" pitchFamily="18" charset="0"/>
                <a:cs typeface="Times New Roman" panose="02020603050405020304" pitchFamily="18" charset="0"/>
              </a:rPr>
              <a:t>Azure Databricks</a:t>
            </a:r>
            <a:br>
              <a:rPr lang="en-GB" sz="24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(Typical Cluster for data engineer workload using the standard workspace. Scala, SQL and Python)</a:t>
            </a:r>
          </a:p>
        </p:txBody>
      </p:sp>
      <p:sp>
        <p:nvSpPr>
          <p:cNvPr id="9" name="TextBox 8">
            <a:extLst>
              <a:ext uri="{FF2B5EF4-FFF2-40B4-BE49-F238E27FC236}">
                <a16:creationId xmlns:a16="http://schemas.microsoft.com/office/drawing/2014/main" xmlns="" id="{F2E63C17-BD1F-4042-8435-896F064E91D5}"/>
              </a:ext>
            </a:extLst>
          </p:cNvPr>
          <p:cNvSpPr txBox="1"/>
          <p:nvPr/>
        </p:nvSpPr>
        <p:spPr>
          <a:xfrm>
            <a:off x="261731" y="5789494"/>
            <a:ext cx="9478617" cy="523220"/>
          </a:xfrm>
          <a:prstGeom prst="rect">
            <a:avLst/>
          </a:prstGeom>
          <a:noFill/>
        </p:spPr>
        <p:txBody>
          <a:bodyPr wrap="square" rtlCol="0">
            <a:spAutoFit/>
          </a:bodyPr>
          <a:lstStyle/>
          <a:p>
            <a:r>
              <a:rPr lang="en-GB" sz="1400" dirty="0">
                <a:solidFill>
                  <a:schemeClr val="tx2">
                    <a:lumMod val="50000"/>
                  </a:schemeClr>
                </a:solidFill>
                <a:latin typeface="Times New Roman" panose="02020603050405020304" pitchFamily="18" charset="0"/>
                <a:cs typeface="Times New Roman" panose="02020603050405020304" pitchFamily="18" charset="0"/>
              </a:rPr>
              <a:t>Standard Clusters </a:t>
            </a:r>
          </a:p>
          <a:p>
            <a:r>
              <a:rPr lang="en-GB" sz="1400" dirty="0">
                <a:solidFill>
                  <a:schemeClr val="tx2">
                    <a:lumMod val="50000"/>
                  </a:schemeClr>
                </a:solidFill>
                <a:latin typeface="Times New Roman" panose="02020603050405020304" pitchFamily="18" charset="0"/>
                <a:cs typeface="Times New Roman" panose="02020603050405020304" pitchFamily="18" charset="0"/>
              </a:rPr>
              <a:t>https://docs.azuredatabricks.net/user-guide/clusters/high-concurrency.html#standard-clusters</a:t>
            </a:r>
          </a:p>
        </p:txBody>
      </p:sp>
      <p:pic>
        <p:nvPicPr>
          <p:cNvPr id="7" name="Content Placeholder 6">
            <a:extLst>
              <a:ext uri="{FF2B5EF4-FFF2-40B4-BE49-F238E27FC236}">
                <a16:creationId xmlns:a16="http://schemas.microsoft.com/office/drawing/2014/main" xmlns="" id="{7F214D5B-8966-4E73-892D-7CABFC85C8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014" y="1487554"/>
            <a:ext cx="5443609" cy="3837552"/>
          </a:xfrm>
        </p:spPr>
      </p:pic>
      <p:pic>
        <p:nvPicPr>
          <p:cNvPr id="12" name="Picture 11">
            <a:extLst>
              <a:ext uri="{FF2B5EF4-FFF2-40B4-BE49-F238E27FC236}">
                <a16:creationId xmlns:a16="http://schemas.microsoft.com/office/drawing/2014/main" xmlns="" id="{4E278273-B2F1-4C7D-AC76-2C8C69FDD0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1870" y="1547767"/>
            <a:ext cx="3628665" cy="3126368"/>
          </a:xfrm>
          <a:prstGeom prst="rect">
            <a:avLst/>
          </a:prstGeom>
        </p:spPr>
      </p:pic>
      <p:pic>
        <p:nvPicPr>
          <p:cNvPr id="14" name="Picture 13">
            <a:extLst>
              <a:ext uri="{FF2B5EF4-FFF2-40B4-BE49-F238E27FC236}">
                <a16:creationId xmlns:a16="http://schemas.microsoft.com/office/drawing/2014/main" xmlns="" id="{F40EBD48-9443-4D9C-AEAD-D20E340330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61626" y="4697019"/>
            <a:ext cx="3442648" cy="1095062"/>
          </a:xfrm>
          <a:prstGeom prst="rect">
            <a:avLst/>
          </a:prstGeom>
        </p:spPr>
      </p:pic>
    </p:spTree>
    <p:extLst>
      <p:ext uri="{BB962C8B-B14F-4D97-AF65-F5344CB8AC3E}">
        <p14:creationId xmlns:p14="http://schemas.microsoft.com/office/powerpoint/2010/main" val="210943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latin typeface="Times New Roman" panose="02020603050405020304" pitchFamily="18" charset="0"/>
                <a:cs typeface="Times New Roman" panose="02020603050405020304" pitchFamily="18" charset="0"/>
              </a:rPr>
              <a:t>Azure Databricks</a:t>
            </a:r>
            <a:br>
              <a:rPr lang="en-GB" sz="24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(Typical Cluster for data science workload using the premium workspace. Python, R and SQL)</a:t>
            </a:r>
          </a:p>
        </p:txBody>
      </p:sp>
      <p:sp>
        <p:nvSpPr>
          <p:cNvPr id="9" name="TextBox 8">
            <a:extLst>
              <a:ext uri="{FF2B5EF4-FFF2-40B4-BE49-F238E27FC236}">
                <a16:creationId xmlns:a16="http://schemas.microsoft.com/office/drawing/2014/main" xmlns="" id="{F2E63C17-BD1F-4042-8435-896F064E91D5}"/>
              </a:ext>
            </a:extLst>
          </p:cNvPr>
          <p:cNvSpPr txBox="1"/>
          <p:nvPr/>
        </p:nvSpPr>
        <p:spPr>
          <a:xfrm>
            <a:off x="261731" y="5789494"/>
            <a:ext cx="9478617" cy="523220"/>
          </a:xfrm>
          <a:prstGeom prst="rect">
            <a:avLst/>
          </a:prstGeom>
          <a:noFill/>
        </p:spPr>
        <p:txBody>
          <a:bodyPr wrap="square" rtlCol="0">
            <a:spAutoFit/>
          </a:bodyPr>
          <a:lstStyle/>
          <a:p>
            <a:r>
              <a:rPr lang="en-GB" sz="1400" dirty="0">
                <a:solidFill>
                  <a:schemeClr val="tx2">
                    <a:lumMod val="50000"/>
                  </a:schemeClr>
                </a:solidFill>
                <a:latin typeface="Times New Roman" panose="02020603050405020304" pitchFamily="18" charset="0"/>
                <a:cs typeface="Times New Roman" panose="02020603050405020304" pitchFamily="18" charset="0"/>
              </a:rPr>
              <a:t>High Concurrency Clusters</a:t>
            </a:r>
          </a:p>
          <a:p>
            <a:r>
              <a:rPr lang="en-GB" sz="1400" dirty="0">
                <a:solidFill>
                  <a:schemeClr val="tx2">
                    <a:lumMod val="50000"/>
                  </a:schemeClr>
                </a:solidFill>
                <a:latin typeface="Times New Roman" panose="02020603050405020304" pitchFamily="18" charset="0"/>
                <a:cs typeface="Times New Roman" panose="02020603050405020304" pitchFamily="18" charset="0"/>
              </a:rPr>
              <a:t>https://docs.azuredatabricks.net/user-guide/clusters/high-concurrency.html#high-concurrency-clusters</a:t>
            </a:r>
          </a:p>
        </p:txBody>
      </p:sp>
      <p:pic>
        <p:nvPicPr>
          <p:cNvPr id="6" name="Content Placeholder 5">
            <a:extLst>
              <a:ext uri="{FF2B5EF4-FFF2-40B4-BE49-F238E27FC236}">
                <a16:creationId xmlns:a16="http://schemas.microsoft.com/office/drawing/2014/main" xmlns="" id="{428CD883-79B5-40B2-9619-DE0DE05E49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535" y="1540564"/>
            <a:ext cx="5391030" cy="3837552"/>
          </a:xfrm>
        </p:spPr>
      </p:pic>
      <p:pic>
        <p:nvPicPr>
          <p:cNvPr id="10" name="Picture 9">
            <a:extLst>
              <a:ext uri="{FF2B5EF4-FFF2-40B4-BE49-F238E27FC236}">
                <a16:creationId xmlns:a16="http://schemas.microsoft.com/office/drawing/2014/main" xmlns="" id="{B1D39C1D-EA97-42DB-8DDB-7A62976BA0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1689" y="3615045"/>
            <a:ext cx="3962526" cy="1138657"/>
          </a:xfrm>
          <a:prstGeom prst="rect">
            <a:avLst/>
          </a:prstGeom>
        </p:spPr>
      </p:pic>
      <p:pic>
        <p:nvPicPr>
          <p:cNvPr id="11" name="Picture 10">
            <a:extLst>
              <a:ext uri="{FF2B5EF4-FFF2-40B4-BE49-F238E27FC236}">
                <a16:creationId xmlns:a16="http://schemas.microsoft.com/office/drawing/2014/main" xmlns="" id="{9ECA96CB-E258-4B73-B755-61B0D44DE7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61626" y="4803035"/>
            <a:ext cx="3442648" cy="1095062"/>
          </a:xfrm>
          <a:prstGeom prst="rect">
            <a:avLst/>
          </a:prstGeom>
        </p:spPr>
      </p:pic>
      <p:pic>
        <p:nvPicPr>
          <p:cNvPr id="13" name="Picture 12">
            <a:extLst>
              <a:ext uri="{FF2B5EF4-FFF2-40B4-BE49-F238E27FC236}">
                <a16:creationId xmlns:a16="http://schemas.microsoft.com/office/drawing/2014/main" xmlns="" id="{2E473288-B9BD-44E6-B800-8B323BCBC2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7415" y="1141374"/>
            <a:ext cx="2537577" cy="2348886"/>
          </a:xfrm>
          <a:prstGeom prst="rect">
            <a:avLst/>
          </a:prstGeom>
        </p:spPr>
      </p:pic>
    </p:spTree>
    <p:extLst>
      <p:ext uri="{BB962C8B-B14F-4D97-AF65-F5344CB8AC3E}">
        <p14:creationId xmlns:p14="http://schemas.microsoft.com/office/powerpoint/2010/main" val="2424519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latin typeface="Times New Roman" panose="02020603050405020304" pitchFamily="18" charset="0"/>
                <a:cs typeface="Times New Roman" panose="02020603050405020304" pitchFamily="18" charset="0"/>
              </a:rPr>
              <a:t>Azure Databricks</a:t>
            </a:r>
            <a:br>
              <a:rPr lang="en-GB" sz="24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(Secret scopes)</a:t>
            </a:r>
          </a:p>
        </p:txBody>
      </p:sp>
      <p:sp>
        <p:nvSpPr>
          <p:cNvPr id="9" name="TextBox 8">
            <a:extLst>
              <a:ext uri="{FF2B5EF4-FFF2-40B4-BE49-F238E27FC236}">
                <a16:creationId xmlns:a16="http://schemas.microsoft.com/office/drawing/2014/main" xmlns="" id="{F2E63C17-BD1F-4042-8435-896F064E91D5}"/>
              </a:ext>
            </a:extLst>
          </p:cNvPr>
          <p:cNvSpPr txBox="1"/>
          <p:nvPr/>
        </p:nvSpPr>
        <p:spPr>
          <a:xfrm>
            <a:off x="261731" y="5789494"/>
            <a:ext cx="9478617" cy="523220"/>
          </a:xfrm>
          <a:prstGeom prst="rect">
            <a:avLst/>
          </a:prstGeom>
          <a:noFill/>
        </p:spPr>
        <p:txBody>
          <a:bodyPr wrap="square" rtlCol="0">
            <a:spAutoFit/>
          </a:bodyPr>
          <a:lstStyle/>
          <a:p>
            <a:r>
              <a:rPr lang="en-GB" sz="1400" dirty="0">
                <a:solidFill>
                  <a:schemeClr val="tx2">
                    <a:lumMod val="50000"/>
                  </a:schemeClr>
                </a:solidFill>
                <a:latin typeface="Times New Roman" panose="02020603050405020304" pitchFamily="18" charset="0"/>
                <a:cs typeface="Times New Roman" panose="02020603050405020304" pitchFamily="18" charset="0"/>
              </a:rPr>
              <a:t>Secret Scopes</a:t>
            </a:r>
          </a:p>
          <a:p>
            <a:r>
              <a:rPr lang="en-GB" sz="1400" dirty="0">
                <a:solidFill>
                  <a:schemeClr val="tx2">
                    <a:lumMod val="50000"/>
                  </a:schemeClr>
                </a:solidFill>
                <a:latin typeface="Times New Roman" panose="02020603050405020304" pitchFamily="18" charset="0"/>
                <a:cs typeface="Times New Roman" panose="02020603050405020304" pitchFamily="18" charset="0"/>
              </a:rPr>
              <a:t>https://docs.azuredatabricks.net/user-guide/secrets/secret-scopes.html</a:t>
            </a:r>
          </a:p>
        </p:txBody>
      </p:sp>
      <p:pic>
        <p:nvPicPr>
          <p:cNvPr id="12" name="Content Placeholder 11">
            <a:extLst>
              <a:ext uri="{FF2B5EF4-FFF2-40B4-BE49-F238E27FC236}">
                <a16:creationId xmlns:a16="http://schemas.microsoft.com/office/drawing/2014/main" xmlns="" id="{3619FC31-B95F-4EA8-9BD2-D6881D0593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3086" y="1635955"/>
            <a:ext cx="3708183" cy="3487739"/>
          </a:xfrm>
        </p:spPr>
      </p:pic>
      <p:pic>
        <p:nvPicPr>
          <p:cNvPr id="15" name="Picture 14">
            <a:extLst>
              <a:ext uri="{FF2B5EF4-FFF2-40B4-BE49-F238E27FC236}">
                <a16:creationId xmlns:a16="http://schemas.microsoft.com/office/drawing/2014/main" xmlns="" id="{3A2A7270-FF0D-464D-86A9-3C09DDCAC3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2228" y="1654519"/>
            <a:ext cx="5591679" cy="1799679"/>
          </a:xfrm>
          <a:prstGeom prst="rect">
            <a:avLst/>
          </a:prstGeom>
        </p:spPr>
      </p:pic>
      <p:sp>
        <p:nvSpPr>
          <p:cNvPr id="16" name="TextBox 15">
            <a:extLst>
              <a:ext uri="{FF2B5EF4-FFF2-40B4-BE49-F238E27FC236}">
                <a16:creationId xmlns:a16="http://schemas.microsoft.com/office/drawing/2014/main" xmlns="" id="{E02EF8F7-DEC3-4BD3-9084-53BA875D5BC0}"/>
              </a:ext>
            </a:extLst>
          </p:cNvPr>
          <p:cNvSpPr txBox="1"/>
          <p:nvPr/>
        </p:nvSpPr>
        <p:spPr>
          <a:xfrm>
            <a:off x="4065480" y="3962694"/>
            <a:ext cx="5688120" cy="954107"/>
          </a:xfrm>
          <a:prstGeom prst="rect">
            <a:avLst/>
          </a:prstGeom>
          <a:noFill/>
        </p:spPr>
        <p:txBody>
          <a:bodyPr wrap="square" rtlCol="0">
            <a:spAutoFit/>
          </a:bodyPr>
          <a:lstStyle/>
          <a:p>
            <a:r>
              <a:rPr lang="en-GB" sz="1400" dirty="0">
                <a:solidFill>
                  <a:schemeClr val="tx2">
                    <a:lumMod val="50000"/>
                  </a:schemeClr>
                </a:solidFill>
                <a:latin typeface="Times New Roman" panose="02020603050405020304" pitchFamily="18" charset="0"/>
                <a:cs typeface="Times New Roman" panose="02020603050405020304" pitchFamily="18" charset="0"/>
              </a:rPr>
              <a:t>Create a scope:</a:t>
            </a:r>
          </a:p>
          <a:p>
            <a:pPr marL="285750" indent="-285750">
              <a:buFont typeface="Arial" panose="020B0604020202020204" pitchFamily="34" charset="0"/>
              <a:buChar char="•"/>
            </a:pPr>
            <a:r>
              <a:rPr lang="en-GB" sz="1400" dirty="0">
                <a:solidFill>
                  <a:schemeClr val="tx2">
                    <a:lumMod val="50000"/>
                  </a:schemeClr>
                </a:solidFill>
                <a:latin typeface="Times New Roman" panose="02020603050405020304" pitchFamily="18" charset="0"/>
                <a:cs typeface="Times New Roman" panose="02020603050405020304" pitchFamily="18" charset="0"/>
              </a:rPr>
              <a:t>Verify that you have Owner permission on the Azure Key Vault instance that you want to use to back the secret scope.</a:t>
            </a:r>
          </a:p>
          <a:p>
            <a:pPr marL="285750" indent="-285750">
              <a:buFont typeface="Arial" panose="020B0604020202020204" pitchFamily="34" charset="0"/>
              <a:buChar char="•"/>
            </a:pPr>
            <a:r>
              <a:rPr lang="pl-PL" sz="1400" dirty="0">
                <a:solidFill>
                  <a:schemeClr val="tx2">
                    <a:lumMod val="50000"/>
                  </a:schemeClr>
                </a:solidFill>
                <a:latin typeface="Times New Roman" panose="02020603050405020304" pitchFamily="18" charset="0"/>
                <a:cs typeface="Times New Roman" panose="02020603050405020304" pitchFamily="18" charset="0"/>
              </a:rPr>
              <a:t>Go to https://&lt;your_azure_databricks_url&gt;#secrets/createScope</a:t>
            </a:r>
            <a:endParaRPr lang="en-GB" sz="1400" dirty="0">
              <a:solidFill>
                <a:schemeClr val="tx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9636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latin typeface="Times New Roman" panose="02020603050405020304" pitchFamily="18" charset="0"/>
                <a:cs typeface="Times New Roman" panose="02020603050405020304" pitchFamily="18" charset="0"/>
              </a:rPr>
              <a:t>Azure Databricks</a:t>
            </a:r>
            <a:br>
              <a:rPr lang="en-GB" sz="24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(Generic Usage Scenario for Data Engineer/Data Science workload)</a:t>
            </a:r>
          </a:p>
        </p:txBody>
      </p:sp>
      <p:sp>
        <p:nvSpPr>
          <p:cNvPr id="9" name="TextBox 8">
            <a:extLst>
              <a:ext uri="{FF2B5EF4-FFF2-40B4-BE49-F238E27FC236}">
                <a16:creationId xmlns:a16="http://schemas.microsoft.com/office/drawing/2014/main" xmlns="" id="{F2E63C17-BD1F-4042-8435-896F064E91D5}"/>
              </a:ext>
            </a:extLst>
          </p:cNvPr>
          <p:cNvSpPr txBox="1"/>
          <p:nvPr/>
        </p:nvSpPr>
        <p:spPr>
          <a:xfrm>
            <a:off x="261731" y="5789494"/>
            <a:ext cx="9478617" cy="523220"/>
          </a:xfrm>
          <a:prstGeom prst="rect">
            <a:avLst/>
          </a:prstGeom>
          <a:noFill/>
        </p:spPr>
        <p:txBody>
          <a:bodyPr wrap="square" rtlCol="0">
            <a:spAutoFit/>
          </a:bodyPr>
          <a:lstStyle/>
          <a:p>
            <a:r>
              <a:rPr lang="en-GB" sz="1400" dirty="0">
                <a:solidFill>
                  <a:schemeClr val="tx2">
                    <a:lumMod val="50000"/>
                  </a:schemeClr>
                </a:solidFill>
                <a:latin typeface="Times New Roman" panose="02020603050405020304" pitchFamily="18" charset="0"/>
                <a:cs typeface="Times New Roman" panose="02020603050405020304" pitchFamily="18" charset="0"/>
              </a:rPr>
              <a:t>Scenarios</a:t>
            </a:r>
          </a:p>
          <a:p>
            <a:r>
              <a:rPr lang="en-GB" sz="1400" dirty="0">
                <a:solidFill>
                  <a:schemeClr val="tx2">
                    <a:lumMod val="50000"/>
                  </a:schemeClr>
                </a:solidFill>
                <a:latin typeface="Times New Roman" panose="02020603050405020304" pitchFamily="18" charset="0"/>
                <a:cs typeface="Times New Roman" panose="02020603050405020304" pitchFamily="18" charset="0"/>
              </a:rPr>
              <a:t>https://docs.databricks.com/administration-guide/cloud-configurations/aws/cmbp.html#scenarios</a:t>
            </a:r>
          </a:p>
        </p:txBody>
      </p:sp>
      <p:pic>
        <p:nvPicPr>
          <p:cNvPr id="11" name="Content Placeholder 10">
            <a:extLst>
              <a:ext uri="{FF2B5EF4-FFF2-40B4-BE49-F238E27FC236}">
                <a16:creationId xmlns:a16="http://schemas.microsoft.com/office/drawing/2014/main" xmlns="" id="{E0AC246B-9D90-482E-BC41-5F844750BC3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7834" y="1405517"/>
            <a:ext cx="9582150" cy="4187157"/>
          </a:xfrm>
        </p:spPr>
      </p:pic>
    </p:spTree>
    <p:extLst>
      <p:ext uri="{BB962C8B-B14F-4D97-AF65-F5344CB8AC3E}">
        <p14:creationId xmlns:p14="http://schemas.microsoft.com/office/powerpoint/2010/main" val="1970707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latin typeface="Times New Roman" panose="02020603050405020304" pitchFamily="18" charset="0"/>
                <a:cs typeface="Times New Roman" panose="02020603050405020304" pitchFamily="18" charset="0"/>
              </a:rPr>
              <a:t>Azure Databricks</a:t>
            </a:r>
            <a:br>
              <a:rPr lang="en-GB" sz="24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(Azure Data Factory Default Pattern)</a:t>
            </a:r>
          </a:p>
        </p:txBody>
      </p:sp>
      <p:sp>
        <p:nvSpPr>
          <p:cNvPr id="9" name="TextBox 8">
            <a:extLst>
              <a:ext uri="{FF2B5EF4-FFF2-40B4-BE49-F238E27FC236}">
                <a16:creationId xmlns:a16="http://schemas.microsoft.com/office/drawing/2014/main" xmlns="" id="{F2E63C17-BD1F-4042-8435-896F064E91D5}"/>
              </a:ext>
            </a:extLst>
          </p:cNvPr>
          <p:cNvSpPr txBox="1"/>
          <p:nvPr/>
        </p:nvSpPr>
        <p:spPr>
          <a:xfrm>
            <a:off x="261731" y="5789494"/>
            <a:ext cx="9478617" cy="523220"/>
          </a:xfrm>
          <a:prstGeom prst="rect">
            <a:avLst/>
          </a:prstGeom>
          <a:noFill/>
        </p:spPr>
        <p:txBody>
          <a:bodyPr wrap="square" rtlCol="0">
            <a:spAutoFit/>
          </a:bodyPr>
          <a:lstStyle/>
          <a:p>
            <a:r>
              <a:rPr lang="en-GB" sz="1400" dirty="0">
                <a:solidFill>
                  <a:schemeClr val="tx2">
                    <a:lumMod val="50000"/>
                  </a:schemeClr>
                </a:solidFill>
                <a:latin typeface="Times New Roman" panose="02020603050405020304" pitchFamily="18" charset="0"/>
                <a:cs typeface="Times New Roman" panose="02020603050405020304" pitchFamily="18" charset="0"/>
              </a:rPr>
              <a:t>Azure Data Factory Documentation</a:t>
            </a:r>
          </a:p>
          <a:p>
            <a:r>
              <a:rPr lang="en-GB" sz="1400" dirty="0">
                <a:solidFill>
                  <a:schemeClr val="tx2">
                    <a:lumMod val="50000"/>
                  </a:schemeClr>
                </a:solidFill>
                <a:latin typeface="Times New Roman" panose="02020603050405020304" pitchFamily="18" charset="0"/>
                <a:cs typeface="Times New Roman" panose="02020603050405020304" pitchFamily="18" charset="0"/>
              </a:rPr>
              <a:t>https://docs.microsoft.com/en-us/azure/data-factory/</a:t>
            </a:r>
          </a:p>
        </p:txBody>
      </p:sp>
      <p:pic>
        <p:nvPicPr>
          <p:cNvPr id="7" name="Content Placeholder 6">
            <a:extLst>
              <a:ext uri="{FF2B5EF4-FFF2-40B4-BE49-F238E27FC236}">
                <a16:creationId xmlns:a16="http://schemas.microsoft.com/office/drawing/2014/main" xmlns="" id="{DBBCA1AC-74DB-4460-9010-0B8D66BE11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8841" y="1258737"/>
            <a:ext cx="5566321" cy="4526598"/>
          </a:xfrm>
        </p:spPr>
      </p:pic>
    </p:spTree>
    <p:extLst>
      <p:ext uri="{BB962C8B-B14F-4D97-AF65-F5344CB8AC3E}">
        <p14:creationId xmlns:p14="http://schemas.microsoft.com/office/powerpoint/2010/main" val="14789576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400" dirty="0">
                <a:latin typeface="Times New Roman" panose="02020603050405020304" pitchFamily="18" charset="0"/>
                <a:cs typeface="Times New Roman" panose="02020603050405020304" pitchFamily="18" charset="0"/>
              </a:rPr>
              <a:t>Azure Databricks</a:t>
            </a:r>
            <a:br>
              <a:rPr lang="en-GB" sz="2400" dirty="0">
                <a:latin typeface="Times New Roman" panose="02020603050405020304" pitchFamily="18" charset="0"/>
                <a:cs typeface="Times New Roman" panose="02020603050405020304" pitchFamily="18" charset="0"/>
              </a:rPr>
            </a:br>
            <a:r>
              <a:rPr lang="en-GB" sz="1800" dirty="0">
                <a:latin typeface="Times New Roman" panose="02020603050405020304" pitchFamily="18" charset="0"/>
                <a:cs typeface="Times New Roman" panose="02020603050405020304" pitchFamily="18" charset="0"/>
              </a:rPr>
              <a:t>(Azure Data Factory Publish/Subscribe Pattern)</a:t>
            </a:r>
          </a:p>
        </p:txBody>
      </p:sp>
      <p:sp>
        <p:nvSpPr>
          <p:cNvPr id="9" name="TextBox 8">
            <a:extLst>
              <a:ext uri="{FF2B5EF4-FFF2-40B4-BE49-F238E27FC236}">
                <a16:creationId xmlns:a16="http://schemas.microsoft.com/office/drawing/2014/main" xmlns="" id="{F2E63C17-BD1F-4042-8435-896F064E91D5}"/>
              </a:ext>
            </a:extLst>
          </p:cNvPr>
          <p:cNvSpPr txBox="1"/>
          <p:nvPr/>
        </p:nvSpPr>
        <p:spPr>
          <a:xfrm>
            <a:off x="261731" y="5789494"/>
            <a:ext cx="9478617" cy="523220"/>
          </a:xfrm>
          <a:prstGeom prst="rect">
            <a:avLst/>
          </a:prstGeom>
          <a:noFill/>
        </p:spPr>
        <p:txBody>
          <a:bodyPr wrap="square" rtlCol="0">
            <a:spAutoFit/>
          </a:bodyPr>
          <a:lstStyle/>
          <a:p>
            <a:r>
              <a:rPr lang="en-GB" sz="1400" dirty="0">
                <a:solidFill>
                  <a:schemeClr val="tx2">
                    <a:lumMod val="50000"/>
                  </a:schemeClr>
                </a:solidFill>
                <a:latin typeface="Times New Roman" panose="02020603050405020304" pitchFamily="18" charset="0"/>
                <a:cs typeface="Times New Roman" panose="02020603050405020304" pitchFamily="18" charset="0"/>
              </a:rPr>
              <a:t>Get started with Service Bus topics</a:t>
            </a:r>
          </a:p>
          <a:p>
            <a:r>
              <a:rPr lang="en-GB" sz="1400" dirty="0">
                <a:solidFill>
                  <a:schemeClr val="tx2">
                    <a:lumMod val="50000"/>
                  </a:schemeClr>
                </a:solidFill>
                <a:latin typeface="Times New Roman" panose="02020603050405020304" pitchFamily="18" charset="0"/>
                <a:cs typeface="Times New Roman" panose="02020603050405020304" pitchFamily="18" charset="0"/>
              </a:rPr>
              <a:t>https://docs.microsoft.com/en-us/azure/service-bus-messaging/service-bus-dotnet-how-to-use-topics-subscriptions</a:t>
            </a:r>
          </a:p>
        </p:txBody>
      </p:sp>
      <p:pic>
        <p:nvPicPr>
          <p:cNvPr id="6" name="Content Placeholder 5">
            <a:extLst>
              <a:ext uri="{FF2B5EF4-FFF2-40B4-BE49-F238E27FC236}">
                <a16:creationId xmlns:a16="http://schemas.microsoft.com/office/drawing/2014/main" xmlns="" id="{BD4FC605-F945-42D7-9220-147883C28E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6914" y="1729129"/>
            <a:ext cx="9137655" cy="3520932"/>
          </a:xfrm>
        </p:spPr>
      </p:pic>
    </p:spTree>
    <p:extLst>
      <p:ext uri="{BB962C8B-B14F-4D97-AF65-F5344CB8AC3E}">
        <p14:creationId xmlns:p14="http://schemas.microsoft.com/office/powerpoint/2010/main" val="42546611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7192&quot;/&gt;&lt;partner val=&quot;610&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eweekdayFirstOfWeek val=&quot;2&quot;/&gt;&lt;m_mruColor&gt;&lt;m_vecMRU length=&quot;0&quot;/&gt;&lt;/m_mruColor&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gt;,&lt;/m_chDecimalSymbol&gt;&lt;m_nGroupingDigits val=&quot;3&quot;/&gt;&lt;m_chGroupingSymbol&gt;.&lt;/m_chGroupingSymbol&gt;&lt;/m_precDefault&gt;&lt;/CDefaultPrec&gt;&lt;/root&gt;"/>
  <p:tag name="THINKCELLUNDODONOTDELETE" val="6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oGq5J2dxDUm3Ma.7NhQKK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jfCn1rK4qUmp5lj5ISq8x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J_rDdt6HIk6q49v0xMSrT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TzZ9AyfU70.O66e.c9FkV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pjQt7HR0uEmHGOBxH6tjbg"/>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IUq26z0rEkWiApiWfpkFX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nRCdww2x_kWXwqqw_did_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TzZ9AyfU70.O66e.c9FkV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jDnCrkojv0SGcwHGEYrPF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pOFNbajSUEaO0T7L3_MyVA"/>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zDbv4V7vT0WxnXgCD5MXWQ"/>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e11Y1Bb0l0irz8SJoiUMeg"/>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Zmxc0iXCQkmeiJMOi0JxKg"/>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cF9GXJfe4kWec6UHbfCPKw"/>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6kAk9o_lW0Ov.hm_5XvnyQ"/>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OxU61rCZf0ui2sg3.Ux._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heme/theme1.xml><?xml version="1.0" encoding="utf-8"?>
<a:theme xmlns:a="http://schemas.openxmlformats.org/drawingml/2006/main" name="ppt_Template_Capgemini">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Section break">
  <a:themeElements>
    <a:clrScheme name="Capgemini Palette">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losing slides">
  <a:themeElements>
    <a:clrScheme name="Capgemini Palette">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ED9850E44F6EF47B5148E85D8A71DDB" ma:contentTypeVersion="2" ma:contentTypeDescription="Create a new document." ma:contentTypeScope="" ma:versionID="66a44f43e7bc2bdbf6343bb146cd52f1">
  <xsd:schema xmlns:xsd="http://www.w3.org/2001/XMLSchema" xmlns:xs="http://www.w3.org/2001/XMLSchema" xmlns:p="http://schemas.microsoft.com/office/2006/metadata/properties" xmlns:ns2="8b00697a-7177-4cd1-a814-f67c7e14465b" targetNamespace="http://schemas.microsoft.com/office/2006/metadata/properties" ma:root="true" ma:fieldsID="41220227e22493b8fbae5ced72504e78" ns2:_="">
    <xsd:import namespace="8b00697a-7177-4cd1-a814-f67c7e14465b"/>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00697a-7177-4cd1-a814-f67c7e1446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2F1BDED-566A-4600-96A9-46394FF95843}">
  <ds:schemaRefs>
    <ds:schemaRef ds:uri="http://schemas.microsoft.com/sharepoint/v3/contenttype/forms"/>
  </ds:schemaRefs>
</ds:datastoreItem>
</file>

<file path=customXml/itemProps2.xml><?xml version="1.0" encoding="utf-8"?>
<ds:datastoreItem xmlns:ds="http://schemas.openxmlformats.org/officeDocument/2006/customXml" ds:itemID="{26B6C14C-2B82-450C-A649-A47D8FD30E69}"/>
</file>

<file path=customXml/itemProps3.xml><?xml version="1.0" encoding="utf-8"?>
<ds:datastoreItem xmlns:ds="http://schemas.openxmlformats.org/officeDocument/2006/customXml" ds:itemID="{5BF71810-F54F-48CB-B438-87CE26E94FD2}">
  <ds:schemaRefs>
    <ds:schemaRef ds:uri="http://schemas.microsoft.com/office/2006/documentManagement/types"/>
    <ds:schemaRef ds:uri="http://schemas.openxmlformats.org/package/2006/metadata/core-properties"/>
    <ds:schemaRef ds:uri="http://purl.org/dc/dcmitype/"/>
    <ds:schemaRef ds:uri="http://purl.org/dc/elements/1.1/"/>
    <ds:schemaRef ds:uri="http://schemas.microsoft.com/office/2006/metadata/properties"/>
    <ds:schemaRef ds:uri="http://schemas.microsoft.com/office/infopath/2007/PartnerControl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ppt_template_coveroption1</Template>
  <TotalTime>37300</TotalTime>
  <Words>537</Words>
  <Application>Microsoft Office PowerPoint</Application>
  <PresentationFormat>A4 Paper (210x297 mm)</PresentationFormat>
  <Paragraphs>102</Paragraphs>
  <Slides>20</Slides>
  <Notes>0</Notes>
  <HiddenSlides>0</HiddenSlides>
  <MMClips>0</MMClips>
  <ScaleCrop>false</ScaleCrop>
  <HeadingPairs>
    <vt:vector size="8" baseType="variant">
      <vt:variant>
        <vt:lpstr>Fonts Used</vt:lpstr>
      </vt:variant>
      <vt:variant>
        <vt:i4>5</vt:i4>
      </vt:variant>
      <vt:variant>
        <vt:lpstr>Theme</vt:lpstr>
      </vt:variant>
      <vt:variant>
        <vt:i4>3</vt:i4>
      </vt:variant>
      <vt:variant>
        <vt:lpstr>Embedded OLE Servers</vt:lpstr>
      </vt:variant>
      <vt:variant>
        <vt:i4>1</vt:i4>
      </vt:variant>
      <vt:variant>
        <vt:lpstr>Slide Titles</vt:lpstr>
      </vt:variant>
      <vt:variant>
        <vt:i4>20</vt:i4>
      </vt:variant>
    </vt:vector>
  </HeadingPairs>
  <TitlesOfParts>
    <vt:vector size="29" baseType="lpstr">
      <vt:lpstr>Arial</vt:lpstr>
      <vt:lpstr>Calibri</vt:lpstr>
      <vt:lpstr>Helvetica Light</vt:lpstr>
      <vt:lpstr>Times New Roman</vt:lpstr>
      <vt:lpstr>Wingdings</vt:lpstr>
      <vt:lpstr>ppt_Template_Capgemini</vt:lpstr>
      <vt:lpstr>Section break</vt:lpstr>
      <vt:lpstr>Closing slides</vt:lpstr>
      <vt:lpstr>think-cell Slide</vt:lpstr>
      <vt:lpstr>Azure Databricks Overview</vt:lpstr>
      <vt:lpstr>Azure Databricks  (Apache Spark-based analytics platform optimized for the Microsoft Azure cloud services platform)</vt:lpstr>
      <vt:lpstr>Azure Databricks (A Technical Overview of Azure Databricks)</vt:lpstr>
      <vt:lpstr>Azure Databricks  (Create a workspace)</vt:lpstr>
      <vt:lpstr>Azure Databricks (Workspace Standard &amp; Premium)</vt:lpstr>
      <vt:lpstr>Azure Databricks (Workspace Premium Role Based Access Control)</vt:lpstr>
      <vt:lpstr>Azure Databricks (Workspace Premium Role Based Access Control)</vt:lpstr>
      <vt:lpstr>Azure Databricks (Databricks Runtime)</vt:lpstr>
      <vt:lpstr>Azure Databricks (Databricks Runtime - Phases of a version)</vt:lpstr>
      <vt:lpstr>Azure Databricks (Databricks Runtime – Current Releases)</vt:lpstr>
      <vt:lpstr>Azure Databricks (Databricks Runtime 5.2)</vt:lpstr>
      <vt:lpstr>Azure Databricks (Databricks Runtime 5.2- Python Libraries)</vt:lpstr>
      <vt:lpstr>Azure Databricks (Databricks Runtime 5.2-  R Libraries)</vt:lpstr>
      <vt:lpstr>Azure Databricks (Databricks Runtime 5.2-  Java and Scala Libraries)</vt:lpstr>
      <vt:lpstr>Azure Databricks (Typical Cluster for data engineer workload using the standard workspace. Scala, SQL and Python)</vt:lpstr>
      <vt:lpstr>Azure Databricks (Typical Cluster for data science workload using the premium workspace. Python, R and SQL)</vt:lpstr>
      <vt:lpstr>Azure Databricks (Secret scopes)</vt:lpstr>
      <vt:lpstr>Azure Databricks (Generic Usage Scenario for Data Engineer/Data Science workload)</vt:lpstr>
      <vt:lpstr>Azure Databricks (Azure Data Factory Default Pattern)</vt:lpstr>
      <vt:lpstr>Azure Databricks (Azure Data Factory Publish/Subscribe Pattern)</vt:lpstr>
    </vt:vector>
  </TitlesOfParts>
  <Company>Capgemini</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do we refine the targets?</dc:title>
  <dc:subject>ppt Template</dc:subject>
  <dc:creator>House, Kevin</dc:creator>
  <cp:lastModifiedBy>Das, Moupiya</cp:lastModifiedBy>
  <cp:revision>484</cp:revision>
  <dcterms:created xsi:type="dcterms:W3CDTF">2017-04-19T08:38:11Z</dcterms:created>
  <dcterms:modified xsi:type="dcterms:W3CDTF">2019-04-12T08:25:41Z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0x010100AED9850E44F6EF47B5148E85D8A71DDB</vt:lpwstr>
  </property>
</Properties>
</file>
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838" r:id="rId2"/>
    <p:sldMasterId id="2147483878" r:id="rId3"/>
  </p:sldMasterIdLst>
  <p:notesMasterIdLst>
    <p:notesMasterId r:id="rId9"/>
  </p:notesMasterIdLst>
  <p:handoutMasterIdLst>
    <p:handoutMasterId r:id="rId10"/>
  </p:handoutMasterIdLst>
  <p:sldIdLst>
    <p:sldId id="256" r:id="rId4"/>
    <p:sldId id="322" r:id="rId5"/>
    <p:sldId id="323" r:id="rId6"/>
    <p:sldId id="324" r:id="rId7"/>
    <p:sldId id="328" r:id="rId8"/>
  </p:sldIdLst>
  <p:sldSz cx="12192000" cy="6858000"/>
  <p:notesSz cx="6858000" cy="9144000"/>
  <p:custDataLst>
    <p:tags r:id="rId11"/>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99C"/>
    <a:srgbClr val="6D64CC"/>
    <a:srgbClr val="C7FF17"/>
    <a:srgbClr val="CC2980"/>
    <a:srgbClr val="80B8D6"/>
    <a:srgbClr val="88D5ED"/>
    <a:srgbClr val="FF6327"/>
    <a:srgbClr val="860864"/>
    <a:srgbClr val="FF7D82"/>
    <a:srgbClr val="6E6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0" autoAdjust="0"/>
    <p:restoredTop sz="95759" autoAdjust="0"/>
  </p:normalViewPr>
  <p:slideViewPr>
    <p:cSldViewPr>
      <p:cViewPr varScale="1">
        <p:scale>
          <a:sx n="70" d="100"/>
          <a:sy n="70" d="100"/>
        </p:scale>
        <p:origin x="540" y="60"/>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7" d="100"/>
          <a:sy n="77" d="100"/>
        </p:scale>
        <p:origin x="1692" y="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42"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xmlns=""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07/10/2019</a:t>
            </a:fld>
            <a:endParaRPr lang="pt-PT" sz="900"/>
          </a:p>
        </p:txBody>
      </p:sp>
      <p:sp>
        <p:nvSpPr>
          <p:cNvPr id="4" name="Footer Placeholder 3">
            <a:extLst>
              <a:ext uri="{FF2B5EF4-FFF2-40B4-BE49-F238E27FC236}">
                <a16:creationId xmlns:a16="http://schemas.microsoft.com/office/drawing/2014/main" xmlns=""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xmlns=""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07/10/2019</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2026062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2.emf"/><Relationship Id="rId2" Type="http://schemas.openxmlformats.org/officeDocument/2006/relationships/tags" Target="../tags/tag15.xml"/><Relationship Id="rId1" Type="http://schemas.openxmlformats.org/officeDocument/2006/relationships/vmlDrawing" Target="../drawings/vmlDrawing11.vml"/><Relationship Id="rId6" Type="http://schemas.openxmlformats.org/officeDocument/2006/relationships/oleObject" Target="../embeddings/oleObject11.bin"/><Relationship Id="rId5" Type="http://schemas.openxmlformats.org/officeDocument/2006/relationships/image" Target="../media/image3.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slideMaster" Target="../slideMasters/slideMaster3.xml"/><Relationship Id="rId7" Type="http://schemas.openxmlformats.org/officeDocument/2006/relationships/image" Target="../media/image3.png"/><Relationship Id="rId2" Type="http://schemas.openxmlformats.org/officeDocument/2006/relationships/tags" Target="../tags/tag16.xml"/><Relationship Id="rId1" Type="http://schemas.openxmlformats.org/officeDocument/2006/relationships/vmlDrawing" Target="../drawings/vmlDrawing12.vml"/><Relationship Id="rId6" Type="http://schemas.openxmlformats.org/officeDocument/2006/relationships/image" Target="../media/image5.png"/><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tags" Target="../tags/tag18.xml"/><Relationship Id="rId7" Type="http://schemas.openxmlformats.org/officeDocument/2006/relationships/image" Target="../media/image3.png"/><Relationship Id="rId2" Type="http://schemas.openxmlformats.org/officeDocument/2006/relationships/tags" Target="../tags/tag17.xml"/><Relationship Id="rId1" Type="http://schemas.openxmlformats.org/officeDocument/2006/relationships/vmlDrawing" Target="../drawings/vmlDrawing13.vml"/><Relationship Id="rId6" Type="http://schemas.openxmlformats.org/officeDocument/2006/relationships/image" Target="../media/image2.emf"/><Relationship Id="rId5" Type="http://schemas.openxmlformats.org/officeDocument/2006/relationships/oleObject" Target="../embeddings/oleObject13.bin"/><Relationship Id="rId4"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3.svg"/><Relationship Id="rId2" Type="http://schemas.openxmlformats.org/officeDocument/2006/relationships/tags" Target="../tags/tag20.xml"/><Relationship Id="rId1" Type="http://schemas.openxmlformats.org/officeDocument/2006/relationships/vmlDrawing" Target="../drawings/vmlDrawing15.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15.bin"/></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3.xml"/><Relationship Id="rId1" Type="http://schemas.openxmlformats.org/officeDocument/2006/relationships/tags" Target="../tags/tag21.xml"/><Relationship Id="rId5" Type="http://schemas.openxmlformats.org/officeDocument/2006/relationships/image" Target="../media/image3.sv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3.xml"/><Relationship Id="rId1" Type="http://schemas.openxmlformats.org/officeDocument/2006/relationships/tags" Target="../tags/tag22.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2.emf"/><Relationship Id="rId2" Type="http://schemas.openxmlformats.org/officeDocument/2006/relationships/tags" Target="../tags/tag23.xml"/><Relationship Id="rId1" Type="http://schemas.openxmlformats.org/officeDocument/2006/relationships/vmlDrawing" Target="../drawings/vmlDrawing16.vml"/><Relationship Id="rId6" Type="http://schemas.openxmlformats.org/officeDocument/2006/relationships/oleObject" Target="../embeddings/oleObject16.bin"/><Relationship Id="rId5" Type="http://schemas.openxmlformats.org/officeDocument/2006/relationships/slideMaster" Target="../slideMasters/slideMaster3.xml"/><Relationship Id="rId4"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6.xml"/><Relationship Id="rId1" Type="http://schemas.openxmlformats.org/officeDocument/2006/relationships/vmlDrawing" Target="../drawings/vmlDrawing17.vml"/><Relationship Id="rId5" Type="http://schemas.openxmlformats.org/officeDocument/2006/relationships/image" Target="../media/image2.emf"/><Relationship Id="rId4" Type="http://schemas.openxmlformats.org/officeDocument/2006/relationships/oleObject" Target="../embeddings/oleObject17.bin"/></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2.emf"/><Relationship Id="rId2" Type="http://schemas.openxmlformats.org/officeDocument/2006/relationships/tags" Target="../tags/tag27.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slideMaster" Target="../slideMasters/slideMaster3.xml"/><Relationship Id="rId4" Type="http://schemas.openxmlformats.org/officeDocument/2006/relationships/tags" Target="../tags/tag29.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0.xml"/><Relationship Id="rId1" Type="http://schemas.openxmlformats.org/officeDocument/2006/relationships/vmlDrawing" Target="../drawings/vmlDrawing19.vml"/><Relationship Id="rId5" Type="http://schemas.openxmlformats.org/officeDocument/2006/relationships/image" Target="../media/image2.emf"/><Relationship Id="rId4" Type="http://schemas.openxmlformats.org/officeDocument/2006/relationships/oleObject" Target="../embeddings/oleObject19.bin"/></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2.xml"/><Relationship Id="rId7" Type="http://schemas.openxmlformats.org/officeDocument/2006/relationships/oleObject" Target="../embeddings/oleObject20.bin"/><Relationship Id="rId2" Type="http://schemas.openxmlformats.org/officeDocument/2006/relationships/tags" Target="../tags/tag31.xml"/><Relationship Id="rId1" Type="http://schemas.openxmlformats.org/officeDocument/2006/relationships/vmlDrawing" Target="../drawings/vmlDrawing20.vml"/><Relationship Id="rId6" Type="http://schemas.openxmlformats.org/officeDocument/2006/relationships/slideMaster" Target="../slideMasters/slideMaster3.xml"/><Relationship Id="rId5" Type="http://schemas.openxmlformats.org/officeDocument/2006/relationships/tags" Target="../tags/tag34.xml"/><Relationship Id="rId4" Type="http://schemas.openxmlformats.org/officeDocument/2006/relationships/tags" Target="../tags/tag33.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6.xml"/><Relationship Id="rId7" Type="http://schemas.openxmlformats.org/officeDocument/2006/relationships/oleObject" Target="../embeddings/oleObject21.bin"/><Relationship Id="rId2" Type="http://schemas.openxmlformats.org/officeDocument/2006/relationships/tags" Target="../tags/tag35.xml"/><Relationship Id="rId1" Type="http://schemas.openxmlformats.org/officeDocument/2006/relationships/vmlDrawing" Target="../drawings/vmlDrawing21.vml"/><Relationship Id="rId6" Type="http://schemas.openxmlformats.org/officeDocument/2006/relationships/slideMaster" Target="../slideMasters/slideMaster3.xml"/><Relationship Id="rId5" Type="http://schemas.openxmlformats.org/officeDocument/2006/relationships/tags" Target="../tags/tag38.xml"/><Relationship Id="rId4" Type="http://schemas.openxmlformats.org/officeDocument/2006/relationships/tags" Target="../tags/tag37.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tags" Target="../tags/tag40.xml"/><Relationship Id="rId7" Type="http://schemas.openxmlformats.org/officeDocument/2006/relationships/image" Target="../media/image3.png"/><Relationship Id="rId2" Type="http://schemas.openxmlformats.org/officeDocument/2006/relationships/tags" Target="../tags/tag39.xml"/><Relationship Id="rId1" Type="http://schemas.openxmlformats.org/officeDocument/2006/relationships/vmlDrawing" Target="../drawings/vmlDrawing22.vml"/><Relationship Id="rId6" Type="http://schemas.openxmlformats.org/officeDocument/2006/relationships/image" Target="../media/image2.emf"/><Relationship Id="rId5" Type="http://schemas.openxmlformats.org/officeDocument/2006/relationships/oleObject" Target="../embeddings/oleObject22.bin"/><Relationship Id="rId4"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www.youtube.com/capgeminimedia" TargetMode="External"/><Relationship Id="rId3" Type="http://schemas.openxmlformats.org/officeDocument/2006/relationships/slideMaster" Target="../slideMasters/slideMaster3.xml"/><Relationship Id="rId7" Type="http://schemas.openxmlformats.org/officeDocument/2006/relationships/hyperlink" Target="http://www.linkedin.com/company/capgemini" TargetMode="External"/><Relationship Id="rId12" Type="http://schemas.openxmlformats.org/officeDocument/2006/relationships/image" Target="../media/image8.png"/><Relationship Id="rId17" Type="http://schemas.openxmlformats.org/officeDocument/2006/relationships/image" Target="../media/image11.png"/><Relationship Id="rId2" Type="http://schemas.openxmlformats.org/officeDocument/2006/relationships/tags" Target="../tags/tag41.xml"/><Relationship Id="rId16" Type="http://schemas.openxmlformats.org/officeDocument/2006/relationships/image" Target="../media/image10.png"/><Relationship Id="rId1" Type="http://schemas.openxmlformats.org/officeDocument/2006/relationships/vmlDrawing" Target="../drawings/vmlDrawing23.vml"/><Relationship Id="rId6" Type="http://schemas.openxmlformats.org/officeDocument/2006/relationships/hyperlink" Target="http://www.capgemini.com/about/how-we-work/rightshorer" TargetMode="External"/><Relationship Id="rId11" Type="http://schemas.openxmlformats.org/officeDocument/2006/relationships/hyperlink" Target="http://www.twitter.com/capgemini" TargetMode="External"/><Relationship Id="rId5" Type="http://schemas.openxmlformats.org/officeDocument/2006/relationships/image" Target="../media/image2.emf"/><Relationship Id="rId15" Type="http://schemas.openxmlformats.org/officeDocument/2006/relationships/hyperlink" Target="http://www.facebook.com/capgemini" TargetMode="External"/><Relationship Id="rId10" Type="http://schemas.openxmlformats.org/officeDocument/2006/relationships/image" Target="../media/image7.png"/><Relationship Id="rId4" Type="http://schemas.openxmlformats.org/officeDocument/2006/relationships/oleObject" Target="../embeddings/oleObject23.bin"/><Relationship Id="rId9" Type="http://schemas.openxmlformats.org/officeDocument/2006/relationships/hyperlink" Target="http://www.slideshare.net/capgemini" TargetMode="External"/><Relationship Id="rId1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re 2"/>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smtClean="0"/>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xmlns=""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 Placeholder 7">
            <a:extLst>
              <a:ext uri="{FF2B5EF4-FFF2-40B4-BE49-F238E27FC236}">
                <a16:creationId xmlns:a16="http://schemas.microsoft.com/office/drawing/2014/main" xmlns=""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xmlns=""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smtClean="0"/>
              <a:t>Click to edit Master title style</a:t>
            </a:r>
            <a:endParaRPr lang="en-US" dirty="0"/>
          </a:p>
        </p:txBody>
      </p:sp>
      <p:sp>
        <p:nvSpPr>
          <p:cNvPr id="16" name="Text Placeholder 7">
            <a:extLst>
              <a:ext uri="{FF2B5EF4-FFF2-40B4-BE49-F238E27FC236}">
                <a16:creationId xmlns:a16="http://schemas.microsoft.com/office/drawing/2014/main" xmlns=""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56351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Text Placeholder 7">
            <a:extLst>
              <a:ext uri="{FF2B5EF4-FFF2-40B4-BE49-F238E27FC236}">
                <a16:creationId xmlns:a16="http://schemas.microsoft.com/office/drawing/2014/main" xmlns=""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7">
            <a:extLst>
              <a:ext uri="{FF2B5EF4-FFF2-40B4-BE49-F238E27FC236}">
                <a16:creationId xmlns:a16="http://schemas.microsoft.com/office/drawing/2014/main" xmlns=""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xmlns=""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7">
            <a:extLst>
              <a:ext uri="{FF2B5EF4-FFF2-40B4-BE49-F238E27FC236}">
                <a16:creationId xmlns:a16="http://schemas.microsoft.com/office/drawing/2014/main" xmlns=""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xmlns=""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7">
            <a:extLst>
              <a:ext uri="{FF2B5EF4-FFF2-40B4-BE49-F238E27FC236}">
                <a16:creationId xmlns:a16="http://schemas.microsoft.com/office/drawing/2014/main" xmlns=""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1704" name="think-cell Slide" r:id="rId4" imgW="270" imgH="270" progId="TCLayout.ActiveDocument.1">
                  <p:embed/>
                </p:oleObj>
              </mc:Choice>
              <mc:Fallback>
                <p:oleObj name="think-cell Slide" r:id="rId4" imgW="270" imgH="270" progId="TCLayout.ActiveDocument.1">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smtClean="0"/>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9411" name="think-cell Slide" r:id="rId4" imgW="270" imgH="270" progId="TCLayout.ActiveDocument.1">
                  <p:embed/>
                </p:oleObj>
              </mc:Choice>
              <mc:Fallback>
                <p:oleObj name="think-cell Slide" r:id="rId4" imgW="270" imgH="270" progId="TCLayout.ActiveDocument.1">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smtClean="0"/>
              <a:t>Click to edit Master title style</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64692" name="think-cell Slide" r:id="rId4" imgW="270" imgH="270" progId="TCLayout.ActiveDocument.1">
                  <p:embed/>
                </p:oleObj>
              </mc:Choice>
              <mc:Fallback>
                <p:oleObj name="think-cell Slide" r:id="rId4" imgW="270" imgH="270" progId="TCLayout.ActiveDocument.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3877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xmlns=""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xmlns=""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xmlns=""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xmlns=""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xmlns=""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xmlns=""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583323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5797" name="think-cell Slide" r:id="rId4" imgW="270" imgH="270" progId="TCLayout.ActiveDocument.1">
                  <p:embed/>
                </p:oleObj>
              </mc:Choice>
              <mc:Fallback>
                <p:oleObj name="think-cell Slide" r:id="rId4" imgW="270" imgH="270" progId="TCLayout.ActiveDocument.1">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dirty="0"/>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dirty="0"/>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919349655"/>
      </p:ext>
    </p:extLst>
  </p:cSld>
  <p:clrMapOvr>
    <a:masterClrMapping/>
  </p:clrMapOvr>
  <p:extLst mod="1">
    <p:ext uri="{DCECCB84-F9BA-43D5-87BE-67443E8EF086}">
      <p15:sldGuideLst xmlns:p15="http://schemas.microsoft.com/office/powerpoint/2012/main">
        <p15:guide id="1" orient="horz" pos="3339" userDrawn="1">
          <p15:clr>
            <a:srgbClr val="FBAE40"/>
          </p15:clr>
        </p15:guide>
        <p15:guide id="2" pos="25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8871" name="think-cell Slide" r:id="rId4" imgW="270" imgH="270" progId="TCLayout.ActiveDocument.1">
                  <p:embed/>
                </p:oleObj>
              </mc:Choice>
              <mc:Fallback>
                <p:oleObj name="think-cell Slide" r:id="rId4" imgW="270" imgH="270" progId="TCLayout.ActiveDocument.1">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dirty="0"/>
              <a:t>Click to insert title</a:t>
            </a:r>
          </a:p>
        </p:txBody>
      </p:sp>
    </p:spTree>
    <p:extLst>
      <p:ext uri="{BB962C8B-B14F-4D97-AF65-F5344CB8AC3E}">
        <p14:creationId xmlns:p14="http://schemas.microsoft.com/office/powerpoint/2010/main" val="2291765487"/>
      </p:ext>
    </p:extLst>
  </p:cSld>
  <p:clrMapOvr>
    <a:masterClrMapping/>
  </p:clrMapOvr>
  <p:extLst mod="1">
    <p:ext uri="{DCECCB84-F9BA-43D5-87BE-67443E8EF086}">
      <p15:sldGuideLst xmlns:p15="http://schemas.microsoft.com/office/powerpoint/2012/main">
        <p15:guide id="1" orient="horz" pos="3339" userDrawn="1">
          <p15:clr>
            <a:srgbClr val="FBAE40"/>
          </p15:clr>
        </p15:guide>
        <p15:guide id="2" pos="25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6821" name="think-cell Slide" r:id="rId4" imgW="270" imgH="270" progId="TCLayout.ActiveDocument.1">
                  <p:embed/>
                </p:oleObj>
              </mc:Choice>
              <mc:Fallback>
                <p:oleObj name="think-cell Slide" r:id="rId4" imgW="270" imgH="270" progId="TCLayout.ActiveDocument.1">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dirty="0"/>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829680562"/>
      </p:ext>
    </p:extLst>
  </p:cSld>
  <p:clrMapOvr>
    <a:masterClrMapping/>
  </p:clrMapOvr>
  <p:extLst mod="1">
    <p:ext uri="{DCECCB84-F9BA-43D5-87BE-67443E8EF086}">
      <p15:sldGuideLst xmlns:p15="http://schemas.microsoft.com/office/powerpoint/2012/main">
        <p15:guide id="1" orient="horz" pos="935" userDrawn="1">
          <p15:clr>
            <a:srgbClr val="FBAE40"/>
          </p15:clr>
        </p15:guide>
        <p15:guide id="2" pos="257" userDrawn="1">
          <p15:clr>
            <a:srgbClr val="FBAE40"/>
          </p15:clr>
        </p15:guide>
        <p15:guide id="3" pos="316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7844" name="think-cell Slide" r:id="rId4" imgW="270" imgH="270" progId="TCLayout.ActiveDocument.1">
                  <p:embed/>
                </p:oleObj>
              </mc:Choice>
              <mc:Fallback>
                <p:oleObj name="think-cell Slide" r:id="rId4" imgW="270" imgH="270" progId="TCLayout.ActiveDocument.1">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dirty="0"/>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dirty="0"/>
              <a:t>Click to insert presenter, location, and date</a:t>
            </a:r>
          </a:p>
        </p:txBody>
      </p:sp>
      <p:sp>
        <p:nvSpPr>
          <p:cNvPr id="16" name="Picture Placeholder 11">
            <a:extLst>
              <a:ext uri="{FF2B5EF4-FFF2-40B4-BE49-F238E27FC236}">
                <a16:creationId xmlns:a16="http://schemas.microsoft.com/office/drawing/2014/main" xmlns=""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fr-FR"/>
              <a:t>Cliquez sur l'icône pour ajouter une image</a:t>
            </a:r>
            <a:endParaRPr lang="pt-PT"/>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040528548"/>
      </p:ext>
    </p:extLst>
  </p:cSld>
  <p:clrMapOvr>
    <a:masterClrMapping/>
  </p:clrMapOvr>
  <p:extLst mod="1">
    <p:ext uri="{DCECCB84-F9BA-43D5-87BE-67443E8EF086}">
      <p15:sldGuideLst xmlns:p15="http://schemas.microsoft.com/office/powerpoint/2012/main">
        <p15:guide id="1" pos="257" userDrawn="1">
          <p15:clr>
            <a:srgbClr val="FBAE40"/>
          </p15:clr>
        </p15:guide>
        <p15:guide id="2"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21" name="Title Placeholder 3"/>
          <p:cNvSpPr>
            <a:spLocks noGrp="1"/>
          </p:cNvSpPr>
          <p:nvPr>
            <p:ph type="title"/>
          </p:nvPr>
        </p:nvSpPr>
        <p:spPr>
          <a:xfrm>
            <a:off x="0" y="-2178"/>
            <a:ext cx="8551867" cy="864191"/>
          </a:xfrm>
          <a:prstGeom prst="rect">
            <a:avLst/>
          </a:prstGeom>
        </p:spPr>
        <p:txBody>
          <a:bodyPr vert="horz" lIns="182880" tIns="91440" rIns="91440" bIns="91440" rtlCol="0" anchor="ctr">
            <a:noAutofit/>
          </a:bodyPr>
          <a:lstStyle>
            <a:lvl1pPr>
              <a:lnSpc>
                <a:spcPct val="100000"/>
              </a:lnSpc>
              <a:defRPr sz="1463">
                <a:solidFill>
                  <a:schemeClr val="tx1"/>
                </a:solidFill>
              </a:defRPr>
            </a:lvl1pPr>
          </a:lstStyle>
          <a:p>
            <a:endParaRPr lang="en-GB" dirty="0"/>
          </a:p>
        </p:txBody>
      </p:sp>
    </p:spTree>
    <p:extLst>
      <p:ext uri="{BB962C8B-B14F-4D97-AF65-F5344CB8AC3E}">
        <p14:creationId xmlns:p14="http://schemas.microsoft.com/office/powerpoint/2010/main" val="3259306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EDEDED"/>
        </a:solidFill>
        <a:effectLst/>
      </p:bgPr>
    </p:bg>
    <p:spTree>
      <p:nvGrpSpPr>
        <p:cNvPr id="1" name=""/>
        <p:cNvGrpSpPr/>
        <p:nvPr/>
      </p:nvGrpSpPr>
      <p:grpSpPr>
        <a:xfrm>
          <a:off x="0" y="0"/>
          <a:ext cx="0" cy="0"/>
          <a:chOff x="0" y="0"/>
          <a:chExt cx="0" cy="0"/>
        </a:xfrm>
      </p:grpSpPr>
      <p:grpSp>
        <p:nvGrpSpPr>
          <p:cNvPr id="14" name="Group 13"/>
          <p:cNvGrpSpPr/>
          <p:nvPr userDrawn="1"/>
        </p:nvGrpSpPr>
        <p:grpSpPr>
          <a:xfrm>
            <a:off x="5149756" y="2450"/>
            <a:ext cx="7060713" cy="6860165"/>
            <a:chOff x="2088634" y="1836"/>
            <a:chExt cx="7057105" cy="6856659"/>
          </a:xfrm>
        </p:grpSpPr>
        <p:sp>
          <p:nvSpPr>
            <p:cNvPr id="15" name="Freeform 14"/>
            <p:cNvSpPr/>
            <p:nvPr userDrawn="1"/>
          </p:nvSpPr>
          <p:spPr>
            <a:xfrm rot="10800000" flipV="1">
              <a:off x="2765729" y="1836"/>
              <a:ext cx="6377472" cy="4012978"/>
            </a:xfrm>
            <a:custGeom>
              <a:avLst/>
              <a:gdLst>
                <a:gd name="connsiteX0" fmla="*/ 3573556 w 3573556"/>
                <a:gd name="connsiteY0" fmla="*/ 1801906 h 2844053"/>
                <a:gd name="connsiteX1" fmla="*/ 0 w 3573556"/>
                <a:gd name="connsiteY1" fmla="*/ 0 h 2844053"/>
                <a:gd name="connsiteX2" fmla="*/ 6724 w 3573556"/>
                <a:gd name="connsiteY2" fmla="*/ 2844053 h 2844053"/>
                <a:gd name="connsiteX3" fmla="*/ 3573556 w 3573556"/>
                <a:gd name="connsiteY3" fmla="*/ 1801906 h 2844053"/>
                <a:gd name="connsiteX0" fmla="*/ 3603812 w 3603812"/>
                <a:gd name="connsiteY0" fmla="*/ 1725470 h 2844053"/>
                <a:gd name="connsiteX1" fmla="*/ 0 w 3603812"/>
                <a:gd name="connsiteY1" fmla="*/ 0 h 2844053"/>
                <a:gd name="connsiteX2" fmla="*/ 6724 w 3603812"/>
                <a:gd name="connsiteY2" fmla="*/ 2844053 h 2844053"/>
                <a:gd name="connsiteX3" fmla="*/ 3603812 w 3603812"/>
                <a:gd name="connsiteY3" fmla="*/ 1725470 h 2844053"/>
                <a:gd name="connsiteX0" fmla="*/ 3603812 w 3603812"/>
                <a:gd name="connsiteY0" fmla="*/ 1725470 h 2844053"/>
                <a:gd name="connsiteX1" fmla="*/ 0 w 3603812"/>
                <a:gd name="connsiteY1" fmla="*/ 0 h 2844053"/>
                <a:gd name="connsiteX2" fmla="*/ 6724 w 3603812"/>
                <a:gd name="connsiteY2" fmla="*/ 2844053 h 2844053"/>
                <a:gd name="connsiteX3" fmla="*/ 3603812 w 3603812"/>
                <a:gd name="connsiteY3" fmla="*/ 1725470 h 2844053"/>
                <a:gd name="connsiteX0" fmla="*/ 3603812 w 3603812"/>
                <a:gd name="connsiteY0" fmla="*/ 1719100 h 2837683"/>
                <a:gd name="connsiteX1" fmla="*/ 0 w 3603812"/>
                <a:gd name="connsiteY1" fmla="*/ 0 h 2837683"/>
                <a:gd name="connsiteX2" fmla="*/ 6724 w 3603812"/>
                <a:gd name="connsiteY2" fmla="*/ 2837683 h 2837683"/>
                <a:gd name="connsiteX3" fmla="*/ 3603812 w 3603812"/>
                <a:gd name="connsiteY3" fmla="*/ 1719100 h 2837683"/>
                <a:gd name="connsiteX0" fmla="*/ 3603812 w 3603812"/>
                <a:gd name="connsiteY0" fmla="*/ 1719100 h 2837683"/>
                <a:gd name="connsiteX1" fmla="*/ 0 w 3603812"/>
                <a:gd name="connsiteY1" fmla="*/ 0 h 2837683"/>
                <a:gd name="connsiteX2" fmla="*/ 6724 w 3603812"/>
                <a:gd name="connsiteY2" fmla="*/ 2837683 h 2837683"/>
                <a:gd name="connsiteX3" fmla="*/ 3603812 w 3603812"/>
                <a:gd name="connsiteY3" fmla="*/ 1719100 h 2837683"/>
                <a:gd name="connsiteX0" fmla="*/ 3659796 w 3659796"/>
                <a:gd name="connsiteY0" fmla="*/ 1783924 h 2837683"/>
                <a:gd name="connsiteX1" fmla="*/ 0 w 3659796"/>
                <a:gd name="connsiteY1" fmla="*/ 0 h 2837683"/>
                <a:gd name="connsiteX2" fmla="*/ 6724 w 3659796"/>
                <a:gd name="connsiteY2" fmla="*/ 2837683 h 2837683"/>
                <a:gd name="connsiteX3" fmla="*/ 3659796 w 3659796"/>
                <a:gd name="connsiteY3" fmla="*/ 1783924 h 2837683"/>
                <a:gd name="connsiteX0" fmla="*/ 3659796 w 3659796"/>
                <a:gd name="connsiteY0" fmla="*/ 1783924 h 2835771"/>
                <a:gd name="connsiteX1" fmla="*/ 0 w 3659796"/>
                <a:gd name="connsiteY1" fmla="*/ 0 h 2835771"/>
                <a:gd name="connsiteX2" fmla="*/ 3698 w 3659796"/>
                <a:gd name="connsiteY2" fmla="*/ 2835771 h 2835771"/>
                <a:gd name="connsiteX3" fmla="*/ 3659796 w 3659796"/>
                <a:gd name="connsiteY3" fmla="*/ 1783924 h 2835771"/>
                <a:gd name="connsiteX0" fmla="*/ 3659796 w 3687181"/>
                <a:gd name="connsiteY0" fmla="*/ 1886116 h 2937963"/>
                <a:gd name="connsiteX1" fmla="*/ 1590719 w 3687181"/>
                <a:gd name="connsiteY1" fmla="*/ 744248 h 2937963"/>
                <a:gd name="connsiteX2" fmla="*/ 0 w 3687181"/>
                <a:gd name="connsiteY2" fmla="*/ 102192 h 2937963"/>
                <a:gd name="connsiteX3" fmla="*/ 3698 w 3687181"/>
                <a:gd name="connsiteY3" fmla="*/ 2937963 h 2937963"/>
                <a:gd name="connsiteX4" fmla="*/ 3659796 w 3687181"/>
                <a:gd name="connsiteY4" fmla="*/ 1886116 h 2937963"/>
                <a:gd name="connsiteX0" fmla="*/ 3656139 w 3683524"/>
                <a:gd name="connsiteY0" fmla="*/ 1301371 h 2353218"/>
                <a:gd name="connsiteX1" fmla="*/ 1587062 w 3683524"/>
                <a:gd name="connsiteY1" fmla="*/ 159503 h 2353218"/>
                <a:gd name="connsiteX2" fmla="*/ 86287 w 3683524"/>
                <a:gd name="connsiteY2" fmla="*/ 373101 h 2353218"/>
                <a:gd name="connsiteX3" fmla="*/ 41 w 3683524"/>
                <a:gd name="connsiteY3" fmla="*/ 2353218 h 2353218"/>
                <a:gd name="connsiteX4" fmla="*/ 3656139 w 3683524"/>
                <a:gd name="connsiteY4" fmla="*/ 1301371 h 2353218"/>
                <a:gd name="connsiteX0" fmla="*/ 3656739 w 3684124"/>
                <a:gd name="connsiteY0" fmla="*/ 1383295 h 2435142"/>
                <a:gd name="connsiteX1" fmla="*/ 1587662 w 3684124"/>
                <a:gd name="connsiteY1" fmla="*/ 241427 h 2435142"/>
                <a:gd name="connsiteX2" fmla="*/ 690 w 3684124"/>
                <a:gd name="connsiteY2" fmla="*/ 256201 h 2435142"/>
                <a:gd name="connsiteX3" fmla="*/ 641 w 3684124"/>
                <a:gd name="connsiteY3" fmla="*/ 2435142 h 2435142"/>
                <a:gd name="connsiteX4" fmla="*/ 3656739 w 3684124"/>
                <a:gd name="connsiteY4" fmla="*/ 1383295 h 2435142"/>
                <a:gd name="connsiteX0" fmla="*/ 3656739 w 3684124"/>
                <a:gd name="connsiteY0" fmla="*/ 1269523 h 2321370"/>
                <a:gd name="connsiteX1" fmla="*/ 1587662 w 3684124"/>
                <a:gd name="connsiteY1" fmla="*/ 127655 h 2321370"/>
                <a:gd name="connsiteX2" fmla="*/ 690 w 3684124"/>
                <a:gd name="connsiteY2" fmla="*/ 142429 h 2321370"/>
                <a:gd name="connsiteX3" fmla="*/ 641 w 3684124"/>
                <a:gd name="connsiteY3" fmla="*/ 2321370 h 2321370"/>
                <a:gd name="connsiteX4" fmla="*/ 3656739 w 3684124"/>
                <a:gd name="connsiteY4" fmla="*/ 1269523 h 2321370"/>
                <a:gd name="connsiteX0" fmla="*/ 3656739 w 3684124"/>
                <a:gd name="connsiteY0" fmla="*/ 1141868 h 2193715"/>
                <a:gd name="connsiteX1" fmla="*/ 1587662 w 3684124"/>
                <a:gd name="connsiteY1" fmla="*/ 0 h 2193715"/>
                <a:gd name="connsiteX2" fmla="*/ 690 w 3684124"/>
                <a:gd name="connsiteY2" fmla="*/ 14774 h 2193715"/>
                <a:gd name="connsiteX3" fmla="*/ 641 w 3684124"/>
                <a:gd name="connsiteY3" fmla="*/ 2193715 h 2193715"/>
                <a:gd name="connsiteX4" fmla="*/ 3656739 w 3684124"/>
                <a:gd name="connsiteY4" fmla="*/ 1141868 h 2193715"/>
                <a:gd name="connsiteX0" fmla="*/ 3656739 w 3656739"/>
                <a:gd name="connsiteY0" fmla="*/ 1141868 h 2193715"/>
                <a:gd name="connsiteX1" fmla="*/ 1587662 w 3656739"/>
                <a:gd name="connsiteY1" fmla="*/ 0 h 2193715"/>
                <a:gd name="connsiteX2" fmla="*/ 690 w 3656739"/>
                <a:gd name="connsiteY2" fmla="*/ 14774 h 2193715"/>
                <a:gd name="connsiteX3" fmla="*/ 641 w 3656739"/>
                <a:gd name="connsiteY3" fmla="*/ 2193715 h 2193715"/>
                <a:gd name="connsiteX4" fmla="*/ 3656739 w 3656739"/>
                <a:gd name="connsiteY4" fmla="*/ 1141868 h 2193715"/>
                <a:gd name="connsiteX0" fmla="*/ 3656739 w 3656739"/>
                <a:gd name="connsiteY0" fmla="*/ 1127094 h 2178941"/>
                <a:gd name="connsiteX1" fmla="*/ 1600640 w 3656739"/>
                <a:gd name="connsiteY1" fmla="*/ 155 h 2178941"/>
                <a:gd name="connsiteX2" fmla="*/ 690 w 3656739"/>
                <a:gd name="connsiteY2" fmla="*/ 0 h 2178941"/>
                <a:gd name="connsiteX3" fmla="*/ 641 w 3656739"/>
                <a:gd name="connsiteY3" fmla="*/ 2178941 h 2178941"/>
                <a:gd name="connsiteX4" fmla="*/ 3656739 w 3656739"/>
                <a:gd name="connsiteY4" fmla="*/ 1127094 h 2178941"/>
                <a:gd name="connsiteX0" fmla="*/ 3656739 w 3656739"/>
                <a:gd name="connsiteY0" fmla="*/ 1129574 h 2181421"/>
                <a:gd name="connsiteX1" fmla="*/ 1600640 w 3656739"/>
                <a:gd name="connsiteY1" fmla="*/ 0 h 2181421"/>
                <a:gd name="connsiteX2" fmla="*/ 690 w 3656739"/>
                <a:gd name="connsiteY2" fmla="*/ 2480 h 2181421"/>
                <a:gd name="connsiteX3" fmla="*/ 641 w 3656739"/>
                <a:gd name="connsiteY3" fmla="*/ 2181421 h 2181421"/>
                <a:gd name="connsiteX4" fmla="*/ 3656739 w 3656739"/>
                <a:gd name="connsiteY4" fmla="*/ 1129574 h 2181421"/>
                <a:gd name="connsiteX0" fmla="*/ 3656650 w 3656650"/>
                <a:gd name="connsiteY0" fmla="*/ 1129574 h 2181421"/>
                <a:gd name="connsiteX1" fmla="*/ 1600551 w 3656650"/>
                <a:gd name="connsiteY1" fmla="*/ 0 h 2181421"/>
                <a:gd name="connsiteX2" fmla="*/ 1528 w 3656650"/>
                <a:gd name="connsiteY2" fmla="*/ 2480 h 2181421"/>
                <a:gd name="connsiteX3" fmla="*/ 552 w 3656650"/>
                <a:gd name="connsiteY3" fmla="*/ 2181421 h 2181421"/>
                <a:gd name="connsiteX4" fmla="*/ 3656650 w 3656650"/>
                <a:gd name="connsiteY4" fmla="*/ 1129574 h 2181421"/>
                <a:gd name="connsiteX0" fmla="*/ 3657167 w 3657167"/>
                <a:gd name="connsiteY0" fmla="*/ 1129574 h 2181421"/>
                <a:gd name="connsiteX1" fmla="*/ 1601068 w 3657167"/>
                <a:gd name="connsiteY1" fmla="*/ 0 h 2181421"/>
                <a:gd name="connsiteX2" fmla="*/ 2045 w 3657167"/>
                <a:gd name="connsiteY2" fmla="*/ 2480 h 2181421"/>
                <a:gd name="connsiteX3" fmla="*/ 1069 w 3657167"/>
                <a:gd name="connsiteY3" fmla="*/ 2181421 h 2181421"/>
                <a:gd name="connsiteX4" fmla="*/ 3657167 w 3657167"/>
                <a:gd name="connsiteY4" fmla="*/ 1129574 h 2181421"/>
                <a:gd name="connsiteX0" fmla="*/ 3659337 w 3659337"/>
                <a:gd name="connsiteY0" fmla="*/ 1129574 h 2181421"/>
                <a:gd name="connsiteX1" fmla="*/ 1603238 w 3659337"/>
                <a:gd name="connsiteY1" fmla="*/ 0 h 2181421"/>
                <a:gd name="connsiteX2" fmla="*/ 507 w 3659337"/>
                <a:gd name="connsiteY2" fmla="*/ 724 h 2181421"/>
                <a:gd name="connsiteX3" fmla="*/ 3239 w 3659337"/>
                <a:gd name="connsiteY3" fmla="*/ 2181421 h 2181421"/>
                <a:gd name="connsiteX4" fmla="*/ 3659337 w 3659337"/>
                <a:gd name="connsiteY4" fmla="*/ 1129574 h 2181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9337" h="2181421">
                  <a:moveTo>
                    <a:pt x="3659337" y="1129574"/>
                  </a:moveTo>
                  <a:cubicBezTo>
                    <a:pt x="2653378" y="444416"/>
                    <a:pt x="2213204" y="297321"/>
                    <a:pt x="1603238" y="0"/>
                  </a:cubicBezTo>
                  <a:lnTo>
                    <a:pt x="507" y="724"/>
                  </a:lnTo>
                  <a:cubicBezTo>
                    <a:pt x="-960" y="399868"/>
                    <a:pt x="998" y="1233403"/>
                    <a:pt x="3239" y="2181421"/>
                  </a:cubicBezTo>
                  <a:lnTo>
                    <a:pt x="3659337" y="112957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844">
                <a:solidFill>
                  <a:prstClr val="white"/>
                </a:solidFill>
              </a:endParaRPr>
            </a:p>
          </p:txBody>
        </p:sp>
        <p:sp>
          <p:nvSpPr>
            <p:cNvPr id="16" name="Freeform 15"/>
            <p:cNvSpPr/>
            <p:nvPr userDrawn="1"/>
          </p:nvSpPr>
          <p:spPr>
            <a:xfrm rot="10800000" flipV="1">
              <a:off x="2088634" y="1741246"/>
              <a:ext cx="7057105" cy="5117249"/>
            </a:xfrm>
            <a:custGeom>
              <a:avLst/>
              <a:gdLst>
                <a:gd name="connsiteX0" fmla="*/ 3560164 w 3560164"/>
                <a:gd name="connsiteY0" fmla="*/ 2885606 h 2885606"/>
                <a:gd name="connsiteX1" fmla="*/ 0 w 3560164"/>
                <a:gd name="connsiteY1" fmla="*/ 2848131 h 2885606"/>
                <a:gd name="connsiteX2" fmla="*/ 14990 w 3560164"/>
                <a:gd name="connsiteY2" fmla="*/ 517160 h 2885606"/>
                <a:gd name="connsiteX3" fmla="*/ 314793 w 3560164"/>
                <a:gd name="connsiteY3" fmla="*/ 929390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378666 w 3560164"/>
                <a:gd name="connsiteY3" fmla="*/ 1531146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3168208 h 3168208"/>
                <a:gd name="connsiteX1" fmla="*/ 0 w 3560164"/>
                <a:gd name="connsiteY1" fmla="*/ 3130733 h 3168208"/>
                <a:gd name="connsiteX2" fmla="*/ 14990 w 3560164"/>
                <a:gd name="connsiteY2" fmla="*/ 799762 h 3168208"/>
                <a:gd name="connsiteX3" fmla="*/ 297984 w 3560164"/>
                <a:gd name="connsiteY3" fmla="*/ 1201906 h 3168208"/>
                <a:gd name="connsiteX4" fmla="*/ 3515193 w 3560164"/>
                <a:gd name="connsiteY4" fmla="*/ 282602 h 3168208"/>
                <a:gd name="connsiteX5" fmla="*/ 3560164 w 3560164"/>
                <a:gd name="connsiteY5" fmla="*/ 3168208 h 3168208"/>
                <a:gd name="connsiteX0" fmla="*/ 3560164 w 3995016"/>
                <a:gd name="connsiteY0" fmla="*/ 3066756 h 3066756"/>
                <a:gd name="connsiteX1" fmla="*/ 0 w 3995016"/>
                <a:gd name="connsiteY1" fmla="*/ 3029281 h 3066756"/>
                <a:gd name="connsiteX2" fmla="*/ 14990 w 3995016"/>
                <a:gd name="connsiteY2" fmla="*/ 698310 h 3066756"/>
                <a:gd name="connsiteX3" fmla="*/ 297984 w 3995016"/>
                <a:gd name="connsiteY3" fmla="*/ 1100454 h 3066756"/>
                <a:gd name="connsiteX4" fmla="*/ 3515193 w 3995016"/>
                <a:gd name="connsiteY4" fmla="*/ 181150 h 3066756"/>
                <a:gd name="connsiteX5" fmla="*/ 3560164 w 3995016"/>
                <a:gd name="connsiteY5" fmla="*/ 3066756 h 3066756"/>
                <a:gd name="connsiteX0" fmla="*/ 3560164 w 4081667"/>
                <a:gd name="connsiteY0" fmla="*/ 3066756 h 3066756"/>
                <a:gd name="connsiteX1" fmla="*/ 0 w 4081667"/>
                <a:gd name="connsiteY1" fmla="*/ 3029281 h 3066756"/>
                <a:gd name="connsiteX2" fmla="*/ 14990 w 4081667"/>
                <a:gd name="connsiteY2" fmla="*/ 698310 h 3066756"/>
                <a:gd name="connsiteX3" fmla="*/ 297984 w 4081667"/>
                <a:gd name="connsiteY3" fmla="*/ 1100454 h 3066756"/>
                <a:gd name="connsiteX4" fmla="*/ 3515193 w 4081667"/>
                <a:gd name="connsiteY4" fmla="*/ 181150 h 3066756"/>
                <a:gd name="connsiteX5" fmla="*/ 3560164 w 4081667"/>
                <a:gd name="connsiteY5" fmla="*/ 3066756 h 3066756"/>
                <a:gd name="connsiteX0" fmla="*/ 3560164 w 3972124"/>
                <a:gd name="connsiteY0" fmla="*/ 2986772 h 2986772"/>
                <a:gd name="connsiteX1" fmla="*/ 0 w 3972124"/>
                <a:gd name="connsiteY1" fmla="*/ 2949297 h 2986772"/>
                <a:gd name="connsiteX2" fmla="*/ 14990 w 3972124"/>
                <a:gd name="connsiteY2" fmla="*/ 618326 h 2986772"/>
                <a:gd name="connsiteX3" fmla="*/ 297984 w 3972124"/>
                <a:gd name="connsiteY3" fmla="*/ 1020470 h 2986772"/>
                <a:gd name="connsiteX4" fmla="*/ 3515193 w 3972124"/>
                <a:gd name="connsiteY4" fmla="*/ 101166 h 2986772"/>
                <a:gd name="connsiteX5" fmla="*/ 3560164 w 3972124"/>
                <a:gd name="connsiteY5" fmla="*/ 2986772 h 2986772"/>
                <a:gd name="connsiteX0" fmla="*/ 3560164 w 3851466"/>
                <a:gd name="connsiteY0" fmla="*/ 2932294 h 2932294"/>
                <a:gd name="connsiteX1" fmla="*/ 0 w 3851466"/>
                <a:gd name="connsiteY1" fmla="*/ 2894819 h 2932294"/>
                <a:gd name="connsiteX2" fmla="*/ 14990 w 3851466"/>
                <a:gd name="connsiteY2" fmla="*/ 563848 h 2932294"/>
                <a:gd name="connsiteX3" fmla="*/ 297984 w 3851466"/>
                <a:gd name="connsiteY3" fmla="*/ 965992 h 2932294"/>
                <a:gd name="connsiteX4" fmla="*/ 3515193 w 3851466"/>
                <a:gd name="connsiteY4" fmla="*/ 46688 h 2932294"/>
                <a:gd name="connsiteX5" fmla="*/ 3560164 w 3851466"/>
                <a:gd name="connsiteY5" fmla="*/ 2932294 h 2932294"/>
                <a:gd name="connsiteX0" fmla="*/ 3560164 w 3851466"/>
                <a:gd name="connsiteY0" fmla="*/ 2923744 h 2923744"/>
                <a:gd name="connsiteX1" fmla="*/ 0 w 3851466"/>
                <a:gd name="connsiteY1" fmla="*/ 2886269 h 2923744"/>
                <a:gd name="connsiteX2" fmla="*/ 14990 w 3851466"/>
                <a:gd name="connsiteY2" fmla="*/ 555298 h 2923744"/>
                <a:gd name="connsiteX3" fmla="*/ 297984 w 3851466"/>
                <a:gd name="connsiteY3" fmla="*/ 957442 h 2923744"/>
                <a:gd name="connsiteX4" fmla="*/ 3515193 w 3851466"/>
                <a:gd name="connsiteY4" fmla="*/ 38138 h 2923744"/>
                <a:gd name="connsiteX5" fmla="*/ 3560164 w 3851466"/>
                <a:gd name="connsiteY5" fmla="*/ 2923744 h 2923744"/>
                <a:gd name="connsiteX0" fmla="*/ 3560164 w 3868339"/>
                <a:gd name="connsiteY0" fmla="*/ 2887665 h 2887665"/>
                <a:gd name="connsiteX1" fmla="*/ 0 w 3868339"/>
                <a:gd name="connsiteY1" fmla="*/ 2850190 h 2887665"/>
                <a:gd name="connsiteX2" fmla="*/ 14990 w 3868339"/>
                <a:gd name="connsiteY2" fmla="*/ 519219 h 2887665"/>
                <a:gd name="connsiteX3" fmla="*/ 297984 w 3868339"/>
                <a:gd name="connsiteY3" fmla="*/ 921363 h 2887665"/>
                <a:gd name="connsiteX4" fmla="*/ 3545449 w 3868339"/>
                <a:gd name="connsiteY4" fmla="*/ 39038 h 2887665"/>
                <a:gd name="connsiteX5" fmla="*/ 3560164 w 3868339"/>
                <a:gd name="connsiteY5" fmla="*/ 2887665 h 2887665"/>
                <a:gd name="connsiteX0" fmla="*/ 3560164 w 4050446"/>
                <a:gd name="connsiteY0" fmla="*/ 2944210 h 2944210"/>
                <a:gd name="connsiteX1" fmla="*/ 0 w 4050446"/>
                <a:gd name="connsiteY1" fmla="*/ 2906735 h 2944210"/>
                <a:gd name="connsiteX2" fmla="*/ 14990 w 4050446"/>
                <a:gd name="connsiteY2" fmla="*/ 575764 h 2944210"/>
                <a:gd name="connsiteX3" fmla="*/ 297984 w 4050446"/>
                <a:gd name="connsiteY3" fmla="*/ 977908 h 2944210"/>
                <a:gd name="connsiteX4" fmla="*/ 3545449 w 4050446"/>
                <a:gd name="connsiteY4" fmla="*/ 95583 h 2944210"/>
                <a:gd name="connsiteX5" fmla="*/ 3560164 w 4050446"/>
                <a:gd name="connsiteY5" fmla="*/ 2944210 h 2944210"/>
                <a:gd name="connsiteX0" fmla="*/ 3560164 w 3989640"/>
                <a:gd name="connsiteY0" fmla="*/ 2924406 h 2924406"/>
                <a:gd name="connsiteX1" fmla="*/ 0 w 3989640"/>
                <a:gd name="connsiteY1" fmla="*/ 2886931 h 2924406"/>
                <a:gd name="connsiteX2" fmla="*/ 14990 w 3989640"/>
                <a:gd name="connsiteY2" fmla="*/ 555960 h 2924406"/>
                <a:gd name="connsiteX3" fmla="*/ 297984 w 3989640"/>
                <a:gd name="connsiteY3" fmla="*/ 958104 h 2924406"/>
                <a:gd name="connsiteX4" fmla="*/ 3545449 w 3989640"/>
                <a:gd name="connsiteY4" fmla="*/ 75779 h 2924406"/>
                <a:gd name="connsiteX5" fmla="*/ 3560164 w 3989640"/>
                <a:gd name="connsiteY5" fmla="*/ 2924406 h 2924406"/>
                <a:gd name="connsiteX0" fmla="*/ 3560164 w 4014175"/>
                <a:gd name="connsiteY0" fmla="*/ 2948316 h 2948316"/>
                <a:gd name="connsiteX1" fmla="*/ 0 w 4014175"/>
                <a:gd name="connsiteY1" fmla="*/ 2910841 h 2948316"/>
                <a:gd name="connsiteX2" fmla="*/ 14990 w 4014175"/>
                <a:gd name="connsiteY2" fmla="*/ 579870 h 2948316"/>
                <a:gd name="connsiteX3" fmla="*/ 297984 w 4014175"/>
                <a:gd name="connsiteY3" fmla="*/ 982014 h 2948316"/>
                <a:gd name="connsiteX4" fmla="*/ 3545449 w 4014175"/>
                <a:gd name="connsiteY4" fmla="*/ 99689 h 2948316"/>
                <a:gd name="connsiteX5" fmla="*/ 3560164 w 4014175"/>
                <a:gd name="connsiteY5" fmla="*/ 2948316 h 2948316"/>
                <a:gd name="connsiteX0" fmla="*/ 3560164 w 4014175"/>
                <a:gd name="connsiteY0" fmla="*/ 2946856 h 2946856"/>
                <a:gd name="connsiteX1" fmla="*/ 0 w 4014175"/>
                <a:gd name="connsiteY1" fmla="*/ 2909381 h 2946856"/>
                <a:gd name="connsiteX2" fmla="*/ 14990 w 4014175"/>
                <a:gd name="connsiteY2" fmla="*/ 578410 h 2946856"/>
                <a:gd name="connsiteX3" fmla="*/ 297984 w 4014175"/>
                <a:gd name="connsiteY3" fmla="*/ 980554 h 2946856"/>
                <a:gd name="connsiteX4" fmla="*/ 3545449 w 4014175"/>
                <a:gd name="connsiteY4" fmla="*/ 98229 h 2946856"/>
                <a:gd name="connsiteX5" fmla="*/ 3560164 w 4014175"/>
                <a:gd name="connsiteY5" fmla="*/ 2946856 h 2946856"/>
                <a:gd name="connsiteX0" fmla="*/ 3583696 w 3892754"/>
                <a:gd name="connsiteY0" fmla="*/ 2889822 h 2889822"/>
                <a:gd name="connsiteX1" fmla="*/ 0 w 3892754"/>
                <a:gd name="connsiteY1" fmla="*/ 2859071 h 2889822"/>
                <a:gd name="connsiteX2" fmla="*/ 14990 w 3892754"/>
                <a:gd name="connsiteY2" fmla="*/ 528100 h 2889822"/>
                <a:gd name="connsiteX3" fmla="*/ 297984 w 3892754"/>
                <a:gd name="connsiteY3" fmla="*/ 930244 h 2889822"/>
                <a:gd name="connsiteX4" fmla="*/ 3545449 w 3892754"/>
                <a:gd name="connsiteY4" fmla="*/ 47919 h 2889822"/>
                <a:gd name="connsiteX5" fmla="*/ 3583696 w 3892754"/>
                <a:gd name="connsiteY5" fmla="*/ 2889822 h 2889822"/>
                <a:gd name="connsiteX0" fmla="*/ 3583696 w 4065589"/>
                <a:gd name="connsiteY0" fmla="*/ 2889822 h 2889822"/>
                <a:gd name="connsiteX1" fmla="*/ 0 w 4065589"/>
                <a:gd name="connsiteY1" fmla="*/ 2859071 h 2889822"/>
                <a:gd name="connsiteX2" fmla="*/ 14990 w 4065589"/>
                <a:gd name="connsiteY2" fmla="*/ 528100 h 2889822"/>
                <a:gd name="connsiteX3" fmla="*/ 297984 w 4065589"/>
                <a:gd name="connsiteY3" fmla="*/ 930244 h 2889822"/>
                <a:gd name="connsiteX4" fmla="*/ 3545449 w 4065589"/>
                <a:gd name="connsiteY4" fmla="*/ 47919 h 2889822"/>
                <a:gd name="connsiteX5" fmla="*/ 3583696 w 4065589"/>
                <a:gd name="connsiteY5" fmla="*/ 2889822 h 2889822"/>
                <a:gd name="connsiteX0" fmla="*/ 3583696 w 4193107"/>
                <a:gd name="connsiteY0" fmla="*/ 2939141 h 2939141"/>
                <a:gd name="connsiteX1" fmla="*/ 0 w 4193107"/>
                <a:gd name="connsiteY1" fmla="*/ 2908390 h 2939141"/>
                <a:gd name="connsiteX2" fmla="*/ 14990 w 4193107"/>
                <a:gd name="connsiteY2" fmla="*/ 577419 h 2939141"/>
                <a:gd name="connsiteX3" fmla="*/ 297984 w 4193107"/>
                <a:gd name="connsiteY3" fmla="*/ 979563 h 2939141"/>
                <a:gd name="connsiteX4" fmla="*/ 3545449 w 4193107"/>
                <a:gd name="connsiteY4" fmla="*/ 97238 h 2939141"/>
                <a:gd name="connsiteX5" fmla="*/ 3583696 w 4193107"/>
                <a:gd name="connsiteY5" fmla="*/ 2939141 h 2939141"/>
                <a:gd name="connsiteX0" fmla="*/ 3583696 w 4066579"/>
                <a:gd name="connsiteY0" fmla="*/ 2939141 h 2939141"/>
                <a:gd name="connsiteX1" fmla="*/ 0 w 4066579"/>
                <a:gd name="connsiteY1" fmla="*/ 2908390 h 2939141"/>
                <a:gd name="connsiteX2" fmla="*/ 14990 w 4066579"/>
                <a:gd name="connsiteY2" fmla="*/ 577419 h 2939141"/>
                <a:gd name="connsiteX3" fmla="*/ 297984 w 4066579"/>
                <a:gd name="connsiteY3" fmla="*/ 979563 h 2939141"/>
                <a:gd name="connsiteX4" fmla="*/ 3545449 w 4066579"/>
                <a:gd name="connsiteY4" fmla="*/ 97238 h 2939141"/>
                <a:gd name="connsiteX5" fmla="*/ 3583696 w 4066579"/>
                <a:gd name="connsiteY5" fmla="*/ 2939141 h 2939141"/>
                <a:gd name="connsiteX0" fmla="*/ 3583696 w 4058392"/>
                <a:gd name="connsiteY0" fmla="*/ 2935948 h 2935948"/>
                <a:gd name="connsiteX1" fmla="*/ 0 w 4058392"/>
                <a:gd name="connsiteY1" fmla="*/ 2905197 h 2935948"/>
                <a:gd name="connsiteX2" fmla="*/ 14990 w 4058392"/>
                <a:gd name="connsiteY2" fmla="*/ 574226 h 2935948"/>
                <a:gd name="connsiteX3" fmla="*/ 297984 w 4058392"/>
                <a:gd name="connsiteY3" fmla="*/ 976370 h 2935948"/>
                <a:gd name="connsiteX4" fmla="*/ 3532002 w 4058392"/>
                <a:gd name="connsiteY4" fmla="*/ 97407 h 2935948"/>
                <a:gd name="connsiteX5" fmla="*/ 3583696 w 4058392"/>
                <a:gd name="connsiteY5" fmla="*/ 2935948 h 2935948"/>
                <a:gd name="connsiteX0" fmla="*/ 3578226 w 4052922"/>
                <a:gd name="connsiteY0" fmla="*/ 2935948 h 2935948"/>
                <a:gd name="connsiteX1" fmla="*/ 0 w 4052922"/>
                <a:gd name="connsiteY1" fmla="*/ 2927075 h 2935948"/>
                <a:gd name="connsiteX2" fmla="*/ 9520 w 4052922"/>
                <a:gd name="connsiteY2" fmla="*/ 574226 h 2935948"/>
                <a:gd name="connsiteX3" fmla="*/ 292514 w 4052922"/>
                <a:gd name="connsiteY3" fmla="*/ 976370 h 2935948"/>
                <a:gd name="connsiteX4" fmla="*/ 3526532 w 4052922"/>
                <a:gd name="connsiteY4" fmla="*/ 97407 h 2935948"/>
                <a:gd name="connsiteX5" fmla="*/ 3578226 w 4052922"/>
                <a:gd name="connsiteY5" fmla="*/ 2935948 h 2935948"/>
                <a:gd name="connsiteX0" fmla="*/ 3578226 w 4052922"/>
                <a:gd name="connsiteY0" fmla="*/ 2935948 h 2935948"/>
                <a:gd name="connsiteX1" fmla="*/ 0 w 4052922"/>
                <a:gd name="connsiteY1" fmla="*/ 2927075 h 2935948"/>
                <a:gd name="connsiteX2" fmla="*/ 9520 w 4052922"/>
                <a:gd name="connsiteY2" fmla="*/ 574226 h 2935948"/>
                <a:gd name="connsiteX3" fmla="*/ 292514 w 4052922"/>
                <a:gd name="connsiteY3" fmla="*/ 976370 h 2935948"/>
                <a:gd name="connsiteX4" fmla="*/ 3526532 w 4052922"/>
                <a:gd name="connsiteY4" fmla="*/ 97407 h 2935948"/>
                <a:gd name="connsiteX5" fmla="*/ 3578226 w 4052922"/>
                <a:gd name="connsiteY5" fmla="*/ 2935948 h 2935948"/>
                <a:gd name="connsiteX0" fmla="*/ 3571087 w 4045783"/>
                <a:gd name="connsiteY0" fmla="*/ 2935948 h 2935948"/>
                <a:gd name="connsiteX1" fmla="*/ 0 w 4045783"/>
                <a:gd name="connsiteY1" fmla="*/ 2934213 h 2935948"/>
                <a:gd name="connsiteX2" fmla="*/ 2381 w 4045783"/>
                <a:gd name="connsiteY2" fmla="*/ 574226 h 2935948"/>
                <a:gd name="connsiteX3" fmla="*/ 285375 w 4045783"/>
                <a:gd name="connsiteY3" fmla="*/ 976370 h 2935948"/>
                <a:gd name="connsiteX4" fmla="*/ 3519393 w 4045783"/>
                <a:gd name="connsiteY4" fmla="*/ 97407 h 2935948"/>
                <a:gd name="connsiteX5" fmla="*/ 3571087 w 4045783"/>
                <a:gd name="connsiteY5" fmla="*/ 2935948 h 2935948"/>
                <a:gd name="connsiteX0" fmla="*/ 3570078 w 4044774"/>
                <a:gd name="connsiteY0" fmla="*/ 2935948 h 2935948"/>
                <a:gd name="connsiteX1" fmla="*/ 2018 w 4044774"/>
                <a:gd name="connsiteY1" fmla="*/ 2931187 h 2935948"/>
                <a:gd name="connsiteX2" fmla="*/ 1372 w 4044774"/>
                <a:gd name="connsiteY2" fmla="*/ 574226 h 2935948"/>
                <a:gd name="connsiteX3" fmla="*/ 284366 w 4044774"/>
                <a:gd name="connsiteY3" fmla="*/ 976370 h 2935948"/>
                <a:gd name="connsiteX4" fmla="*/ 3518384 w 4044774"/>
                <a:gd name="connsiteY4" fmla="*/ 97407 h 2935948"/>
                <a:gd name="connsiteX5" fmla="*/ 3570078 w 4044774"/>
                <a:gd name="connsiteY5" fmla="*/ 2935948 h 2935948"/>
                <a:gd name="connsiteX0" fmla="*/ 3571087 w 4045783"/>
                <a:gd name="connsiteY0" fmla="*/ 2935948 h 2936232"/>
                <a:gd name="connsiteX1" fmla="*/ 0 w 4045783"/>
                <a:gd name="connsiteY1" fmla="*/ 2936232 h 2936232"/>
                <a:gd name="connsiteX2" fmla="*/ 2381 w 4045783"/>
                <a:gd name="connsiteY2" fmla="*/ 574226 h 2936232"/>
                <a:gd name="connsiteX3" fmla="*/ 285375 w 4045783"/>
                <a:gd name="connsiteY3" fmla="*/ 976370 h 2936232"/>
                <a:gd name="connsiteX4" fmla="*/ 3519393 w 4045783"/>
                <a:gd name="connsiteY4" fmla="*/ 97407 h 2936232"/>
                <a:gd name="connsiteX5" fmla="*/ 3571087 w 4045783"/>
                <a:gd name="connsiteY5" fmla="*/ 2935948 h 2936232"/>
                <a:gd name="connsiteX0" fmla="*/ 3571789 w 4046485"/>
                <a:gd name="connsiteY0" fmla="*/ 2935948 h 2936232"/>
                <a:gd name="connsiteX1" fmla="*/ 702 w 4046485"/>
                <a:gd name="connsiteY1" fmla="*/ 2936232 h 2936232"/>
                <a:gd name="connsiteX2" fmla="*/ 3083 w 4046485"/>
                <a:gd name="connsiteY2" fmla="*/ 574226 h 2936232"/>
                <a:gd name="connsiteX3" fmla="*/ 286077 w 4046485"/>
                <a:gd name="connsiteY3" fmla="*/ 976370 h 2936232"/>
                <a:gd name="connsiteX4" fmla="*/ 3520095 w 4046485"/>
                <a:gd name="connsiteY4" fmla="*/ 97407 h 2936232"/>
                <a:gd name="connsiteX5" fmla="*/ 3571789 w 4046485"/>
                <a:gd name="connsiteY5" fmla="*/ 2935948 h 2936232"/>
                <a:gd name="connsiteX0" fmla="*/ 3574610 w 4049306"/>
                <a:gd name="connsiteY0" fmla="*/ 2935948 h 2936232"/>
                <a:gd name="connsiteX1" fmla="*/ 3523 w 4049306"/>
                <a:gd name="connsiteY1" fmla="*/ 2936232 h 2936232"/>
                <a:gd name="connsiteX2" fmla="*/ 1868 w 4049306"/>
                <a:gd name="connsiteY2" fmla="*/ 566154 h 2936232"/>
                <a:gd name="connsiteX3" fmla="*/ 288898 w 4049306"/>
                <a:gd name="connsiteY3" fmla="*/ 976370 h 2936232"/>
                <a:gd name="connsiteX4" fmla="*/ 3522916 w 4049306"/>
                <a:gd name="connsiteY4" fmla="*/ 97407 h 2936232"/>
                <a:gd name="connsiteX5" fmla="*/ 3574610 w 4049306"/>
                <a:gd name="connsiteY5" fmla="*/ 2935948 h 2936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9306" h="2936232">
                  <a:moveTo>
                    <a:pt x="3574610" y="2935948"/>
                  </a:moveTo>
                  <a:lnTo>
                    <a:pt x="3523" y="2936232"/>
                  </a:lnTo>
                  <a:cubicBezTo>
                    <a:pt x="3475" y="2780779"/>
                    <a:pt x="-3129" y="1343144"/>
                    <a:pt x="1868" y="566154"/>
                  </a:cubicBezTo>
                  <a:lnTo>
                    <a:pt x="288898" y="976370"/>
                  </a:lnTo>
                  <a:cubicBezTo>
                    <a:pt x="1178186" y="1226354"/>
                    <a:pt x="2618950" y="-407363"/>
                    <a:pt x="3522916" y="97407"/>
                  </a:cubicBezTo>
                  <a:cubicBezTo>
                    <a:pt x="4426882" y="602177"/>
                    <a:pt x="3976479" y="2347234"/>
                    <a:pt x="3574610" y="2935948"/>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844">
                <a:solidFill>
                  <a:prstClr val="white"/>
                </a:solidFill>
              </a:endParaRPr>
            </a:p>
          </p:txBody>
        </p:sp>
      </p:grpSp>
      <p:sp>
        <p:nvSpPr>
          <p:cNvPr id="17" name="Text Placeholder 13">
            <a:extLst>
              <a:ext uri="{FF2B5EF4-FFF2-40B4-BE49-F238E27FC236}">
                <a16:creationId xmlns="" xmlns:a16="http://schemas.microsoft.com/office/drawing/2014/main" id="{7D1DC75A-C7A4-44A4-B19C-D445335545B0}"/>
              </a:ext>
            </a:extLst>
          </p:cNvPr>
          <p:cNvSpPr>
            <a:spLocks noGrp="1"/>
          </p:cNvSpPr>
          <p:nvPr>
            <p:ph type="body" sz="quarter" idx="11" hasCustomPrompt="1"/>
          </p:nvPr>
        </p:nvSpPr>
        <p:spPr>
          <a:xfrm>
            <a:off x="5339024" y="3798122"/>
            <a:ext cx="6582043" cy="1159933"/>
          </a:xfrm>
        </p:spPr>
        <p:txBody>
          <a:bodyPr lIns="0" tIns="0" rIns="0" bIns="0" anchor="b">
            <a:normAutofit/>
          </a:bodyPr>
          <a:lstStyle>
            <a:lvl1pPr marL="0" indent="0" algn="r">
              <a:lnSpc>
                <a:spcPct val="100000"/>
              </a:lnSpc>
              <a:buNone/>
              <a:defRPr sz="3600">
                <a:solidFill>
                  <a:schemeClr val="bg2">
                    <a:lumMod val="40000"/>
                    <a:lumOff val="60000"/>
                  </a:schemeClr>
                </a:solidFill>
                <a:latin typeface="Verdana" panose="020B0604030504040204" pitchFamily="34" charset="0"/>
                <a:ea typeface="Verdana" panose="020B0604030504040204" pitchFamily="34" charset="0"/>
                <a:cs typeface="Verdana" panose="020B0604030504040204" pitchFamily="34" charset="0"/>
              </a:defRPr>
            </a:lvl1pPr>
            <a:lvl2pPr>
              <a:defRPr sz="2400">
                <a:solidFill>
                  <a:schemeClr val="bg1"/>
                </a:solidFill>
              </a:defRPr>
            </a:lvl2pPr>
          </a:lstStyle>
          <a:p>
            <a:pPr lvl="0"/>
            <a:r>
              <a:rPr lang="en-US"/>
              <a:t>Click to insert title</a:t>
            </a:r>
            <a:endParaRPr lang="pt-PT"/>
          </a:p>
        </p:txBody>
      </p:sp>
      <p:sp>
        <p:nvSpPr>
          <p:cNvPr id="19" name="Text Placeholder 13">
            <a:extLst>
              <a:ext uri="{FF2B5EF4-FFF2-40B4-BE49-F238E27FC236}">
                <a16:creationId xmlns="" xmlns:a16="http://schemas.microsoft.com/office/drawing/2014/main" id="{563879A0-0979-491A-8758-371BB7AD935B}"/>
              </a:ext>
            </a:extLst>
          </p:cNvPr>
          <p:cNvSpPr>
            <a:spLocks noGrp="1"/>
          </p:cNvSpPr>
          <p:nvPr>
            <p:ph type="body" sz="quarter" idx="12" hasCustomPrompt="1"/>
          </p:nvPr>
        </p:nvSpPr>
        <p:spPr>
          <a:xfrm>
            <a:off x="6355364" y="5111404"/>
            <a:ext cx="5565704" cy="1595120"/>
          </a:xfrm>
        </p:spPr>
        <p:txBody>
          <a:bodyPr lIns="0" tIns="0" rIns="0" bIns="0">
            <a:normAutofit/>
          </a:bodyPr>
          <a:lstStyle>
            <a:lvl1pPr marL="0" indent="0" algn="r">
              <a:lnSpc>
                <a:spcPct val="100000"/>
              </a:lnSpc>
              <a:buNone/>
              <a:defRPr sz="2000">
                <a:solidFill>
                  <a:schemeClr val="bg2">
                    <a:lumMod val="40000"/>
                    <a:lumOff val="60000"/>
                  </a:schemeClr>
                </a:solidFill>
                <a:latin typeface="Verdana" panose="020B0604030504040204" pitchFamily="34" charset="0"/>
                <a:ea typeface="Verdana" panose="020B0604030504040204" pitchFamily="34" charset="0"/>
                <a:cs typeface="Verdana" panose="020B0604030504040204" pitchFamily="34" charset="0"/>
              </a:defRPr>
            </a:lvl1pPr>
            <a:lvl2pPr>
              <a:defRPr sz="1600">
                <a:solidFill>
                  <a:schemeClr val="bg1"/>
                </a:solidFill>
              </a:defRPr>
            </a:lvl2pPr>
          </a:lstStyle>
          <a:p>
            <a:pPr lvl="0"/>
            <a:r>
              <a:rPr lang="en-US"/>
              <a:t>Click to insert presenter, location, and date</a:t>
            </a:r>
            <a:endParaRPr lang="pt-PT"/>
          </a:p>
        </p:txBody>
      </p:sp>
      <p:pic>
        <p:nvPicPr>
          <p:cNvPr id="20" name="Graphic 9">
            <a:extLst>
              <a:ext uri="{FF2B5EF4-FFF2-40B4-BE49-F238E27FC236}">
                <a16:creationId xmlns="" xmlns:a16="http://schemas.microsoft.com/office/drawing/2014/main" id="{C3D2EC56-D17C-4A75-8178-C69397BC7353}"/>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543984" y="539751"/>
            <a:ext cx="3087429" cy="688815"/>
          </a:xfrm>
          <a:prstGeom prst="rect">
            <a:avLst/>
          </a:prstGeom>
        </p:spPr>
      </p:pic>
      <p:graphicFrame>
        <p:nvGraphicFramePr>
          <p:cNvPr id="5" name="Object 4" hidden="1"/>
          <p:cNvGraphicFramePr>
            <a:graphicFrameLocks noChangeAspect="1"/>
          </p:cNvGraphicFramePr>
          <p:nvPr>
            <p:custDataLst>
              <p:tags r:id="rId2"/>
            </p:custDataLst>
          </p:nvPr>
        </p:nvGraphicFramePr>
        <p:xfrm>
          <a:off x="1" y="1"/>
          <a:ext cx="195384" cy="158751"/>
        </p:xfrm>
        <a:graphic>
          <a:graphicData uri="http://schemas.openxmlformats.org/presentationml/2006/ole">
            <mc:AlternateContent xmlns:mc="http://schemas.openxmlformats.org/markup-compatibility/2006">
              <mc:Choice xmlns:v="urn:schemas-microsoft-com:vml" Requires="v">
                <p:oleObj spid="_x0000_s67630"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20939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Title Slide 1">
    <p:bg>
      <p:bgPr>
        <a:solidFill>
          <a:srgbClr val="EDEDED"/>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1"/>
          <a:ext cx="195384" cy="158751"/>
        </p:xfrm>
        <a:graphic>
          <a:graphicData uri="http://schemas.openxmlformats.org/presentationml/2006/ole">
            <mc:AlternateContent xmlns:mc="http://schemas.openxmlformats.org/markup-compatibility/2006">
              <mc:Choice xmlns:v="urn:schemas-microsoft-com:vml" Requires="v">
                <p:oleObj spid="_x0000_s68654"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Placeholder 13">
            <a:extLst>
              <a:ext uri="{FF2B5EF4-FFF2-40B4-BE49-F238E27FC236}">
                <a16:creationId xmlns="" xmlns:a16="http://schemas.microsoft.com/office/drawing/2014/main" id="{7D1DC75A-C7A4-44A4-B19C-D445335545B0}"/>
              </a:ext>
            </a:extLst>
          </p:cNvPr>
          <p:cNvSpPr>
            <a:spLocks noGrp="1"/>
          </p:cNvSpPr>
          <p:nvPr>
            <p:ph type="body" sz="quarter" idx="11" hasCustomPrompt="1"/>
          </p:nvPr>
        </p:nvSpPr>
        <p:spPr>
          <a:xfrm>
            <a:off x="5910127" y="2332818"/>
            <a:ext cx="5858540" cy="1159933"/>
          </a:xfrm>
        </p:spPr>
        <p:txBody>
          <a:bodyPr lIns="0" tIns="0" rIns="0" bIns="0" anchor="b">
            <a:normAutofit/>
          </a:bodyPr>
          <a:lstStyle>
            <a:lvl1pPr marL="0" indent="0" algn="r">
              <a:lnSpc>
                <a:spcPct val="100000"/>
              </a:lnSpc>
              <a:buNone/>
              <a:defRPr sz="3600">
                <a:solidFill>
                  <a:srgbClr val="2B0A3D"/>
                </a:solidFill>
                <a:latin typeface="Verdana" panose="020B0604030504040204" pitchFamily="34" charset="0"/>
                <a:ea typeface="Verdana" panose="020B0604030504040204" pitchFamily="34" charset="0"/>
                <a:cs typeface="Verdana" panose="020B0604030504040204" pitchFamily="34" charset="0"/>
              </a:defRPr>
            </a:lvl1pPr>
            <a:lvl2pPr>
              <a:defRPr sz="2400">
                <a:solidFill>
                  <a:schemeClr val="bg1"/>
                </a:solidFill>
              </a:defRPr>
            </a:lvl2pPr>
          </a:lstStyle>
          <a:p>
            <a:pPr lvl="0"/>
            <a:r>
              <a:rPr lang="en-US"/>
              <a:t>Click to insert title</a:t>
            </a:r>
            <a:endParaRPr lang="pt-PT"/>
          </a:p>
        </p:txBody>
      </p:sp>
      <p:sp>
        <p:nvSpPr>
          <p:cNvPr id="16" name="Text Placeholder 13">
            <a:extLst>
              <a:ext uri="{FF2B5EF4-FFF2-40B4-BE49-F238E27FC236}">
                <a16:creationId xmlns="" xmlns:a16="http://schemas.microsoft.com/office/drawing/2014/main" id="{563879A0-0979-491A-8758-371BB7AD935B}"/>
              </a:ext>
            </a:extLst>
          </p:cNvPr>
          <p:cNvSpPr>
            <a:spLocks noGrp="1"/>
          </p:cNvSpPr>
          <p:nvPr>
            <p:ph type="body" sz="quarter" idx="12" hasCustomPrompt="1"/>
          </p:nvPr>
        </p:nvSpPr>
        <p:spPr>
          <a:xfrm>
            <a:off x="6797039" y="3646100"/>
            <a:ext cx="4971628" cy="1595120"/>
          </a:xfrm>
        </p:spPr>
        <p:txBody>
          <a:bodyPr lIns="0" tIns="0" rIns="0" bIns="0">
            <a:normAutofit/>
          </a:bodyPr>
          <a:lstStyle>
            <a:lvl1pPr marL="0" indent="0" algn="r">
              <a:lnSpc>
                <a:spcPct val="100000"/>
              </a:lnSpc>
              <a:buNone/>
              <a:defRPr sz="2000">
                <a:solidFill>
                  <a:schemeClr val="accent2"/>
                </a:solidFill>
                <a:latin typeface="Verdana" panose="020B0604030504040204" pitchFamily="34" charset="0"/>
                <a:ea typeface="Verdana" panose="020B0604030504040204" pitchFamily="34" charset="0"/>
                <a:cs typeface="Verdana" panose="020B0604030504040204" pitchFamily="34" charset="0"/>
              </a:defRPr>
            </a:lvl1pPr>
            <a:lvl2pPr>
              <a:defRPr sz="1600">
                <a:solidFill>
                  <a:schemeClr val="bg1"/>
                </a:solidFill>
              </a:defRPr>
            </a:lvl2pPr>
          </a:lstStyle>
          <a:p>
            <a:pPr lvl="0"/>
            <a:r>
              <a:rPr lang="en-US"/>
              <a:t>Click to insert presenter, location, and date</a:t>
            </a:r>
            <a:endParaRPr lang="pt-PT"/>
          </a:p>
        </p:txBody>
      </p:sp>
      <p:grpSp>
        <p:nvGrpSpPr>
          <p:cNvPr id="6" name="Group 5"/>
          <p:cNvGrpSpPr/>
          <p:nvPr userDrawn="1"/>
        </p:nvGrpSpPr>
        <p:grpSpPr>
          <a:xfrm>
            <a:off x="-20320" y="1518980"/>
            <a:ext cx="6098123" cy="5345085"/>
            <a:chOff x="-15240" y="1173480"/>
            <a:chExt cx="6485378" cy="5684520"/>
          </a:xfrm>
        </p:grpSpPr>
        <p:grpSp>
          <p:nvGrpSpPr>
            <p:cNvPr id="12" name="Group 11"/>
            <p:cNvGrpSpPr/>
            <p:nvPr userDrawn="1"/>
          </p:nvGrpSpPr>
          <p:grpSpPr>
            <a:xfrm rot="16200000" flipV="1">
              <a:off x="385189" y="773051"/>
              <a:ext cx="5684520" cy="6485378"/>
              <a:chOff x="5470" y="2234087"/>
              <a:chExt cx="4052922" cy="4623913"/>
            </a:xfrm>
          </p:grpSpPr>
          <p:sp>
            <p:nvSpPr>
              <p:cNvPr id="13" name="Freeform 12"/>
              <p:cNvSpPr/>
              <p:nvPr userDrawn="1"/>
            </p:nvSpPr>
            <p:spPr>
              <a:xfrm>
                <a:off x="10084" y="2234087"/>
                <a:ext cx="3659796" cy="2995332"/>
              </a:xfrm>
              <a:custGeom>
                <a:avLst/>
                <a:gdLst>
                  <a:gd name="connsiteX0" fmla="*/ 3573556 w 3573556"/>
                  <a:gd name="connsiteY0" fmla="*/ 1801906 h 2844053"/>
                  <a:gd name="connsiteX1" fmla="*/ 0 w 3573556"/>
                  <a:gd name="connsiteY1" fmla="*/ 0 h 2844053"/>
                  <a:gd name="connsiteX2" fmla="*/ 6724 w 3573556"/>
                  <a:gd name="connsiteY2" fmla="*/ 2844053 h 2844053"/>
                  <a:gd name="connsiteX3" fmla="*/ 3573556 w 3573556"/>
                  <a:gd name="connsiteY3" fmla="*/ 1801906 h 2844053"/>
                  <a:gd name="connsiteX0" fmla="*/ 3603812 w 3603812"/>
                  <a:gd name="connsiteY0" fmla="*/ 1725470 h 2844053"/>
                  <a:gd name="connsiteX1" fmla="*/ 0 w 3603812"/>
                  <a:gd name="connsiteY1" fmla="*/ 0 h 2844053"/>
                  <a:gd name="connsiteX2" fmla="*/ 6724 w 3603812"/>
                  <a:gd name="connsiteY2" fmla="*/ 2844053 h 2844053"/>
                  <a:gd name="connsiteX3" fmla="*/ 3603812 w 3603812"/>
                  <a:gd name="connsiteY3" fmla="*/ 1725470 h 2844053"/>
                  <a:gd name="connsiteX0" fmla="*/ 3603812 w 3603812"/>
                  <a:gd name="connsiteY0" fmla="*/ 1725470 h 2844053"/>
                  <a:gd name="connsiteX1" fmla="*/ 0 w 3603812"/>
                  <a:gd name="connsiteY1" fmla="*/ 0 h 2844053"/>
                  <a:gd name="connsiteX2" fmla="*/ 6724 w 3603812"/>
                  <a:gd name="connsiteY2" fmla="*/ 2844053 h 2844053"/>
                  <a:gd name="connsiteX3" fmla="*/ 3603812 w 3603812"/>
                  <a:gd name="connsiteY3" fmla="*/ 1725470 h 2844053"/>
                  <a:gd name="connsiteX0" fmla="*/ 3603812 w 3603812"/>
                  <a:gd name="connsiteY0" fmla="*/ 1719100 h 2837683"/>
                  <a:gd name="connsiteX1" fmla="*/ 0 w 3603812"/>
                  <a:gd name="connsiteY1" fmla="*/ 0 h 2837683"/>
                  <a:gd name="connsiteX2" fmla="*/ 6724 w 3603812"/>
                  <a:gd name="connsiteY2" fmla="*/ 2837683 h 2837683"/>
                  <a:gd name="connsiteX3" fmla="*/ 3603812 w 3603812"/>
                  <a:gd name="connsiteY3" fmla="*/ 1719100 h 2837683"/>
                  <a:gd name="connsiteX0" fmla="*/ 3603812 w 3603812"/>
                  <a:gd name="connsiteY0" fmla="*/ 1719100 h 2837683"/>
                  <a:gd name="connsiteX1" fmla="*/ 0 w 3603812"/>
                  <a:gd name="connsiteY1" fmla="*/ 0 h 2837683"/>
                  <a:gd name="connsiteX2" fmla="*/ 6724 w 3603812"/>
                  <a:gd name="connsiteY2" fmla="*/ 2837683 h 2837683"/>
                  <a:gd name="connsiteX3" fmla="*/ 3603812 w 3603812"/>
                  <a:gd name="connsiteY3" fmla="*/ 1719100 h 2837683"/>
                  <a:gd name="connsiteX0" fmla="*/ 3659796 w 3659796"/>
                  <a:gd name="connsiteY0" fmla="*/ 1783924 h 2837683"/>
                  <a:gd name="connsiteX1" fmla="*/ 0 w 3659796"/>
                  <a:gd name="connsiteY1" fmla="*/ 0 h 2837683"/>
                  <a:gd name="connsiteX2" fmla="*/ 6724 w 3659796"/>
                  <a:gd name="connsiteY2" fmla="*/ 2837683 h 2837683"/>
                  <a:gd name="connsiteX3" fmla="*/ 3659796 w 3659796"/>
                  <a:gd name="connsiteY3" fmla="*/ 1783924 h 2837683"/>
                </a:gdLst>
                <a:ahLst/>
                <a:cxnLst>
                  <a:cxn ang="0">
                    <a:pos x="connsiteX0" y="connsiteY0"/>
                  </a:cxn>
                  <a:cxn ang="0">
                    <a:pos x="connsiteX1" y="connsiteY1"/>
                  </a:cxn>
                  <a:cxn ang="0">
                    <a:pos x="connsiteX2" y="connsiteY2"/>
                  </a:cxn>
                  <a:cxn ang="0">
                    <a:pos x="connsiteX3" y="connsiteY3"/>
                  </a:cxn>
                </a:cxnLst>
                <a:rect l="l" t="t" r="r" b="b"/>
                <a:pathLst>
                  <a:path w="3659796" h="2837683">
                    <a:moveTo>
                      <a:pt x="3659796" y="1783924"/>
                    </a:moveTo>
                    <a:cubicBezTo>
                      <a:pt x="2347587" y="893468"/>
                      <a:pt x="1251698" y="495536"/>
                      <a:pt x="0" y="0"/>
                    </a:cubicBezTo>
                    <a:cubicBezTo>
                      <a:pt x="2241" y="948018"/>
                      <a:pt x="4483" y="1889665"/>
                      <a:pt x="6724" y="2837683"/>
                    </a:cubicBezTo>
                    <a:lnTo>
                      <a:pt x="3659796" y="178392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844">
                  <a:solidFill>
                    <a:prstClr val="white"/>
                  </a:solidFill>
                </a:endParaRPr>
              </a:p>
            </p:txBody>
          </p:sp>
          <p:sp>
            <p:nvSpPr>
              <p:cNvPr id="14" name="Freeform 13"/>
              <p:cNvSpPr/>
              <p:nvPr userDrawn="1"/>
            </p:nvSpPr>
            <p:spPr>
              <a:xfrm>
                <a:off x="5470" y="3922052"/>
                <a:ext cx="4052922" cy="2935948"/>
              </a:xfrm>
              <a:custGeom>
                <a:avLst/>
                <a:gdLst>
                  <a:gd name="connsiteX0" fmla="*/ 3560164 w 3560164"/>
                  <a:gd name="connsiteY0" fmla="*/ 2885606 h 2885606"/>
                  <a:gd name="connsiteX1" fmla="*/ 0 w 3560164"/>
                  <a:gd name="connsiteY1" fmla="*/ 2848131 h 2885606"/>
                  <a:gd name="connsiteX2" fmla="*/ 14990 w 3560164"/>
                  <a:gd name="connsiteY2" fmla="*/ 517160 h 2885606"/>
                  <a:gd name="connsiteX3" fmla="*/ 314793 w 3560164"/>
                  <a:gd name="connsiteY3" fmla="*/ 929390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378666 w 3560164"/>
                  <a:gd name="connsiteY3" fmla="*/ 1531146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3168208 h 3168208"/>
                  <a:gd name="connsiteX1" fmla="*/ 0 w 3560164"/>
                  <a:gd name="connsiteY1" fmla="*/ 3130733 h 3168208"/>
                  <a:gd name="connsiteX2" fmla="*/ 14990 w 3560164"/>
                  <a:gd name="connsiteY2" fmla="*/ 799762 h 3168208"/>
                  <a:gd name="connsiteX3" fmla="*/ 297984 w 3560164"/>
                  <a:gd name="connsiteY3" fmla="*/ 1201906 h 3168208"/>
                  <a:gd name="connsiteX4" fmla="*/ 3515193 w 3560164"/>
                  <a:gd name="connsiteY4" fmla="*/ 282602 h 3168208"/>
                  <a:gd name="connsiteX5" fmla="*/ 3560164 w 3560164"/>
                  <a:gd name="connsiteY5" fmla="*/ 3168208 h 3168208"/>
                  <a:gd name="connsiteX0" fmla="*/ 3560164 w 3995016"/>
                  <a:gd name="connsiteY0" fmla="*/ 3066756 h 3066756"/>
                  <a:gd name="connsiteX1" fmla="*/ 0 w 3995016"/>
                  <a:gd name="connsiteY1" fmla="*/ 3029281 h 3066756"/>
                  <a:gd name="connsiteX2" fmla="*/ 14990 w 3995016"/>
                  <a:gd name="connsiteY2" fmla="*/ 698310 h 3066756"/>
                  <a:gd name="connsiteX3" fmla="*/ 297984 w 3995016"/>
                  <a:gd name="connsiteY3" fmla="*/ 1100454 h 3066756"/>
                  <a:gd name="connsiteX4" fmla="*/ 3515193 w 3995016"/>
                  <a:gd name="connsiteY4" fmla="*/ 181150 h 3066756"/>
                  <a:gd name="connsiteX5" fmla="*/ 3560164 w 3995016"/>
                  <a:gd name="connsiteY5" fmla="*/ 3066756 h 3066756"/>
                  <a:gd name="connsiteX0" fmla="*/ 3560164 w 4081667"/>
                  <a:gd name="connsiteY0" fmla="*/ 3066756 h 3066756"/>
                  <a:gd name="connsiteX1" fmla="*/ 0 w 4081667"/>
                  <a:gd name="connsiteY1" fmla="*/ 3029281 h 3066756"/>
                  <a:gd name="connsiteX2" fmla="*/ 14990 w 4081667"/>
                  <a:gd name="connsiteY2" fmla="*/ 698310 h 3066756"/>
                  <a:gd name="connsiteX3" fmla="*/ 297984 w 4081667"/>
                  <a:gd name="connsiteY3" fmla="*/ 1100454 h 3066756"/>
                  <a:gd name="connsiteX4" fmla="*/ 3515193 w 4081667"/>
                  <a:gd name="connsiteY4" fmla="*/ 181150 h 3066756"/>
                  <a:gd name="connsiteX5" fmla="*/ 3560164 w 4081667"/>
                  <a:gd name="connsiteY5" fmla="*/ 3066756 h 3066756"/>
                  <a:gd name="connsiteX0" fmla="*/ 3560164 w 3972124"/>
                  <a:gd name="connsiteY0" fmla="*/ 2986772 h 2986772"/>
                  <a:gd name="connsiteX1" fmla="*/ 0 w 3972124"/>
                  <a:gd name="connsiteY1" fmla="*/ 2949297 h 2986772"/>
                  <a:gd name="connsiteX2" fmla="*/ 14990 w 3972124"/>
                  <a:gd name="connsiteY2" fmla="*/ 618326 h 2986772"/>
                  <a:gd name="connsiteX3" fmla="*/ 297984 w 3972124"/>
                  <a:gd name="connsiteY3" fmla="*/ 1020470 h 2986772"/>
                  <a:gd name="connsiteX4" fmla="*/ 3515193 w 3972124"/>
                  <a:gd name="connsiteY4" fmla="*/ 101166 h 2986772"/>
                  <a:gd name="connsiteX5" fmla="*/ 3560164 w 3972124"/>
                  <a:gd name="connsiteY5" fmla="*/ 2986772 h 2986772"/>
                  <a:gd name="connsiteX0" fmla="*/ 3560164 w 3851466"/>
                  <a:gd name="connsiteY0" fmla="*/ 2932294 h 2932294"/>
                  <a:gd name="connsiteX1" fmla="*/ 0 w 3851466"/>
                  <a:gd name="connsiteY1" fmla="*/ 2894819 h 2932294"/>
                  <a:gd name="connsiteX2" fmla="*/ 14990 w 3851466"/>
                  <a:gd name="connsiteY2" fmla="*/ 563848 h 2932294"/>
                  <a:gd name="connsiteX3" fmla="*/ 297984 w 3851466"/>
                  <a:gd name="connsiteY3" fmla="*/ 965992 h 2932294"/>
                  <a:gd name="connsiteX4" fmla="*/ 3515193 w 3851466"/>
                  <a:gd name="connsiteY4" fmla="*/ 46688 h 2932294"/>
                  <a:gd name="connsiteX5" fmla="*/ 3560164 w 3851466"/>
                  <a:gd name="connsiteY5" fmla="*/ 2932294 h 2932294"/>
                  <a:gd name="connsiteX0" fmla="*/ 3560164 w 3851466"/>
                  <a:gd name="connsiteY0" fmla="*/ 2923744 h 2923744"/>
                  <a:gd name="connsiteX1" fmla="*/ 0 w 3851466"/>
                  <a:gd name="connsiteY1" fmla="*/ 2886269 h 2923744"/>
                  <a:gd name="connsiteX2" fmla="*/ 14990 w 3851466"/>
                  <a:gd name="connsiteY2" fmla="*/ 555298 h 2923744"/>
                  <a:gd name="connsiteX3" fmla="*/ 297984 w 3851466"/>
                  <a:gd name="connsiteY3" fmla="*/ 957442 h 2923744"/>
                  <a:gd name="connsiteX4" fmla="*/ 3515193 w 3851466"/>
                  <a:gd name="connsiteY4" fmla="*/ 38138 h 2923744"/>
                  <a:gd name="connsiteX5" fmla="*/ 3560164 w 3851466"/>
                  <a:gd name="connsiteY5" fmla="*/ 2923744 h 2923744"/>
                  <a:gd name="connsiteX0" fmla="*/ 3560164 w 3868339"/>
                  <a:gd name="connsiteY0" fmla="*/ 2887665 h 2887665"/>
                  <a:gd name="connsiteX1" fmla="*/ 0 w 3868339"/>
                  <a:gd name="connsiteY1" fmla="*/ 2850190 h 2887665"/>
                  <a:gd name="connsiteX2" fmla="*/ 14990 w 3868339"/>
                  <a:gd name="connsiteY2" fmla="*/ 519219 h 2887665"/>
                  <a:gd name="connsiteX3" fmla="*/ 297984 w 3868339"/>
                  <a:gd name="connsiteY3" fmla="*/ 921363 h 2887665"/>
                  <a:gd name="connsiteX4" fmla="*/ 3545449 w 3868339"/>
                  <a:gd name="connsiteY4" fmla="*/ 39038 h 2887665"/>
                  <a:gd name="connsiteX5" fmla="*/ 3560164 w 3868339"/>
                  <a:gd name="connsiteY5" fmla="*/ 2887665 h 2887665"/>
                  <a:gd name="connsiteX0" fmla="*/ 3560164 w 4050446"/>
                  <a:gd name="connsiteY0" fmla="*/ 2944210 h 2944210"/>
                  <a:gd name="connsiteX1" fmla="*/ 0 w 4050446"/>
                  <a:gd name="connsiteY1" fmla="*/ 2906735 h 2944210"/>
                  <a:gd name="connsiteX2" fmla="*/ 14990 w 4050446"/>
                  <a:gd name="connsiteY2" fmla="*/ 575764 h 2944210"/>
                  <a:gd name="connsiteX3" fmla="*/ 297984 w 4050446"/>
                  <a:gd name="connsiteY3" fmla="*/ 977908 h 2944210"/>
                  <a:gd name="connsiteX4" fmla="*/ 3545449 w 4050446"/>
                  <a:gd name="connsiteY4" fmla="*/ 95583 h 2944210"/>
                  <a:gd name="connsiteX5" fmla="*/ 3560164 w 4050446"/>
                  <a:gd name="connsiteY5" fmla="*/ 2944210 h 2944210"/>
                  <a:gd name="connsiteX0" fmla="*/ 3560164 w 3989640"/>
                  <a:gd name="connsiteY0" fmla="*/ 2924406 h 2924406"/>
                  <a:gd name="connsiteX1" fmla="*/ 0 w 3989640"/>
                  <a:gd name="connsiteY1" fmla="*/ 2886931 h 2924406"/>
                  <a:gd name="connsiteX2" fmla="*/ 14990 w 3989640"/>
                  <a:gd name="connsiteY2" fmla="*/ 555960 h 2924406"/>
                  <a:gd name="connsiteX3" fmla="*/ 297984 w 3989640"/>
                  <a:gd name="connsiteY3" fmla="*/ 958104 h 2924406"/>
                  <a:gd name="connsiteX4" fmla="*/ 3545449 w 3989640"/>
                  <a:gd name="connsiteY4" fmla="*/ 75779 h 2924406"/>
                  <a:gd name="connsiteX5" fmla="*/ 3560164 w 3989640"/>
                  <a:gd name="connsiteY5" fmla="*/ 2924406 h 2924406"/>
                  <a:gd name="connsiteX0" fmla="*/ 3560164 w 4014175"/>
                  <a:gd name="connsiteY0" fmla="*/ 2948316 h 2948316"/>
                  <a:gd name="connsiteX1" fmla="*/ 0 w 4014175"/>
                  <a:gd name="connsiteY1" fmla="*/ 2910841 h 2948316"/>
                  <a:gd name="connsiteX2" fmla="*/ 14990 w 4014175"/>
                  <a:gd name="connsiteY2" fmla="*/ 579870 h 2948316"/>
                  <a:gd name="connsiteX3" fmla="*/ 297984 w 4014175"/>
                  <a:gd name="connsiteY3" fmla="*/ 982014 h 2948316"/>
                  <a:gd name="connsiteX4" fmla="*/ 3545449 w 4014175"/>
                  <a:gd name="connsiteY4" fmla="*/ 99689 h 2948316"/>
                  <a:gd name="connsiteX5" fmla="*/ 3560164 w 4014175"/>
                  <a:gd name="connsiteY5" fmla="*/ 2948316 h 2948316"/>
                  <a:gd name="connsiteX0" fmla="*/ 3560164 w 4014175"/>
                  <a:gd name="connsiteY0" fmla="*/ 2946856 h 2946856"/>
                  <a:gd name="connsiteX1" fmla="*/ 0 w 4014175"/>
                  <a:gd name="connsiteY1" fmla="*/ 2909381 h 2946856"/>
                  <a:gd name="connsiteX2" fmla="*/ 14990 w 4014175"/>
                  <a:gd name="connsiteY2" fmla="*/ 578410 h 2946856"/>
                  <a:gd name="connsiteX3" fmla="*/ 297984 w 4014175"/>
                  <a:gd name="connsiteY3" fmla="*/ 980554 h 2946856"/>
                  <a:gd name="connsiteX4" fmla="*/ 3545449 w 4014175"/>
                  <a:gd name="connsiteY4" fmla="*/ 98229 h 2946856"/>
                  <a:gd name="connsiteX5" fmla="*/ 3560164 w 4014175"/>
                  <a:gd name="connsiteY5" fmla="*/ 2946856 h 2946856"/>
                  <a:gd name="connsiteX0" fmla="*/ 3583696 w 3892754"/>
                  <a:gd name="connsiteY0" fmla="*/ 2889822 h 2889822"/>
                  <a:gd name="connsiteX1" fmla="*/ 0 w 3892754"/>
                  <a:gd name="connsiteY1" fmla="*/ 2859071 h 2889822"/>
                  <a:gd name="connsiteX2" fmla="*/ 14990 w 3892754"/>
                  <a:gd name="connsiteY2" fmla="*/ 528100 h 2889822"/>
                  <a:gd name="connsiteX3" fmla="*/ 297984 w 3892754"/>
                  <a:gd name="connsiteY3" fmla="*/ 930244 h 2889822"/>
                  <a:gd name="connsiteX4" fmla="*/ 3545449 w 3892754"/>
                  <a:gd name="connsiteY4" fmla="*/ 47919 h 2889822"/>
                  <a:gd name="connsiteX5" fmla="*/ 3583696 w 3892754"/>
                  <a:gd name="connsiteY5" fmla="*/ 2889822 h 2889822"/>
                  <a:gd name="connsiteX0" fmla="*/ 3583696 w 4065589"/>
                  <a:gd name="connsiteY0" fmla="*/ 2889822 h 2889822"/>
                  <a:gd name="connsiteX1" fmla="*/ 0 w 4065589"/>
                  <a:gd name="connsiteY1" fmla="*/ 2859071 h 2889822"/>
                  <a:gd name="connsiteX2" fmla="*/ 14990 w 4065589"/>
                  <a:gd name="connsiteY2" fmla="*/ 528100 h 2889822"/>
                  <a:gd name="connsiteX3" fmla="*/ 297984 w 4065589"/>
                  <a:gd name="connsiteY3" fmla="*/ 930244 h 2889822"/>
                  <a:gd name="connsiteX4" fmla="*/ 3545449 w 4065589"/>
                  <a:gd name="connsiteY4" fmla="*/ 47919 h 2889822"/>
                  <a:gd name="connsiteX5" fmla="*/ 3583696 w 4065589"/>
                  <a:gd name="connsiteY5" fmla="*/ 2889822 h 2889822"/>
                  <a:gd name="connsiteX0" fmla="*/ 3583696 w 4193107"/>
                  <a:gd name="connsiteY0" fmla="*/ 2939141 h 2939141"/>
                  <a:gd name="connsiteX1" fmla="*/ 0 w 4193107"/>
                  <a:gd name="connsiteY1" fmla="*/ 2908390 h 2939141"/>
                  <a:gd name="connsiteX2" fmla="*/ 14990 w 4193107"/>
                  <a:gd name="connsiteY2" fmla="*/ 577419 h 2939141"/>
                  <a:gd name="connsiteX3" fmla="*/ 297984 w 4193107"/>
                  <a:gd name="connsiteY3" fmla="*/ 979563 h 2939141"/>
                  <a:gd name="connsiteX4" fmla="*/ 3545449 w 4193107"/>
                  <a:gd name="connsiteY4" fmla="*/ 97238 h 2939141"/>
                  <a:gd name="connsiteX5" fmla="*/ 3583696 w 4193107"/>
                  <a:gd name="connsiteY5" fmla="*/ 2939141 h 2939141"/>
                  <a:gd name="connsiteX0" fmla="*/ 3583696 w 4066579"/>
                  <a:gd name="connsiteY0" fmla="*/ 2939141 h 2939141"/>
                  <a:gd name="connsiteX1" fmla="*/ 0 w 4066579"/>
                  <a:gd name="connsiteY1" fmla="*/ 2908390 h 2939141"/>
                  <a:gd name="connsiteX2" fmla="*/ 14990 w 4066579"/>
                  <a:gd name="connsiteY2" fmla="*/ 577419 h 2939141"/>
                  <a:gd name="connsiteX3" fmla="*/ 297984 w 4066579"/>
                  <a:gd name="connsiteY3" fmla="*/ 979563 h 2939141"/>
                  <a:gd name="connsiteX4" fmla="*/ 3545449 w 4066579"/>
                  <a:gd name="connsiteY4" fmla="*/ 97238 h 2939141"/>
                  <a:gd name="connsiteX5" fmla="*/ 3583696 w 4066579"/>
                  <a:gd name="connsiteY5" fmla="*/ 2939141 h 2939141"/>
                  <a:gd name="connsiteX0" fmla="*/ 3583696 w 4058392"/>
                  <a:gd name="connsiteY0" fmla="*/ 2935948 h 2935948"/>
                  <a:gd name="connsiteX1" fmla="*/ 0 w 4058392"/>
                  <a:gd name="connsiteY1" fmla="*/ 2905197 h 2935948"/>
                  <a:gd name="connsiteX2" fmla="*/ 14990 w 4058392"/>
                  <a:gd name="connsiteY2" fmla="*/ 574226 h 2935948"/>
                  <a:gd name="connsiteX3" fmla="*/ 297984 w 4058392"/>
                  <a:gd name="connsiteY3" fmla="*/ 976370 h 2935948"/>
                  <a:gd name="connsiteX4" fmla="*/ 3532002 w 4058392"/>
                  <a:gd name="connsiteY4" fmla="*/ 97407 h 2935948"/>
                  <a:gd name="connsiteX5" fmla="*/ 3583696 w 4058392"/>
                  <a:gd name="connsiteY5" fmla="*/ 2935948 h 2935948"/>
                  <a:gd name="connsiteX0" fmla="*/ 3578226 w 4052922"/>
                  <a:gd name="connsiteY0" fmla="*/ 2935948 h 2935948"/>
                  <a:gd name="connsiteX1" fmla="*/ 0 w 4052922"/>
                  <a:gd name="connsiteY1" fmla="*/ 2927075 h 2935948"/>
                  <a:gd name="connsiteX2" fmla="*/ 9520 w 4052922"/>
                  <a:gd name="connsiteY2" fmla="*/ 574226 h 2935948"/>
                  <a:gd name="connsiteX3" fmla="*/ 292514 w 4052922"/>
                  <a:gd name="connsiteY3" fmla="*/ 976370 h 2935948"/>
                  <a:gd name="connsiteX4" fmla="*/ 3526532 w 4052922"/>
                  <a:gd name="connsiteY4" fmla="*/ 97407 h 2935948"/>
                  <a:gd name="connsiteX5" fmla="*/ 3578226 w 4052922"/>
                  <a:gd name="connsiteY5" fmla="*/ 2935948 h 2935948"/>
                  <a:gd name="connsiteX0" fmla="*/ 3578226 w 4052922"/>
                  <a:gd name="connsiteY0" fmla="*/ 2935948 h 2935948"/>
                  <a:gd name="connsiteX1" fmla="*/ 0 w 4052922"/>
                  <a:gd name="connsiteY1" fmla="*/ 2927075 h 2935948"/>
                  <a:gd name="connsiteX2" fmla="*/ 9520 w 4052922"/>
                  <a:gd name="connsiteY2" fmla="*/ 574226 h 2935948"/>
                  <a:gd name="connsiteX3" fmla="*/ 292514 w 4052922"/>
                  <a:gd name="connsiteY3" fmla="*/ 976370 h 2935948"/>
                  <a:gd name="connsiteX4" fmla="*/ 3526532 w 4052922"/>
                  <a:gd name="connsiteY4" fmla="*/ 97407 h 2935948"/>
                  <a:gd name="connsiteX5" fmla="*/ 3578226 w 4052922"/>
                  <a:gd name="connsiteY5" fmla="*/ 2935948 h 293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2922" h="2935948">
                    <a:moveTo>
                      <a:pt x="3578226" y="2935948"/>
                    </a:moveTo>
                    <a:lnTo>
                      <a:pt x="0" y="2927075"/>
                    </a:lnTo>
                    <a:cubicBezTo>
                      <a:pt x="4997" y="2150085"/>
                      <a:pt x="4523" y="1351216"/>
                      <a:pt x="9520" y="574226"/>
                    </a:cubicBezTo>
                    <a:lnTo>
                      <a:pt x="292514" y="976370"/>
                    </a:lnTo>
                    <a:cubicBezTo>
                      <a:pt x="1181802" y="1226354"/>
                      <a:pt x="2622566" y="-407363"/>
                      <a:pt x="3526532" y="97407"/>
                    </a:cubicBezTo>
                    <a:cubicBezTo>
                      <a:pt x="4430498" y="602177"/>
                      <a:pt x="3980095" y="2347234"/>
                      <a:pt x="3578226" y="2935948"/>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844">
                  <a:solidFill>
                    <a:prstClr val="white"/>
                  </a:solidFill>
                </a:endParaRPr>
              </a:p>
            </p:txBody>
          </p:sp>
        </p:grpSp>
        <p:pic>
          <p:nvPicPr>
            <p:cNvPr id="17" name="Picture Placeholder 8">
              <a:extLst>
                <a:ext uri="{FF2B5EF4-FFF2-40B4-BE49-F238E27FC236}">
                  <a16:creationId xmlns="" xmlns:a16="http://schemas.microsoft.com/office/drawing/2014/main" id="{E4613513-ABFF-4BEA-B28E-9C187BF2D4B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7072" r="38344"/>
            <a:stretch/>
          </p:blipFill>
          <p:spPr>
            <a:xfrm>
              <a:off x="0" y="1520686"/>
              <a:ext cx="5177971" cy="5337313"/>
            </a:xfrm>
            <a:prstGeom prst="rect">
              <a:avLst/>
            </a:prstGeom>
          </p:spPr>
        </p:pic>
      </p:grpSp>
      <p:pic>
        <p:nvPicPr>
          <p:cNvPr id="19" name="Graphic 9">
            <a:extLst>
              <a:ext uri="{FF2B5EF4-FFF2-40B4-BE49-F238E27FC236}">
                <a16:creationId xmlns="" xmlns:a16="http://schemas.microsoft.com/office/drawing/2014/main" id="{C3D2EC56-D17C-4A75-8178-C69397BC7353}"/>
              </a:ext>
            </a:extLst>
          </p:cNvPr>
          <p:cNvPicPr>
            <a:picLocks noChangeAspect="1"/>
          </p:cNvPicPr>
          <p:nvPr userDrawn="1"/>
        </p:nvPicPr>
        <p:blipFill>
          <a:blip r:embed="rId7">
            <a:extLst>
              <a:ext uri="{96DAC541-7B7A-43D3-8B79-37D633B846F1}">
                <asvg:svgBlip xmlns="" xmlns:asvg="http://schemas.microsoft.com/office/drawing/2016/SVG/main" r:embed="rId8"/>
              </a:ext>
            </a:extLst>
          </a:blip>
          <a:stretch>
            <a:fillRect/>
          </a:stretch>
        </p:blipFill>
        <p:spPr>
          <a:xfrm>
            <a:off x="543984" y="539751"/>
            <a:ext cx="3087429" cy="688815"/>
          </a:xfrm>
          <a:prstGeom prst="rect">
            <a:avLst/>
          </a:prstGeom>
        </p:spPr>
      </p:pic>
    </p:spTree>
    <p:extLst>
      <p:ext uri="{BB962C8B-B14F-4D97-AF65-F5344CB8AC3E}">
        <p14:creationId xmlns:p14="http://schemas.microsoft.com/office/powerpoint/2010/main" val="3859793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Title Slide 1">
    <p:bg>
      <p:bgPr>
        <a:solidFill>
          <a:srgbClr val="EDEDED"/>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1"/>
          <a:ext cx="195384" cy="158751"/>
        </p:xfrm>
        <a:graphic>
          <a:graphicData uri="http://schemas.openxmlformats.org/presentationml/2006/ole">
            <mc:AlternateContent xmlns:mc="http://schemas.openxmlformats.org/markup-compatibility/2006">
              <mc:Choice xmlns:v="urn:schemas-microsoft-com:vml" Requires="v">
                <p:oleObj spid="_x0000_s69678"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 name="Group 19"/>
          <p:cNvGrpSpPr/>
          <p:nvPr userDrawn="1"/>
        </p:nvGrpSpPr>
        <p:grpSpPr>
          <a:xfrm rot="10800000">
            <a:off x="-16150" y="-9139"/>
            <a:ext cx="7063393" cy="6862769"/>
            <a:chOff x="2088634" y="1836"/>
            <a:chExt cx="7057105" cy="6856659"/>
          </a:xfrm>
        </p:grpSpPr>
        <p:sp>
          <p:nvSpPr>
            <p:cNvPr id="21" name="Freeform 20"/>
            <p:cNvSpPr/>
            <p:nvPr userDrawn="1"/>
          </p:nvSpPr>
          <p:spPr>
            <a:xfrm rot="10800000" flipV="1">
              <a:off x="2765729" y="1836"/>
              <a:ext cx="6377472" cy="4012978"/>
            </a:xfrm>
            <a:custGeom>
              <a:avLst/>
              <a:gdLst>
                <a:gd name="connsiteX0" fmla="*/ 3573556 w 3573556"/>
                <a:gd name="connsiteY0" fmla="*/ 1801906 h 2844053"/>
                <a:gd name="connsiteX1" fmla="*/ 0 w 3573556"/>
                <a:gd name="connsiteY1" fmla="*/ 0 h 2844053"/>
                <a:gd name="connsiteX2" fmla="*/ 6724 w 3573556"/>
                <a:gd name="connsiteY2" fmla="*/ 2844053 h 2844053"/>
                <a:gd name="connsiteX3" fmla="*/ 3573556 w 3573556"/>
                <a:gd name="connsiteY3" fmla="*/ 1801906 h 2844053"/>
                <a:gd name="connsiteX0" fmla="*/ 3603812 w 3603812"/>
                <a:gd name="connsiteY0" fmla="*/ 1725470 h 2844053"/>
                <a:gd name="connsiteX1" fmla="*/ 0 w 3603812"/>
                <a:gd name="connsiteY1" fmla="*/ 0 h 2844053"/>
                <a:gd name="connsiteX2" fmla="*/ 6724 w 3603812"/>
                <a:gd name="connsiteY2" fmla="*/ 2844053 h 2844053"/>
                <a:gd name="connsiteX3" fmla="*/ 3603812 w 3603812"/>
                <a:gd name="connsiteY3" fmla="*/ 1725470 h 2844053"/>
                <a:gd name="connsiteX0" fmla="*/ 3603812 w 3603812"/>
                <a:gd name="connsiteY0" fmla="*/ 1725470 h 2844053"/>
                <a:gd name="connsiteX1" fmla="*/ 0 w 3603812"/>
                <a:gd name="connsiteY1" fmla="*/ 0 h 2844053"/>
                <a:gd name="connsiteX2" fmla="*/ 6724 w 3603812"/>
                <a:gd name="connsiteY2" fmla="*/ 2844053 h 2844053"/>
                <a:gd name="connsiteX3" fmla="*/ 3603812 w 3603812"/>
                <a:gd name="connsiteY3" fmla="*/ 1725470 h 2844053"/>
                <a:gd name="connsiteX0" fmla="*/ 3603812 w 3603812"/>
                <a:gd name="connsiteY0" fmla="*/ 1719100 h 2837683"/>
                <a:gd name="connsiteX1" fmla="*/ 0 w 3603812"/>
                <a:gd name="connsiteY1" fmla="*/ 0 h 2837683"/>
                <a:gd name="connsiteX2" fmla="*/ 6724 w 3603812"/>
                <a:gd name="connsiteY2" fmla="*/ 2837683 h 2837683"/>
                <a:gd name="connsiteX3" fmla="*/ 3603812 w 3603812"/>
                <a:gd name="connsiteY3" fmla="*/ 1719100 h 2837683"/>
                <a:gd name="connsiteX0" fmla="*/ 3603812 w 3603812"/>
                <a:gd name="connsiteY0" fmla="*/ 1719100 h 2837683"/>
                <a:gd name="connsiteX1" fmla="*/ 0 w 3603812"/>
                <a:gd name="connsiteY1" fmla="*/ 0 h 2837683"/>
                <a:gd name="connsiteX2" fmla="*/ 6724 w 3603812"/>
                <a:gd name="connsiteY2" fmla="*/ 2837683 h 2837683"/>
                <a:gd name="connsiteX3" fmla="*/ 3603812 w 3603812"/>
                <a:gd name="connsiteY3" fmla="*/ 1719100 h 2837683"/>
                <a:gd name="connsiteX0" fmla="*/ 3659796 w 3659796"/>
                <a:gd name="connsiteY0" fmla="*/ 1783924 h 2837683"/>
                <a:gd name="connsiteX1" fmla="*/ 0 w 3659796"/>
                <a:gd name="connsiteY1" fmla="*/ 0 h 2837683"/>
                <a:gd name="connsiteX2" fmla="*/ 6724 w 3659796"/>
                <a:gd name="connsiteY2" fmla="*/ 2837683 h 2837683"/>
                <a:gd name="connsiteX3" fmla="*/ 3659796 w 3659796"/>
                <a:gd name="connsiteY3" fmla="*/ 1783924 h 2837683"/>
                <a:gd name="connsiteX0" fmla="*/ 3659796 w 3659796"/>
                <a:gd name="connsiteY0" fmla="*/ 1783924 h 2835771"/>
                <a:gd name="connsiteX1" fmla="*/ 0 w 3659796"/>
                <a:gd name="connsiteY1" fmla="*/ 0 h 2835771"/>
                <a:gd name="connsiteX2" fmla="*/ 3698 w 3659796"/>
                <a:gd name="connsiteY2" fmla="*/ 2835771 h 2835771"/>
                <a:gd name="connsiteX3" fmla="*/ 3659796 w 3659796"/>
                <a:gd name="connsiteY3" fmla="*/ 1783924 h 2835771"/>
                <a:gd name="connsiteX0" fmla="*/ 3659796 w 3687181"/>
                <a:gd name="connsiteY0" fmla="*/ 1886116 h 2937963"/>
                <a:gd name="connsiteX1" fmla="*/ 1590719 w 3687181"/>
                <a:gd name="connsiteY1" fmla="*/ 744248 h 2937963"/>
                <a:gd name="connsiteX2" fmla="*/ 0 w 3687181"/>
                <a:gd name="connsiteY2" fmla="*/ 102192 h 2937963"/>
                <a:gd name="connsiteX3" fmla="*/ 3698 w 3687181"/>
                <a:gd name="connsiteY3" fmla="*/ 2937963 h 2937963"/>
                <a:gd name="connsiteX4" fmla="*/ 3659796 w 3687181"/>
                <a:gd name="connsiteY4" fmla="*/ 1886116 h 2937963"/>
                <a:gd name="connsiteX0" fmla="*/ 3656139 w 3683524"/>
                <a:gd name="connsiteY0" fmla="*/ 1301371 h 2353218"/>
                <a:gd name="connsiteX1" fmla="*/ 1587062 w 3683524"/>
                <a:gd name="connsiteY1" fmla="*/ 159503 h 2353218"/>
                <a:gd name="connsiteX2" fmla="*/ 86287 w 3683524"/>
                <a:gd name="connsiteY2" fmla="*/ 373101 h 2353218"/>
                <a:gd name="connsiteX3" fmla="*/ 41 w 3683524"/>
                <a:gd name="connsiteY3" fmla="*/ 2353218 h 2353218"/>
                <a:gd name="connsiteX4" fmla="*/ 3656139 w 3683524"/>
                <a:gd name="connsiteY4" fmla="*/ 1301371 h 2353218"/>
                <a:gd name="connsiteX0" fmla="*/ 3656739 w 3684124"/>
                <a:gd name="connsiteY0" fmla="*/ 1383295 h 2435142"/>
                <a:gd name="connsiteX1" fmla="*/ 1587662 w 3684124"/>
                <a:gd name="connsiteY1" fmla="*/ 241427 h 2435142"/>
                <a:gd name="connsiteX2" fmla="*/ 690 w 3684124"/>
                <a:gd name="connsiteY2" fmla="*/ 256201 h 2435142"/>
                <a:gd name="connsiteX3" fmla="*/ 641 w 3684124"/>
                <a:gd name="connsiteY3" fmla="*/ 2435142 h 2435142"/>
                <a:gd name="connsiteX4" fmla="*/ 3656739 w 3684124"/>
                <a:gd name="connsiteY4" fmla="*/ 1383295 h 2435142"/>
                <a:gd name="connsiteX0" fmla="*/ 3656739 w 3684124"/>
                <a:gd name="connsiteY0" fmla="*/ 1269523 h 2321370"/>
                <a:gd name="connsiteX1" fmla="*/ 1587662 w 3684124"/>
                <a:gd name="connsiteY1" fmla="*/ 127655 h 2321370"/>
                <a:gd name="connsiteX2" fmla="*/ 690 w 3684124"/>
                <a:gd name="connsiteY2" fmla="*/ 142429 h 2321370"/>
                <a:gd name="connsiteX3" fmla="*/ 641 w 3684124"/>
                <a:gd name="connsiteY3" fmla="*/ 2321370 h 2321370"/>
                <a:gd name="connsiteX4" fmla="*/ 3656739 w 3684124"/>
                <a:gd name="connsiteY4" fmla="*/ 1269523 h 2321370"/>
                <a:gd name="connsiteX0" fmla="*/ 3656739 w 3684124"/>
                <a:gd name="connsiteY0" fmla="*/ 1141868 h 2193715"/>
                <a:gd name="connsiteX1" fmla="*/ 1587662 w 3684124"/>
                <a:gd name="connsiteY1" fmla="*/ 0 h 2193715"/>
                <a:gd name="connsiteX2" fmla="*/ 690 w 3684124"/>
                <a:gd name="connsiteY2" fmla="*/ 14774 h 2193715"/>
                <a:gd name="connsiteX3" fmla="*/ 641 w 3684124"/>
                <a:gd name="connsiteY3" fmla="*/ 2193715 h 2193715"/>
                <a:gd name="connsiteX4" fmla="*/ 3656739 w 3684124"/>
                <a:gd name="connsiteY4" fmla="*/ 1141868 h 2193715"/>
                <a:gd name="connsiteX0" fmla="*/ 3656739 w 3656739"/>
                <a:gd name="connsiteY0" fmla="*/ 1141868 h 2193715"/>
                <a:gd name="connsiteX1" fmla="*/ 1587662 w 3656739"/>
                <a:gd name="connsiteY1" fmla="*/ 0 h 2193715"/>
                <a:gd name="connsiteX2" fmla="*/ 690 w 3656739"/>
                <a:gd name="connsiteY2" fmla="*/ 14774 h 2193715"/>
                <a:gd name="connsiteX3" fmla="*/ 641 w 3656739"/>
                <a:gd name="connsiteY3" fmla="*/ 2193715 h 2193715"/>
                <a:gd name="connsiteX4" fmla="*/ 3656739 w 3656739"/>
                <a:gd name="connsiteY4" fmla="*/ 1141868 h 2193715"/>
                <a:gd name="connsiteX0" fmla="*/ 3656739 w 3656739"/>
                <a:gd name="connsiteY0" fmla="*/ 1127094 h 2178941"/>
                <a:gd name="connsiteX1" fmla="*/ 1600640 w 3656739"/>
                <a:gd name="connsiteY1" fmla="*/ 155 h 2178941"/>
                <a:gd name="connsiteX2" fmla="*/ 690 w 3656739"/>
                <a:gd name="connsiteY2" fmla="*/ 0 h 2178941"/>
                <a:gd name="connsiteX3" fmla="*/ 641 w 3656739"/>
                <a:gd name="connsiteY3" fmla="*/ 2178941 h 2178941"/>
                <a:gd name="connsiteX4" fmla="*/ 3656739 w 3656739"/>
                <a:gd name="connsiteY4" fmla="*/ 1127094 h 2178941"/>
                <a:gd name="connsiteX0" fmla="*/ 3656739 w 3656739"/>
                <a:gd name="connsiteY0" fmla="*/ 1129574 h 2181421"/>
                <a:gd name="connsiteX1" fmla="*/ 1600640 w 3656739"/>
                <a:gd name="connsiteY1" fmla="*/ 0 h 2181421"/>
                <a:gd name="connsiteX2" fmla="*/ 690 w 3656739"/>
                <a:gd name="connsiteY2" fmla="*/ 2480 h 2181421"/>
                <a:gd name="connsiteX3" fmla="*/ 641 w 3656739"/>
                <a:gd name="connsiteY3" fmla="*/ 2181421 h 2181421"/>
                <a:gd name="connsiteX4" fmla="*/ 3656739 w 3656739"/>
                <a:gd name="connsiteY4" fmla="*/ 1129574 h 2181421"/>
                <a:gd name="connsiteX0" fmla="*/ 3656650 w 3656650"/>
                <a:gd name="connsiteY0" fmla="*/ 1129574 h 2181421"/>
                <a:gd name="connsiteX1" fmla="*/ 1600551 w 3656650"/>
                <a:gd name="connsiteY1" fmla="*/ 0 h 2181421"/>
                <a:gd name="connsiteX2" fmla="*/ 1528 w 3656650"/>
                <a:gd name="connsiteY2" fmla="*/ 2480 h 2181421"/>
                <a:gd name="connsiteX3" fmla="*/ 552 w 3656650"/>
                <a:gd name="connsiteY3" fmla="*/ 2181421 h 2181421"/>
                <a:gd name="connsiteX4" fmla="*/ 3656650 w 3656650"/>
                <a:gd name="connsiteY4" fmla="*/ 1129574 h 2181421"/>
                <a:gd name="connsiteX0" fmla="*/ 3657167 w 3657167"/>
                <a:gd name="connsiteY0" fmla="*/ 1129574 h 2181421"/>
                <a:gd name="connsiteX1" fmla="*/ 1601068 w 3657167"/>
                <a:gd name="connsiteY1" fmla="*/ 0 h 2181421"/>
                <a:gd name="connsiteX2" fmla="*/ 2045 w 3657167"/>
                <a:gd name="connsiteY2" fmla="*/ 2480 h 2181421"/>
                <a:gd name="connsiteX3" fmla="*/ 1069 w 3657167"/>
                <a:gd name="connsiteY3" fmla="*/ 2181421 h 2181421"/>
                <a:gd name="connsiteX4" fmla="*/ 3657167 w 3657167"/>
                <a:gd name="connsiteY4" fmla="*/ 1129574 h 2181421"/>
                <a:gd name="connsiteX0" fmla="*/ 3659337 w 3659337"/>
                <a:gd name="connsiteY0" fmla="*/ 1129574 h 2181421"/>
                <a:gd name="connsiteX1" fmla="*/ 1603238 w 3659337"/>
                <a:gd name="connsiteY1" fmla="*/ 0 h 2181421"/>
                <a:gd name="connsiteX2" fmla="*/ 507 w 3659337"/>
                <a:gd name="connsiteY2" fmla="*/ 724 h 2181421"/>
                <a:gd name="connsiteX3" fmla="*/ 3239 w 3659337"/>
                <a:gd name="connsiteY3" fmla="*/ 2181421 h 2181421"/>
                <a:gd name="connsiteX4" fmla="*/ 3659337 w 3659337"/>
                <a:gd name="connsiteY4" fmla="*/ 1129574 h 2181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9337" h="2181421">
                  <a:moveTo>
                    <a:pt x="3659337" y="1129574"/>
                  </a:moveTo>
                  <a:cubicBezTo>
                    <a:pt x="2653378" y="444416"/>
                    <a:pt x="2213204" y="297321"/>
                    <a:pt x="1603238" y="0"/>
                  </a:cubicBezTo>
                  <a:lnTo>
                    <a:pt x="507" y="724"/>
                  </a:lnTo>
                  <a:cubicBezTo>
                    <a:pt x="-960" y="399868"/>
                    <a:pt x="998" y="1233403"/>
                    <a:pt x="3239" y="2181421"/>
                  </a:cubicBezTo>
                  <a:lnTo>
                    <a:pt x="3659337" y="112957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844">
                <a:solidFill>
                  <a:prstClr val="white"/>
                </a:solidFill>
              </a:endParaRPr>
            </a:p>
          </p:txBody>
        </p:sp>
        <p:sp>
          <p:nvSpPr>
            <p:cNvPr id="22" name="Freeform 21"/>
            <p:cNvSpPr/>
            <p:nvPr userDrawn="1"/>
          </p:nvSpPr>
          <p:spPr>
            <a:xfrm rot="10800000" flipV="1">
              <a:off x="2088634" y="1741246"/>
              <a:ext cx="7057105" cy="5117249"/>
            </a:xfrm>
            <a:custGeom>
              <a:avLst/>
              <a:gdLst>
                <a:gd name="connsiteX0" fmla="*/ 3560164 w 3560164"/>
                <a:gd name="connsiteY0" fmla="*/ 2885606 h 2885606"/>
                <a:gd name="connsiteX1" fmla="*/ 0 w 3560164"/>
                <a:gd name="connsiteY1" fmla="*/ 2848131 h 2885606"/>
                <a:gd name="connsiteX2" fmla="*/ 14990 w 3560164"/>
                <a:gd name="connsiteY2" fmla="*/ 517160 h 2885606"/>
                <a:gd name="connsiteX3" fmla="*/ 314793 w 3560164"/>
                <a:gd name="connsiteY3" fmla="*/ 929390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378666 w 3560164"/>
                <a:gd name="connsiteY3" fmla="*/ 1531146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2885606 h 2885606"/>
                <a:gd name="connsiteX1" fmla="*/ 0 w 3560164"/>
                <a:gd name="connsiteY1" fmla="*/ 2848131 h 2885606"/>
                <a:gd name="connsiteX2" fmla="*/ 14990 w 3560164"/>
                <a:gd name="connsiteY2" fmla="*/ 517160 h 2885606"/>
                <a:gd name="connsiteX3" fmla="*/ 297984 w 3560164"/>
                <a:gd name="connsiteY3" fmla="*/ 919304 h 2885606"/>
                <a:gd name="connsiteX4" fmla="*/ 3515193 w 3560164"/>
                <a:gd name="connsiteY4" fmla="*/ 0 h 2885606"/>
                <a:gd name="connsiteX5" fmla="*/ 3560164 w 3560164"/>
                <a:gd name="connsiteY5" fmla="*/ 2885606 h 2885606"/>
                <a:gd name="connsiteX0" fmla="*/ 3560164 w 3560164"/>
                <a:gd name="connsiteY0" fmla="*/ 3168208 h 3168208"/>
                <a:gd name="connsiteX1" fmla="*/ 0 w 3560164"/>
                <a:gd name="connsiteY1" fmla="*/ 3130733 h 3168208"/>
                <a:gd name="connsiteX2" fmla="*/ 14990 w 3560164"/>
                <a:gd name="connsiteY2" fmla="*/ 799762 h 3168208"/>
                <a:gd name="connsiteX3" fmla="*/ 297984 w 3560164"/>
                <a:gd name="connsiteY3" fmla="*/ 1201906 h 3168208"/>
                <a:gd name="connsiteX4" fmla="*/ 3515193 w 3560164"/>
                <a:gd name="connsiteY4" fmla="*/ 282602 h 3168208"/>
                <a:gd name="connsiteX5" fmla="*/ 3560164 w 3560164"/>
                <a:gd name="connsiteY5" fmla="*/ 3168208 h 3168208"/>
                <a:gd name="connsiteX0" fmla="*/ 3560164 w 3995016"/>
                <a:gd name="connsiteY0" fmla="*/ 3066756 h 3066756"/>
                <a:gd name="connsiteX1" fmla="*/ 0 w 3995016"/>
                <a:gd name="connsiteY1" fmla="*/ 3029281 h 3066756"/>
                <a:gd name="connsiteX2" fmla="*/ 14990 w 3995016"/>
                <a:gd name="connsiteY2" fmla="*/ 698310 h 3066756"/>
                <a:gd name="connsiteX3" fmla="*/ 297984 w 3995016"/>
                <a:gd name="connsiteY3" fmla="*/ 1100454 h 3066756"/>
                <a:gd name="connsiteX4" fmla="*/ 3515193 w 3995016"/>
                <a:gd name="connsiteY4" fmla="*/ 181150 h 3066756"/>
                <a:gd name="connsiteX5" fmla="*/ 3560164 w 3995016"/>
                <a:gd name="connsiteY5" fmla="*/ 3066756 h 3066756"/>
                <a:gd name="connsiteX0" fmla="*/ 3560164 w 4081667"/>
                <a:gd name="connsiteY0" fmla="*/ 3066756 h 3066756"/>
                <a:gd name="connsiteX1" fmla="*/ 0 w 4081667"/>
                <a:gd name="connsiteY1" fmla="*/ 3029281 h 3066756"/>
                <a:gd name="connsiteX2" fmla="*/ 14990 w 4081667"/>
                <a:gd name="connsiteY2" fmla="*/ 698310 h 3066756"/>
                <a:gd name="connsiteX3" fmla="*/ 297984 w 4081667"/>
                <a:gd name="connsiteY3" fmla="*/ 1100454 h 3066756"/>
                <a:gd name="connsiteX4" fmla="*/ 3515193 w 4081667"/>
                <a:gd name="connsiteY4" fmla="*/ 181150 h 3066756"/>
                <a:gd name="connsiteX5" fmla="*/ 3560164 w 4081667"/>
                <a:gd name="connsiteY5" fmla="*/ 3066756 h 3066756"/>
                <a:gd name="connsiteX0" fmla="*/ 3560164 w 3972124"/>
                <a:gd name="connsiteY0" fmla="*/ 2986772 h 2986772"/>
                <a:gd name="connsiteX1" fmla="*/ 0 w 3972124"/>
                <a:gd name="connsiteY1" fmla="*/ 2949297 h 2986772"/>
                <a:gd name="connsiteX2" fmla="*/ 14990 w 3972124"/>
                <a:gd name="connsiteY2" fmla="*/ 618326 h 2986772"/>
                <a:gd name="connsiteX3" fmla="*/ 297984 w 3972124"/>
                <a:gd name="connsiteY3" fmla="*/ 1020470 h 2986772"/>
                <a:gd name="connsiteX4" fmla="*/ 3515193 w 3972124"/>
                <a:gd name="connsiteY4" fmla="*/ 101166 h 2986772"/>
                <a:gd name="connsiteX5" fmla="*/ 3560164 w 3972124"/>
                <a:gd name="connsiteY5" fmla="*/ 2986772 h 2986772"/>
                <a:gd name="connsiteX0" fmla="*/ 3560164 w 3851466"/>
                <a:gd name="connsiteY0" fmla="*/ 2932294 h 2932294"/>
                <a:gd name="connsiteX1" fmla="*/ 0 w 3851466"/>
                <a:gd name="connsiteY1" fmla="*/ 2894819 h 2932294"/>
                <a:gd name="connsiteX2" fmla="*/ 14990 w 3851466"/>
                <a:gd name="connsiteY2" fmla="*/ 563848 h 2932294"/>
                <a:gd name="connsiteX3" fmla="*/ 297984 w 3851466"/>
                <a:gd name="connsiteY3" fmla="*/ 965992 h 2932294"/>
                <a:gd name="connsiteX4" fmla="*/ 3515193 w 3851466"/>
                <a:gd name="connsiteY4" fmla="*/ 46688 h 2932294"/>
                <a:gd name="connsiteX5" fmla="*/ 3560164 w 3851466"/>
                <a:gd name="connsiteY5" fmla="*/ 2932294 h 2932294"/>
                <a:gd name="connsiteX0" fmla="*/ 3560164 w 3851466"/>
                <a:gd name="connsiteY0" fmla="*/ 2923744 h 2923744"/>
                <a:gd name="connsiteX1" fmla="*/ 0 w 3851466"/>
                <a:gd name="connsiteY1" fmla="*/ 2886269 h 2923744"/>
                <a:gd name="connsiteX2" fmla="*/ 14990 w 3851466"/>
                <a:gd name="connsiteY2" fmla="*/ 555298 h 2923744"/>
                <a:gd name="connsiteX3" fmla="*/ 297984 w 3851466"/>
                <a:gd name="connsiteY3" fmla="*/ 957442 h 2923744"/>
                <a:gd name="connsiteX4" fmla="*/ 3515193 w 3851466"/>
                <a:gd name="connsiteY4" fmla="*/ 38138 h 2923744"/>
                <a:gd name="connsiteX5" fmla="*/ 3560164 w 3851466"/>
                <a:gd name="connsiteY5" fmla="*/ 2923744 h 2923744"/>
                <a:gd name="connsiteX0" fmla="*/ 3560164 w 3868339"/>
                <a:gd name="connsiteY0" fmla="*/ 2887665 h 2887665"/>
                <a:gd name="connsiteX1" fmla="*/ 0 w 3868339"/>
                <a:gd name="connsiteY1" fmla="*/ 2850190 h 2887665"/>
                <a:gd name="connsiteX2" fmla="*/ 14990 w 3868339"/>
                <a:gd name="connsiteY2" fmla="*/ 519219 h 2887665"/>
                <a:gd name="connsiteX3" fmla="*/ 297984 w 3868339"/>
                <a:gd name="connsiteY3" fmla="*/ 921363 h 2887665"/>
                <a:gd name="connsiteX4" fmla="*/ 3545449 w 3868339"/>
                <a:gd name="connsiteY4" fmla="*/ 39038 h 2887665"/>
                <a:gd name="connsiteX5" fmla="*/ 3560164 w 3868339"/>
                <a:gd name="connsiteY5" fmla="*/ 2887665 h 2887665"/>
                <a:gd name="connsiteX0" fmla="*/ 3560164 w 4050446"/>
                <a:gd name="connsiteY0" fmla="*/ 2944210 h 2944210"/>
                <a:gd name="connsiteX1" fmla="*/ 0 w 4050446"/>
                <a:gd name="connsiteY1" fmla="*/ 2906735 h 2944210"/>
                <a:gd name="connsiteX2" fmla="*/ 14990 w 4050446"/>
                <a:gd name="connsiteY2" fmla="*/ 575764 h 2944210"/>
                <a:gd name="connsiteX3" fmla="*/ 297984 w 4050446"/>
                <a:gd name="connsiteY3" fmla="*/ 977908 h 2944210"/>
                <a:gd name="connsiteX4" fmla="*/ 3545449 w 4050446"/>
                <a:gd name="connsiteY4" fmla="*/ 95583 h 2944210"/>
                <a:gd name="connsiteX5" fmla="*/ 3560164 w 4050446"/>
                <a:gd name="connsiteY5" fmla="*/ 2944210 h 2944210"/>
                <a:gd name="connsiteX0" fmla="*/ 3560164 w 3989640"/>
                <a:gd name="connsiteY0" fmla="*/ 2924406 h 2924406"/>
                <a:gd name="connsiteX1" fmla="*/ 0 w 3989640"/>
                <a:gd name="connsiteY1" fmla="*/ 2886931 h 2924406"/>
                <a:gd name="connsiteX2" fmla="*/ 14990 w 3989640"/>
                <a:gd name="connsiteY2" fmla="*/ 555960 h 2924406"/>
                <a:gd name="connsiteX3" fmla="*/ 297984 w 3989640"/>
                <a:gd name="connsiteY3" fmla="*/ 958104 h 2924406"/>
                <a:gd name="connsiteX4" fmla="*/ 3545449 w 3989640"/>
                <a:gd name="connsiteY4" fmla="*/ 75779 h 2924406"/>
                <a:gd name="connsiteX5" fmla="*/ 3560164 w 3989640"/>
                <a:gd name="connsiteY5" fmla="*/ 2924406 h 2924406"/>
                <a:gd name="connsiteX0" fmla="*/ 3560164 w 4014175"/>
                <a:gd name="connsiteY0" fmla="*/ 2948316 h 2948316"/>
                <a:gd name="connsiteX1" fmla="*/ 0 w 4014175"/>
                <a:gd name="connsiteY1" fmla="*/ 2910841 h 2948316"/>
                <a:gd name="connsiteX2" fmla="*/ 14990 w 4014175"/>
                <a:gd name="connsiteY2" fmla="*/ 579870 h 2948316"/>
                <a:gd name="connsiteX3" fmla="*/ 297984 w 4014175"/>
                <a:gd name="connsiteY3" fmla="*/ 982014 h 2948316"/>
                <a:gd name="connsiteX4" fmla="*/ 3545449 w 4014175"/>
                <a:gd name="connsiteY4" fmla="*/ 99689 h 2948316"/>
                <a:gd name="connsiteX5" fmla="*/ 3560164 w 4014175"/>
                <a:gd name="connsiteY5" fmla="*/ 2948316 h 2948316"/>
                <a:gd name="connsiteX0" fmla="*/ 3560164 w 4014175"/>
                <a:gd name="connsiteY0" fmla="*/ 2946856 h 2946856"/>
                <a:gd name="connsiteX1" fmla="*/ 0 w 4014175"/>
                <a:gd name="connsiteY1" fmla="*/ 2909381 h 2946856"/>
                <a:gd name="connsiteX2" fmla="*/ 14990 w 4014175"/>
                <a:gd name="connsiteY2" fmla="*/ 578410 h 2946856"/>
                <a:gd name="connsiteX3" fmla="*/ 297984 w 4014175"/>
                <a:gd name="connsiteY3" fmla="*/ 980554 h 2946856"/>
                <a:gd name="connsiteX4" fmla="*/ 3545449 w 4014175"/>
                <a:gd name="connsiteY4" fmla="*/ 98229 h 2946856"/>
                <a:gd name="connsiteX5" fmla="*/ 3560164 w 4014175"/>
                <a:gd name="connsiteY5" fmla="*/ 2946856 h 2946856"/>
                <a:gd name="connsiteX0" fmla="*/ 3583696 w 3892754"/>
                <a:gd name="connsiteY0" fmla="*/ 2889822 h 2889822"/>
                <a:gd name="connsiteX1" fmla="*/ 0 w 3892754"/>
                <a:gd name="connsiteY1" fmla="*/ 2859071 h 2889822"/>
                <a:gd name="connsiteX2" fmla="*/ 14990 w 3892754"/>
                <a:gd name="connsiteY2" fmla="*/ 528100 h 2889822"/>
                <a:gd name="connsiteX3" fmla="*/ 297984 w 3892754"/>
                <a:gd name="connsiteY3" fmla="*/ 930244 h 2889822"/>
                <a:gd name="connsiteX4" fmla="*/ 3545449 w 3892754"/>
                <a:gd name="connsiteY4" fmla="*/ 47919 h 2889822"/>
                <a:gd name="connsiteX5" fmla="*/ 3583696 w 3892754"/>
                <a:gd name="connsiteY5" fmla="*/ 2889822 h 2889822"/>
                <a:gd name="connsiteX0" fmla="*/ 3583696 w 4065589"/>
                <a:gd name="connsiteY0" fmla="*/ 2889822 h 2889822"/>
                <a:gd name="connsiteX1" fmla="*/ 0 w 4065589"/>
                <a:gd name="connsiteY1" fmla="*/ 2859071 h 2889822"/>
                <a:gd name="connsiteX2" fmla="*/ 14990 w 4065589"/>
                <a:gd name="connsiteY2" fmla="*/ 528100 h 2889822"/>
                <a:gd name="connsiteX3" fmla="*/ 297984 w 4065589"/>
                <a:gd name="connsiteY3" fmla="*/ 930244 h 2889822"/>
                <a:gd name="connsiteX4" fmla="*/ 3545449 w 4065589"/>
                <a:gd name="connsiteY4" fmla="*/ 47919 h 2889822"/>
                <a:gd name="connsiteX5" fmla="*/ 3583696 w 4065589"/>
                <a:gd name="connsiteY5" fmla="*/ 2889822 h 2889822"/>
                <a:gd name="connsiteX0" fmla="*/ 3583696 w 4193107"/>
                <a:gd name="connsiteY0" fmla="*/ 2939141 h 2939141"/>
                <a:gd name="connsiteX1" fmla="*/ 0 w 4193107"/>
                <a:gd name="connsiteY1" fmla="*/ 2908390 h 2939141"/>
                <a:gd name="connsiteX2" fmla="*/ 14990 w 4193107"/>
                <a:gd name="connsiteY2" fmla="*/ 577419 h 2939141"/>
                <a:gd name="connsiteX3" fmla="*/ 297984 w 4193107"/>
                <a:gd name="connsiteY3" fmla="*/ 979563 h 2939141"/>
                <a:gd name="connsiteX4" fmla="*/ 3545449 w 4193107"/>
                <a:gd name="connsiteY4" fmla="*/ 97238 h 2939141"/>
                <a:gd name="connsiteX5" fmla="*/ 3583696 w 4193107"/>
                <a:gd name="connsiteY5" fmla="*/ 2939141 h 2939141"/>
                <a:gd name="connsiteX0" fmla="*/ 3583696 w 4066579"/>
                <a:gd name="connsiteY0" fmla="*/ 2939141 h 2939141"/>
                <a:gd name="connsiteX1" fmla="*/ 0 w 4066579"/>
                <a:gd name="connsiteY1" fmla="*/ 2908390 h 2939141"/>
                <a:gd name="connsiteX2" fmla="*/ 14990 w 4066579"/>
                <a:gd name="connsiteY2" fmla="*/ 577419 h 2939141"/>
                <a:gd name="connsiteX3" fmla="*/ 297984 w 4066579"/>
                <a:gd name="connsiteY3" fmla="*/ 979563 h 2939141"/>
                <a:gd name="connsiteX4" fmla="*/ 3545449 w 4066579"/>
                <a:gd name="connsiteY4" fmla="*/ 97238 h 2939141"/>
                <a:gd name="connsiteX5" fmla="*/ 3583696 w 4066579"/>
                <a:gd name="connsiteY5" fmla="*/ 2939141 h 2939141"/>
                <a:gd name="connsiteX0" fmla="*/ 3583696 w 4058392"/>
                <a:gd name="connsiteY0" fmla="*/ 2935948 h 2935948"/>
                <a:gd name="connsiteX1" fmla="*/ 0 w 4058392"/>
                <a:gd name="connsiteY1" fmla="*/ 2905197 h 2935948"/>
                <a:gd name="connsiteX2" fmla="*/ 14990 w 4058392"/>
                <a:gd name="connsiteY2" fmla="*/ 574226 h 2935948"/>
                <a:gd name="connsiteX3" fmla="*/ 297984 w 4058392"/>
                <a:gd name="connsiteY3" fmla="*/ 976370 h 2935948"/>
                <a:gd name="connsiteX4" fmla="*/ 3532002 w 4058392"/>
                <a:gd name="connsiteY4" fmla="*/ 97407 h 2935948"/>
                <a:gd name="connsiteX5" fmla="*/ 3583696 w 4058392"/>
                <a:gd name="connsiteY5" fmla="*/ 2935948 h 2935948"/>
                <a:gd name="connsiteX0" fmla="*/ 3578226 w 4052922"/>
                <a:gd name="connsiteY0" fmla="*/ 2935948 h 2935948"/>
                <a:gd name="connsiteX1" fmla="*/ 0 w 4052922"/>
                <a:gd name="connsiteY1" fmla="*/ 2927075 h 2935948"/>
                <a:gd name="connsiteX2" fmla="*/ 9520 w 4052922"/>
                <a:gd name="connsiteY2" fmla="*/ 574226 h 2935948"/>
                <a:gd name="connsiteX3" fmla="*/ 292514 w 4052922"/>
                <a:gd name="connsiteY3" fmla="*/ 976370 h 2935948"/>
                <a:gd name="connsiteX4" fmla="*/ 3526532 w 4052922"/>
                <a:gd name="connsiteY4" fmla="*/ 97407 h 2935948"/>
                <a:gd name="connsiteX5" fmla="*/ 3578226 w 4052922"/>
                <a:gd name="connsiteY5" fmla="*/ 2935948 h 2935948"/>
                <a:gd name="connsiteX0" fmla="*/ 3578226 w 4052922"/>
                <a:gd name="connsiteY0" fmla="*/ 2935948 h 2935948"/>
                <a:gd name="connsiteX1" fmla="*/ 0 w 4052922"/>
                <a:gd name="connsiteY1" fmla="*/ 2927075 h 2935948"/>
                <a:gd name="connsiteX2" fmla="*/ 9520 w 4052922"/>
                <a:gd name="connsiteY2" fmla="*/ 574226 h 2935948"/>
                <a:gd name="connsiteX3" fmla="*/ 292514 w 4052922"/>
                <a:gd name="connsiteY3" fmla="*/ 976370 h 2935948"/>
                <a:gd name="connsiteX4" fmla="*/ 3526532 w 4052922"/>
                <a:gd name="connsiteY4" fmla="*/ 97407 h 2935948"/>
                <a:gd name="connsiteX5" fmla="*/ 3578226 w 4052922"/>
                <a:gd name="connsiteY5" fmla="*/ 2935948 h 2935948"/>
                <a:gd name="connsiteX0" fmla="*/ 3571087 w 4045783"/>
                <a:gd name="connsiteY0" fmla="*/ 2935948 h 2935948"/>
                <a:gd name="connsiteX1" fmla="*/ 0 w 4045783"/>
                <a:gd name="connsiteY1" fmla="*/ 2934213 h 2935948"/>
                <a:gd name="connsiteX2" fmla="*/ 2381 w 4045783"/>
                <a:gd name="connsiteY2" fmla="*/ 574226 h 2935948"/>
                <a:gd name="connsiteX3" fmla="*/ 285375 w 4045783"/>
                <a:gd name="connsiteY3" fmla="*/ 976370 h 2935948"/>
                <a:gd name="connsiteX4" fmla="*/ 3519393 w 4045783"/>
                <a:gd name="connsiteY4" fmla="*/ 97407 h 2935948"/>
                <a:gd name="connsiteX5" fmla="*/ 3571087 w 4045783"/>
                <a:gd name="connsiteY5" fmla="*/ 2935948 h 2935948"/>
                <a:gd name="connsiteX0" fmla="*/ 3570078 w 4044774"/>
                <a:gd name="connsiteY0" fmla="*/ 2935948 h 2935948"/>
                <a:gd name="connsiteX1" fmla="*/ 2018 w 4044774"/>
                <a:gd name="connsiteY1" fmla="*/ 2931187 h 2935948"/>
                <a:gd name="connsiteX2" fmla="*/ 1372 w 4044774"/>
                <a:gd name="connsiteY2" fmla="*/ 574226 h 2935948"/>
                <a:gd name="connsiteX3" fmla="*/ 284366 w 4044774"/>
                <a:gd name="connsiteY3" fmla="*/ 976370 h 2935948"/>
                <a:gd name="connsiteX4" fmla="*/ 3518384 w 4044774"/>
                <a:gd name="connsiteY4" fmla="*/ 97407 h 2935948"/>
                <a:gd name="connsiteX5" fmla="*/ 3570078 w 4044774"/>
                <a:gd name="connsiteY5" fmla="*/ 2935948 h 2935948"/>
                <a:gd name="connsiteX0" fmla="*/ 3571087 w 4045783"/>
                <a:gd name="connsiteY0" fmla="*/ 2935948 h 2936232"/>
                <a:gd name="connsiteX1" fmla="*/ 0 w 4045783"/>
                <a:gd name="connsiteY1" fmla="*/ 2936232 h 2936232"/>
                <a:gd name="connsiteX2" fmla="*/ 2381 w 4045783"/>
                <a:gd name="connsiteY2" fmla="*/ 574226 h 2936232"/>
                <a:gd name="connsiteX3" fmla="*/ 285375 w 4045783"/>
                <a:gd name="connsiteY3" fmla="*/ 976370 h 2936232"/>
                <a:gd name="connsiteX4" fmla="*/ 3519393 w 4045783"/>
                <a:gd name="connsiteY4" fmla="*/ 97407 h 2936232"/>
                <a:gd name="connsiteX5" fmla="*/ 3571087 w 4045783"/>
                <a:gd name="connsiteY5" fmla="*/ 2935948 h 2936232"/>
                <a:gd name="connsiteX0" fmla="*/ 3571789 w 4046485"/>
                <a:gd name="connsiteY0" fmla="*/ 2935948 h 2936232"/>
                <a:gd name="connsiteX1" fmla="*/ 702 w 4046485"/>
                <a:gd name="connsiteY1" fmla="*/ 2936232 h 2936232"/>
                <a:gd name="connsiteX2" fmla="*/ 3083 w 4046485"/>
                <a:gd name="connsiteY2" fmla="*/ 574226 h 2936232"/>
                <a:gd name="connsiteX3" fmla="*/ 286077 w 4046485"/>
                <a:gd name="connsiteY3" fmla="*/ 976370 h 2936232"/>
                <a:gd name="connsiteX4" fmla="*/ 3520095 w 4046485"/>
                <a:gd name="connsiteY4" fmla="*/ 97407 h 2936232"/>
                <a:gd name="connsiteX5" fmla="*/ 3571789 w 4046485"/>
                <a:gd name="connsiteY5" fmla="*/ 2935948 h 2936232"/>
                <a:gd name="connsiteX0" fmla="*/ 3574610 w 4049306"/>
                <a:gd name="connsiteY0" fmla="*/ 2935948 h 2936232"/>
                <a:gd name="connsiteX1" fmla="*/ 3523 w 4049306"/>
                <a:gd name="connsiteY1" fmla="*/ 2936232 h 2936232"/>
                <a:gd name="connsiteX2" fmla="*/ 1868 w 4049306"/>
                <a:gd name="connsiteY2" fmla="*/ 566154 h 2936232"/>
                <a:gd name="connsiteX3" fmla="*/ 288898 w 4049306"/>
                <a:gd name="connsiteY3" fmla="*/ 976370 h 2936232"/>
                <a:gd name="connsiteX4" fmla="*/ 3522916 w 4049306"/>
                <a:gd name="connsiteY4" fmla="*/ 97407 h 2936232"/>
                <a:gd name="connsiteX5" fmla="*/ 3574610 w 4049306"/>
                <a:gd name="connsiteY5" fmla="*/ 2935948 h 2936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9306" h="2936232">
                  <a:moveTo>
                    <a:pt x="3574610" y="2935948"/>
                  </a:moveTo>
                  <a:lnTo>
                    <a:pt x="3523" y="2936232"/>
                  </a:lnTo>
                  <a:cubicBezTo>
                    <a:pt x="3475" y="2780779"/>
                    <a:pt x="-3129" y="1343144"/>
                    <a:pt x="1868" y="566154"/>
                  </a:cubicBezTo>
                  <a:lnTo>
                    <a:pt x="288898" y="976370"/>
                  </a:lnTo>
                  <a:cubicBezTo>
                    <a:pt x="1178186" y="1226354"/>
                    <a:pt x="2618950" y="-407363"/>
                    <a:pt x="3522916" y="97407"/>
                  </a:cubicBezTo>
                  <a:cubicBezTo>
                    <a:pt x="4426882" y="602177"/>
                    <a:pt x="3976479" y="2347234"/>
                    <a:pt x="3574610" y="2935948"/>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844">
                <a:solidFill>
                  <a:prstClr val="white"/>
                </a:solidFill>
              </a:endParaRPr>
            </a:p>
          </p:txBody>
        </p:sp>
      </p:grpSp>
      <p:sp>
        <p:nvSpPr>
          <p:cNvPr id="23" name="Titre 1"/>
          <p:cNvSpPr>
            <a:spLocks noGrp="1"/>
          </p:cNvSpPr>
          <p:nvPr>
            <p:ph type="title" hasCustomPrompt="1"/>
            <p:custDataLst>
              <p:tags r:id="rId3"/>
            </p:custDataLst>
          </p:nvPr>
        </p:nvSpPr>
        <p:spPr>
          <a:xfrm>
            <a:off x="432583" y="913945"/>
            <a:ext cx="6326608" cy="1199092"/>
          </a:xfrm>
          <a:prstGeom prst="rect">
            <a:avLst/>
          </a:prstGeom>
        </p:spPr>
        <p:txBody>
          <a:bodyPr vert="horz" lIns="0" tIns="33059" rIns="66118" bIns="33059" rtlCol="0" anchor="ctr" anchorCtr="0">
            <a:noAutofit/>
          </a:bodyPr>
          <a:lstStyle>
            <a:lvl1pPr algn="l" defTabSz="1219092" rtl="0" eaLnBrk="1" latinLnBrk="0" hangingPunct="1">
              <a:spcBef>
                <a:spcPct val="0"/>
              </a:spcBef>
              <a:buNone/>
              <a:defRPr lang="en-US" sz="3600" b="0" kern="1200" cap="none" baseline="0" dirty="0" smtClean="0">
                <a:solidFill>
                  <a:srgbClr val="2B0A3D"/>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noProof="0"/>
              <a:t>Click to edit Master </a:t>
            </a:r>
            <a:br>
              <a:rPr lang="en-US" noProof="0"/>
            </a:br>
            <a:r>
              <a:rPr lang="en-US" noProof="0"/>
              <a:t>text style</a:t>
            </a:r>
          </a:p>
        </p:txBody>
      </p:sp>
      <p:sp>
        <p:nvSpPr>
          <p:cNvPr id="24" name="Text Placeholder 5"/>
          <p:cNvSpPr>
            <a:spLocks noGrp="1"/>
          </p:cNvSpPr>
          <p:nvPr>
            <p:ph type="body" sz="quarter" idx="10"/>
          </p:nvPr>
        </p:nvSpPr>
        <p:spPr>
          <a:xfrm>
            <a:off x="432583" y="2219105"/>
            <a:ext cx="6326608" cy="410369"/>
          </a:xfrm>
        </p:spPr>
        <p:txBody>
          <a:bodyPr lIns="0"/>
          <a:lstStyle>
            <a:lvl1pPr marL="0" indent="0" algn="l">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buNone/>
              <a:defRPr/>
            </a:lvl2pPr>
            <a:lvl3pPr>
              <a:buNone/>
              <a:defRPr/>
            </a:lvl3pPr>
            <a:lvl4pPr>
              <a:buNone/>
              <a:defRPr/>
            </a:lvl4pPr>
            <a:lvl5pPr>
              <a:buNone/>
              <a:defRPr/>
            </a:lvl5pPr>
          </a:lstStyle>
          <a:p>
            <a:pPr lvl="0"/>
            <a:r>
              <a:rPr lang="en-US"/>
              <a:t>Click to edit Master text styles</a:t>
            </a:r>
          </a:p>
        </p:txBody>
      </p:sp>
      <p:pic>
        <p:nvPicPr>
          <p:cNvPr id="25" name="Graphic 9">
            <a:extLst>
              <a:ext uri="{FF2B5EF4-FFF2-40B4-BE49-F238E27FC236}">
                <a16:creationId xmlns="" xmlns:a16="http://schemas.microsoft.com/office/drawing/2014/main" id="{C3D2EC56-D17C-4A75-8178-C69397BC7353}"/>
              </a:ext>
            </a:extLst>
          </p:cNvPr>
          <p:cNvPicPr>
            <a:picLocks noChangeAspect="1"/>
          </p:cNvPicPr>
          <p:nvPr userDrawn="1"/>
        </p:nvPicPr>
        <p:blipFill>
          <a:blip r:embed="rId7">
            <a:extLst>
              <a:ext uri="{96DAC541-7B7A-43D3-8B79-37D633B846F1}">
                <asvg:svgBlip xmlns="" xmlns:asvg="http://schemas.microsoft.com/office/drawing/2016/SVG/main" r:embed="rId8"/>
              </a:ext>
            </a:extLst>
          </a:blip>
          <a:stretch>
            <a:fillRect/>
          </a:stretch>
        </p:blipFill>
        <p:spPr>
          <a:xfrm>
            <a:off x="8561636" y="5838443"/>
            <a:ext cx="3087429" cy="688815"/>
          </a:xfrm>
          <a:prstGeom prst="rect">
            <a:avLst/>
          </a:prstGeom>
        </p:spPr>
      </p:pic>
    </p:spTree>
    <p:extLst>
      <p:ext uri="{BB962C8B-B14F-4D97-AF65-F5344CB8AC3E}">
        <p14:creationId xmlns:p14="http://schemas.microsoft.com/office/powerpoint/2010/main" val="6299910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of Content-Agenda">
    <p:bg>
      <p:bgPr>
        <a:solidFill>
          <a:srgbClr val="EDEDED"/>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0" y="1"/>
          <a:ext cx="195384" cy="158751"/>
        </p:xfrm>
        <a:graphic>
          <a:graphicData uri="http://schemas.openxmlformats.org/presentationml/2006/ole">
            <mc:AlternateContent xmlns:mc="http://schemas.openxmlformats.org/markup-compatibility/2006">
              <mc:Choice xmlns:v="urn:schemas-microsoft-com:vml" Requires="v">
                <p:oleObj spid="_x0000_s70702"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Freeform 7"/>
          <p:cNvSpPr/>
          <p:nvPr userDrawn="1"/>
        </p:nvSpPr>
        <p:spPr>
          <a:xfrm flipH="1">
            <a:off x="0" y="-9891"/>
            <a:ext cx="7920493" cy="2767627"/>
          </a:xfrm>
          <a:custGeom>
            <a:avLst/>
            <a:gdLst>
              <a:gd name="connsiteX0" fmla="*/ 0 w 5970850"/>
              <a:gd name="connsiteY0" fmla="*/ 0 h 2083136"/>
              <a:gd name="connsiteX1" fmla="*/ 5970850 w 5970850"/>
              <a:gd name="connsiteY1" fmla="*/ 0 h 2083136"/>
              <a:gd name="connsiteX2" fmla="*/ 5970850 w 5970850"/>
              <a:gd name="connsiteY2" fmla="*/ 726675 h 2083136"/>
              <a:gd name="connsiteX3" fmla="*/ 4614389 w 5970850"/>
              <a:gd name="connsiteY3" fmla="*/ 2083136 h 2083136"/>
              <a:gd name="connsiteX4" fmla="*/ 0 w 5970850"/>
              <a:gd name="connsiteY4" fmla="*/ 0 h 2083136"/>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70850"/>
              <a:gd name="connsiteY0" fmla="*/ 0 h 2088795"/>
              <a:gd name="connsiteX1" fmla="*/ 5970850 w 5970850"/>
              <a:gd name="connsiteY1" fmla="*/ 0 h 2088795"/>
              <a:gd name="connsiteX2" fmla="*/ 5970850 w 5970850"/>
              <a:gd name="connsiteY2" fmla="*/ 726675 h 2088795"/>
              <a:gd name="connsiteX3" fmla="*/ 4568669 w 5970850"/>
              <a:gd name="connsiteY3" fmla="*/ 2086946 h 2088795"/>
              <a:gd name="connsiteX4" fmla="*/ 0 w 5970850"/>
              <a:gd name="connsiteY4" fmla="*/ 0 h 2088795"/>
              <a:gd name="connsiteX0" fmla="*/ 0 w 5970850"/>
              <a:gd name="connsiteY0" fmla="*/ 0 h 2088947"/>
              <a:gd name="connsiteX1" fmla="*/ 5970850 w 5970850"/>
              <a:gd name="connsiteY1" fmla="*/ 0 h 2088947"/>
              <a:gd name="connsiteX2" fmla="*/ 5970850 w 5970850"/>
              <a:gd name="connsiteY2" fmla="*/ 726675 h 2088947"/>
              <a:gd name="connsiteX3" fmla="*/ 4568669 w 5970850"/>
              <a:gd name="connsiteY3" fmla="*/ 2086946 h 2088947"/>
              <a:gd name="connsiteX4" fmla="*/ 0 w 5970850"/>
              <a:gd name="connsiteY4" fmla="*/ 0 h 2088947"/>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25130"/>
              <a:gd name="connsiteY0" fmla="*/ 0 h 2086946"/>
              <a:gd name="connsiteX1" fmla="*/ 5925130 w 5925130"/>
              <a:gd name="connsiteY1" fmla="*/ 0 h 2086946"/>
              <a:gd name="connsiteX2" fmla="*/ 5925130 w 5925130"/>
              <a:gd name="connsiteY2" fmla="*/ 726675 h 2086946"/>
              <a:gd name="connsiteX3" fmla="*/ 4522949 w 5925130"/>
              <a:gd name="connsiteY3" fmla="*/ 2086946 h 2086946"/>
              <a:gd name="connsiteX4" fmla="*/ 0 w 5925130"/>
              <a:gd name="connsiteY4" fmla="*/ 0 h 2086946"/>
              <a:gd name="connsiteX0" fmla="*/ 0 w 5940370"/>
              <a:gd name="connsiteY0" fmla="*/ 0 h 2086946"/>
              <a:gd name="connsiteX1" fmla="*/ 5940370 w 5940370"/>
              <a:gd name="connsiteY1" fmla="*/ 0 h 2086946"/>
              <a:gd name="connsiteX2" fmla="*/ 5940370 w 5940370"/>
              <a:gd name="connsiteY2" fmla="*/ 726675 h 2086946"/>
              <a:gd name="connsiteX3" fmla="*/ 4538189 w 5940370"/>
              <a:gd name="connsiteY3" fmla="*/ 2086946 h 2086946"/>
              <a:gd name="connsiteX4" fmla="*/ 0 w 5940370"/>
              <a:gd name="connsiteY4" fmla="*/ 0 h 2086946"/>
              <a:gd name="connsiteX0" fmla="*/ 0 w 5940370"/>
              <a:gd name="connsiteY0" fmla="*/ 0 h 2086946"/>
              <a:gd name="connsiteX1" fmla="*/ 5940370 w 5940370"/>
              <a:gd name="connsiteY1" fmla="*/ 0 h 2086946"/>
              <a:gd name="connsiteX2" fmla="*/ 5940370 w 5940370"/>
              <a:gd name="connsiteY2" fmla="*/ 726675 h 2086946"/>
              <a:gd name="connsiteX3" fmla="*/ 4538189 w 5940370"/>
              <a:gd name="connsiteY3" fmla="*/ 2086946 h 2086946"/>
              <a:gd name="connsiteX4" fmla="*/ 0 w 5940370"/>
              <a:gd name="connsiteY4" fmla="*/ 0 h 2086946"/>
              <a:gd name="connsiteX0" fmla="*/ 0 w 5940370"/>
              <a:gd name="connsiteY0" fmla="*/ 0 h 2075516"/>
              <a:gd name="connsiteX1" fmla="*/ 5940370 w 5940370"/>
              <a:gd name="connsiteY1" fmla="*/ 0 h 2075516"/>
              <a:gd name="connsiteX2" fmla="*/ 5940370 w 5940370"/>
              <a:gd name="connsiteY2" fmla="*/ 726675 h 2075516"/>
              <a:gd name="connsiteX3" fmla="*/ 4583909 w 5940370"/>
              <a:gd name="connsiteY3" fmla="*/ 2075516 h 2075516"/>
              <a:gd name="connsiteX4" fmla="*/ 0 w 5940370"/>
              <a:gd name="connsiteY4" fmla="*/ 0 h 2075516"/>
              <a:gd name="connsiteX0" fmla="*/ 0 w 5940370"/>
              <a:gd name="connsiteY0" fmla="*/ 0 h 2075528"/>
              <a:gd name="connsiteX1" fmla="*/ 5940370 w 5940370"/>
              <a:gd name="connsiteY1" fmla="*/ 0 h 2075528"/>
              <a:gd name="connsiteX2" fmla="*/ 5940370 w 5940370"/>
              <a:gd name="connsiteY2" fmla="*/ 726675 h 2075528"/>
              <a:gd name="connsiteX3" fmla="*/ 458390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8390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6866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6866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68669 w 5940370"/>
              <a:gd name="connsiteY3" fmla="*/ 2075516 h 2075528"/>
              <a:gd name="connsiteX4" fmla="*/ 0 w 5940370"/>
              <a:gd name="connsiteY4" fmla="*/ 0 h 2075528"/>
              <a:gd name="connsiteX0" fmla="*/ 0 w 5940370"/>
              <a:gd name="connsiteY0" fmla="*/ 0 h 2075720"/>
              <a:gd name="connsiteX1" fmla="*/ 5940370 w 5940370"/>
              <a:gd name="connsiteY1" fmla="*/ 0 h 2075720"/>
              <a:gd name="connsiteX2" fmla="*/ 5940370 w 5940370"/>
              <a:gd name="connsiteY2" fmla="*/ 726675 h 2075720"/>
              <a:gd name="connsiteX3" fmla="*/ 4568669 w 5940370"/>
              <a:gd name="connsiteY3" fmla="*/ 2075516 h 2075720"/>
              <a:gd name="connsiteX4" fmla="*/ 0 w 5940370"/>
              <a:gd name="connsiteY4" fmla="*/ 0 h 207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0370" h="2075720">
                <a:moveTo>
                  <a:pt x="0" y="0"/>
                </a:moveTo>
                <a:lnTo>
                  <a:pt x="5940370" y="0"/>
                </a:lnTo>
                <a:lnTo>
                  <a:pt x="5940370" y="726675"/>
                </a:lnTo>
                <a:cubicBezTo>
                  <a:pt x="5831116" y="1256299"/>
                  <a:pt x="5573273" y="2090722"/>
                  <a:pt x="4568669" y="2075516"/>
                </a:cubicBezTo>
                <a:cubicBezTo>
                  <a:pt x="4051619" y="1166507"/>
                  <a:pt x="585630" y="1659579"/>
                  <a:pt x="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1600">
              <a:solidFill>
                <a:prstClr val="white"/>
              </a:solidFill>
              <a:latin typeface="Arial" pitchFamily="34" charset="0"/>
              <a:cs typeface="Arial" pitchFamily="34" charset="0"/>
            </a:endParaRPr>
          </a:p>
        </p:txBody>
      </p:sp>
      <p:sp>
        <p:nvSpPr>
          <p:cNvPr id="12" name="Title Placeholder 1"/>
          <p:cNvSpPr>
            <a:spLocks noGrp="1"/>
          </p:cNvSpPr>
          <p:nvPr>
            <p:ph type="title"/>
          </p:nvPr>
        </p:nvSpPr>
        <p:spPr>
          <a:xfrm>
            <a:off x="5" y="33684"/>
            <a:ext cx="6255023" cy="109728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lvl1pPr>
              <a:defRPr b="0">
                <a:solidFill>
                  <a:schemeClr val="bg1"/>
                </a:solidFill>
                <a:effectLst/>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spTree>
    <p:extLst>
      <p:ext uri="{BB962C8B-B14F-4D97-AF65-F5344CB8AC3E}">
        <p14:creationId xmlns:p14="http://schemas.microsoft.com/office/powerpoint/2010/main" val="4220735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Vide">
    <p:bg>
      <p:bgPr>
        <a:solidFill>
          <a:srgbClr val="EDEDED"/>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1726"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Freeform 8"/>
          <p:cNvSpPr/>
          <p:nvPr userDrawn="1"/>
        </p:nvSpPr>
        <p:spPr>
          <a:xfrm flipH="1">
            <a:off x="-4" y="2"/>
            <a:ext cx="5677239" cy="6089301"/>
          </a:xfrm>
          <a:custGeom>
            <a:avLst/>
            <a:gdLst>
              <a:gd name="connsiteX0" fmla="*/ 0 w 5970850"/>
              <a:gd name="connsiteY0" fmla="*/ 0 h 2083136"/>
              <a:gd name="connsiteX1" fmla="*/ 5970850 w 5970850"/>
              <a:gd name="connsiteY1" fmla="*/ 0 h 2083136"/>
              <a:gd name="connsiteX2" fmla="*/ 5970850 w 5970850"/>
              <a:gd name="connsiteY2" fmla="*/ 726675 h 2083136"/>
              <a:gd name="connsiteX3" fmla="*/ 4614389 w 5970850"/>
              <a:gd name="connsiteY3" fmla="*/ 2083136 h 2083136"/>
              <a:gd name="connsiteX4" fmla="*/ 0 w 5970850"/>
              <a:gd name="connsiteY4" fmla="*/ 0 h 2083136"/>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70850"/>
              <a:gd name="connsiteY0" fmla="*/ 0 h 2088795"/>
              <a:gd name="connsiteX1" fmla="*/ 5970850 w 5970850"/>
              <a:gd name="connsiteY1" fmla="*/ 0 h 2088795"/>
              <a:gd name="connsiteX2" fmla="*/ 5970850 w 5970850"/>
              <a:gd name="connsiteY2" fmla="*/ 726675 h 2088795"/>
              <a:gd name="connsiteX3" fmla="*/ 4568669 w 5970850"/>
              <a:gd name="connsiteY3" fmla="*/ 2086946 h 2088795"/>
              <a:gd name="connsiteX4" fmla="*/ 0 w 5970850"/>
              <a:gd name="connsiteY4" fmla="*/ 0 h 2088795"/>
              <a:gd name="connsiteX0" fmla="*/ 0 w 5970850"/>
              <a:gd name="connsiteY0" fmla="*/ 0 h 2088947"/>
              <a:gd name="connsiteX1" fmla="*/ 5970850 w 5970850"/>
              <a:gd name="connsiteY1" fmla="*/ 0 h 2088947"/>
              <a:gd name="connsiteX2" fmla="*/ 5970850 w 5970850"/>
              <a:gd name="connsiteY2" fmla="*/ 726675 h 2088947"/>
              <a:gd name="connsiteX3" fmla="*/ 4568669 w 5970850"/>
              <a:gd name="connsiteY3" fmla="*/ 2086946 h 2088947"/>
              <a:gd name="connsiteX4" fmla="*/ 0 w 5970850"/>
              <a:gd name="connsiteY4" fmla="*/ 0 h 2088947"/>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70850"/>
              <a:gd name="connsiteY0" fmla="*/ 0 h 2086946"/>
              <a:gd name="connsiteX1" fmla="*/ 5970850 w 5970850"/>
              <a:gd name="connsiteY1" fmla="*/ 0 h 2086946"/>
              <a:gd name="connsiteX2" fmla="*/ 5970850 w 5970850"/>
              <a:gd name="connsiteY2" fmla="*/ 726675 h 2086946"/>
              <a:gd name="connsiteX3" fmla="*/ 4568669 w 5970850"/>
              <a:gd name="connsiteY3" fmla="*/ 2086946 h 2086946"/>
              <a:gd name="connsiteX4" fmla="*/ 0 w 5970850"/>
              <a:gd name="connsiteY4" fmla="*/ 0 h 2086946"/>
              <a:gd name="connsiteX0" fmla="*/ 0 w 5925130"/>
              <a:gd name="connsiteY0" fmla="*/ 0 h 2086946"/>
              <a:gd name="connsiteX1" fmla="*/ 5925130 w 5925130"/>
              <a:gd name="connsiteY1" fmla="*/ 0 h 2086946"/>
              <a:gd name="connsiteX2" fmla="*/ 5925130 w 5925130"/>
              <a:gd name="connsiteY2" fmla="*/ 726675 h 2086946"/>
              <a:gd name="connsiteX3" fmla="*/ 4522949 w 5925130"/>
              <a:gd name="connsiteY3" fmla="*/ 2086946 h 2086946"/>
              <a:gd name="connsiteX4" fmla="*/ 0 w 5925130"/>
              <a:gd name="connsiteY4" fmla="*/ 0 h 2086946"/>
              <a:gd name="connsiteX0" fmla="*/ 0 w 5940370"/>
              <a:gd name="connsiteY0" fmla="*/ 0 h 2086946"/>
              <a:gd name="connsiteX1" fmla="*/ 5940370 w 5940370"/>
              <a:gd name="connsiteY1" fmla="*/ 0 h 2086946"/>
              <a:gd name="connsiteX2" fmla="*/ 5940370 w 5940370"/>
              <a:gd name="connsiteY2" fmla="*/ 726675 h 2086946"/>
              <a:gd name="connsiteX3" fmla="*/ 4538189 w 5940370"/>
              <a:gd name="connsiteY3" fmla="*/ 2086946 h 2086946"/>
              <a:gd name="connsiteX4" fmla="*/ 0 w 5940370"/>
              <a:gd name="connsiteY4" fmla="*/ 0 h 2086946"/>
              <a:gd name="connsiteX0" fmla="*/ 0 w 5940370"/>
              <a:gd name="connsiteY0" fmla="*/ 0 h 2086946"/>
              <a:gd name="connsiteX1" fmla="*/ 5940370 w 5940370"/>
              <a:gd name="connsiteY1" fmla="*/ 0 h 2086946"/>
              <a:gd name="connsiteX2" fmla="*/ 5940370 w 5940370"/>
              <a:gd name="connsiteY2" fmla="*/ 726675 h 2086946"/>
              <a:gd name="connsiteX3" fmla="*/ 4538189 w 5940370"/>
              <a:gd name="connsiteY3" fmla="*/ 2086946 h 2086946"/>
              <a:gd name="connsiteX4" fmla="*/ 0 w 5940370"/>
              <a:gd name="connsiteY4" fmla="*/ 0 h 2086946"/>
              <a:gd name="connsiteX0" fmla="*/ 0 w 5940370"/>
              <a:gd name="connsiteY0" fmla="*/ 0 h 2075516"/>
              <a:gd name="connsiteX1" fmla="*/ 5940370 w 5940370"/>
              <a:gd name="connsiteY1" fmla="*/ 0 h 2075516"/>
              <a:gd name="connsiteX2" fmla="*/ 5940370 w 5940370"/>
              <a:gd name="connsiteY2" fmla="*/ 726675 h 2075516"/>
              <a:gd name="connsiteX3" fmla="*/ 4583909 w 5940370"/>
              <a:gd name="connsiteY3" fmla="*/ 2075516 h 2075516"/>
              <a:gd name="connsiteX4" fmla="*/ 0 w 5940370"/>
              <a:gd name="connsiteY4" fmla="*/ 0 h 2075516"/>
              <a:gd name="connsiteX0" fmla="*/ 0 w 5940370"/>
              <a:gd name="connsiteY0" fmla="*/ 0 h 2075528"/>
              <a:gd name="connsiteX1" fmla="*/ 5940370 w 5940370"/>
              <a:gd name="connsiteY1" fmla="*/ 0 h 2075528"/>
              <a:gd name="connsiteX2" fmla="*/ 5940370 w 5940370"/>
              <a:gd name="connsiteY2" fmla="*/ 726675 h 2075528"/>
              <a:gd name="connsiteX3" fmla="*/ 458390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8390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6866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68669 w 5940370"/>
              <a:gd name="connsiteY3" fmla="*/ 2075516 h 2075528"/>
              <a:gd name="connsiteX4" fmla="*/ 0 w 5940370"/>
              <a:gd name="connsiteY4" fmla="*/ 0 h 2075528"/>
              <a:gd name="connsiteX0" fmla="*/ 0 w 5940370"/>
              <a:gd name="connsiteY0" fmla="*/ 0 h 2075528"/>
              <a:gd name="connsiteX1" fmla="*/ 5940370 w 5940370"/>
              <a:gd name="connsiteY1" fmla="*/ 0 h 2075528"/>
              <a:gd name="connsiteX2" fmla="*/ 5940370 w 5940370"/>
              <a:gd name="connsiteY2" fmla="*/ 726675 h 2075528"/>
              <a:gd name="connsiteX3" fmla="*/ 4568669 w 5940370"/>
              <a:gd name="connsiteY3" fmla="*/ 2075516 h 2075528"/>
              <a:gd name="connsiteX4" fmla="*/ 0 w 5940370"/>
              <a:gd name="connsiteY4" fmla="*/ 0 h 2075528"/>
              <a:gd name="connsiteX0" fmla="*/ 0 w 5940370"/>
              <a:gd name="connsiteY0" fmla="*/ 0 h 2075720"/>
              <a:gd name="connsiteX1" fmla="*/ 5940370 w 5940370"/>
              <a:gd name="connsiteY1" fmla="*/ 0 h 2075720"/>
              <a:gd name="connsiteX2" fmla="*/ 5940370 w 5940370"/>
              <a:gd name="connsiteY2" fmla="*/ 726675 h 2075720"/>
              <a:gd name="connsiteX3" fmla="*/ 4568669 w 5940370"/>
              <a:gd name="connsiteY3" fmla="*/ 2075516 h 2075720"/>
              <a:gd name="connsiteX4" fmla="*/ 0 w 5940370"/>
              <a:gd name="connsiteY4" fmla="*/ 0 h 2075720"/>
              <a:gd name="connsiteX0" fmla="*/ 0 w 5940370"/>
              <a:gd name="connsiteY0" fmla="*/ 0 h 5394042"/>
              <a:gd name="connsiteX1" fmla="*/ 5940370 w 5940370"/>
              <a:gd name="connsiteY1" fmla="*/ 0 h 5394042"/>
              <a:gd name="connsiteX2" fmla="*/ 5940370 w 5940370"/>
              <a:gd name="connsiteY2" fmla="*/ 726675 h 5394042"/>
              <a:gd name="connsiteX3" fmla="*/ 2709867 w 5940370"/>
              <a:gd name="connsiteY3" fmla="*/ 5394001 h 5394042"/>
              <a:gd name="connsiteX4" fmla="*/ 0 w 5940370"/>
              <a:gd name="connsiteY4" fmla="*/ 0 h 5394042"/>
              <a:gd name="connsiteX0" fmla="*/ 0 w 5940370"/>
              <a:gd name="connsiteY0" fmla="*/ 0 h 5381930"/>
              <a:gd name="connsiteX1" fmla="*/ 5940370 w 5940370"/>
              <a:gd name="connsiteY1" fmla="*/ 0 h 5381930"/>
              <a:gd name="connsiteX2" fmla="*/ 5940370 w 5940370"/>
              <a:gd name="connsiteY2" fmla="*/ 726675 h 5381930"/>
              <a:gd name="connsiteX3" fmla="*/ 2722865 w 5940370"/>
              <a:gd name="connsiteY3" fmla="*/ 5381889 h 5381930"/>
              <a:gd name="connsiteX4" fmla="*/ 0 w 5940370"/>
              <a:gd name="connsiteY4" fmla="*/ 0 h 5381930"/>
              <a:gd name="connsiteX0" fmla="*/ 0 w 5940370"/>
              <a:gd name="connsiteY0" fmla="*/ 0 h 5489299"/>
              <a:gd name="connsiteX1" fmla="*/ 5940370 w 5940370"/>
              <a:gd name="connsiteY1" fmla="*/ 0 h 5489299"/>
              <a:gd name="connsiteX2" fmla="*/ 5920872 w 5940370"/>
              <a:gd name="connsiteY2" fmla="*/ 5183618 h 5489299"/>
              <a:gd name="connsiteX3" fmla="*/ 2722865 w 5940370"/>
              <a:gd name="connsiteY3" fmla="*/ 5381889 h 5489299"/>
              <a:gd name="connsiteX4" fmla="*/ 0 w 5940370"/>
              <a:gd name="connsiteY4" fmla="*/ 0 h 5489299"/>
              <a:gd name="connsiteX0" fmla="*/ 0 w 5942246"/>
              <a:gd name="connsiteY0" fmla="*/ 0 h 5489299"/>
              <a:gd name="connsiteX1" fmla="*/ 5940370 w 5942246"/>
              <a:gd name="connsiteY1" fmla="*/ 0 h 5489299"/>
              <a:gd name="connsiteX2" fmla="*/ 5940370 w 5942246"/>
              <a:gd name="connsiteY2" fmla="*/ 5183618 h 5489299"/>
              <a:gd name="connsiteX3" fmla="*/ 2722865 w 5942246"/>
              <a:gd name="connsiteY3" fmla="*/ 5381889 h 5489299"/>
              <a:gd name="connsiteX4" fmla="*/ 0 w 5942246"/>
              <a:gd name="connsiteY4" fmla="*/ 0 h 5489299"/>
              <a:gd name="connsiteX0" fmla="*/ 0 w 5942246"/>
              <a:gd name="connsiteY0" fmla="*/ 0 h 5709307"/>
              <a:gd name="connsiteX1" fmla="*/ 5940370 w 5942246"/>
              <a:gd name="connsiteY1" fmla="*/ 0 h 5709307"/>
              <a:gd name="connsiteX2" fmla="*/ 5940370 w 5942246"/>
              <a:gd name="connsiteY2" fmla="*/ 5183618 h 5709307"/>
              <a:gd name="connsiteX3" fmla="*/ 2722865 w 5942246"/>
              <a:gd name="connsiteY3" fmla="*/ 5381889 h 5709307"/>
              <a:gd name="connsiteX4" fmla="*/ 0 w 5942246"/>
              <a:gd name="connsiteY4" fmla="*/ 0 h 5709307"/>
              <a:gd name="connsiteX0" fmla="*/ 0 w 5942246"/>
              <a:gd name="connsiteY0" fmla="*/ 0 h 5672586"/>
              <a:gd name="connsiteX1" fmla="*/ 5940370 w 5942246"/>
              <a:gd name="connsiteY1" fmla="*/ 0 h 5672586"/>
              <a:gd name="connsiteX2" fmla="*/ 5940370 w 5942246"/>
              <a:gd name="connsiteY2" fmla="*/ 5183618 h 5672586"/>
              <a:gd name="connsiteX3" fmla="*/ 2722865 w 5942246"/>
              <a:gd name="connsiteY3" fmla="*/ 5381889 h 5672586"/>
              <a:gd name="connsiteX4" fmla="*/ 0 w 5942246"/>
              <a:gd name="connsiteY4" fmla="*/ 0 h 5672586"/>
              <a:gd name="connsiteX0" fmla="*/ 0 w 5942246"/>
              <a:gd name="connsiteY0" fmla="*/ 0 h 5948634"/>
              <a:gd name="connsiteX1" fmla="*/ 5940370 w 5942246"/>
              <a:gd name="connsiteY1" fmla="*/ 0 h 5948634"/>
              <a:gd name="connsiteX2" fmla="*/ 5940370 w 5942246"/>
              <a:gd name="connsiteY2" fmla="*/ 5183618 h 5948634"/>
              <a:gd name="connsiteX3" fmla="*/ 2722865 w 5942246"/>
              <a:gd name="connsiteY3" fmla="*/ 5381889 h 5948634"/>
              <a:gd name="connsiteX4" fmla="*/ 0 w 5942246"/>
              <a:gd name="connsiteY4" fmla="*/ 0 h 5948634"/>
              <a:gd name="connsiteX0" fmla="*/ 0 w 5942246"/>
              <a:gd name="connsiteY0" fmla="*/ 0 h 5931549"/>
              <a:gd name="connsiteX1" fmla="*/ 5940370 w 5942246"/>
              <a:gd name="connsiteY1" fmla="*/ 0 h 5931549"/>
              <a:gd name="connsiteX2" fmla="*/ 5940370 w 5942246"/>
              <a:gd name="connsiteY2" fmla="*/ 5183618 h 5931549"/>
              <a:gd name="connsiteX3" fmla="*/ 2722865 w 5942246"/>
              <a:gd name="connsiteY3" fmla="*/ 5381889 h 5931549"/>
              <a:gd name="connsiteX4" fmla="*/ 0 w 5942246"/>
              <a:gd name="connsiteY4" fmla="*/ 0 h 5931549"/>
              <a:gd name="connsiteX0" fmla="*/ 0 w 5942246"/>
              <a:gd name="connsiteY0" fmla="*/ 0 h 5944852"/>
              <a:gd name="connsiteX1" fmla="*/ 5940370 w 5942246"/>
              <a:gd name="connsiteY1" fmla="*/ 0 h 5944852"/>
              <a:gd name="connsiteX2" fmla="*/ 5940370 w 5942246"/>
              <a:gd name="connsiteY2" fmla="*/ 5183618 h 5944852"/>
              <a:gd name="connsiteX3" fmla="*/ 2781359 w 5942246"/>
              <a:gd name="connsiteY3" fmla="*/ 5400056 h 5944852"/>
              <a:gd name="connsiteX4" fmla="*/ 0 w 5942246"/>
              <a:gd name="connsiteY4" fmla="*/ 0 h 5944852"/>
              <a:gd name="connsiteX0" fmla="*/ 0 w 5942246"/>
              <a:gd name="connsiteY0" fmla="*/ 0 h 5944852"/>
              <a:gd name="connsiteX1" fmla="*/ 5940370 w 5942246"/>
              <a:gd name="connsiteY1" fmla="*/ 0 h 5944852"/>
              <a:gd name="connsiteX2" fmla="*/ 5940370 w 5942246"/>
              <a:gd name="connsiteY2" fmla="*/ 5183618 h 5944852"/>
              <a:gd name="connsiteX3" fmla="*/ 2781359 w 5942246"/>
              <a:gd name="connsiteY3" fmla="*/ 5400056 h 5944852"/>
              <a:gd name="connsiteX4" fmla="*/ 0 w 5942246"/>
              <a:gd name="connsiteY4" fmla="*/ 0 h 5944852"/>
              <a:gd name="connsiteX0" fmla="*/ 0 w 5942246"/>
              <a:gd name="connsiteY0" fmla="*/ 0 h 5900827"/>
              <a:gd name="connsiteX1" fmla="*/ 5940370 w 5942246"/>
              <a:gd name="connsiteY1" fmla="*/ 0 h 5900827"/>
              <a:gd name="connsiteX2" fmla="*/ 5940370 w 5942246"/>
              <a:gd name="connsiteY2" fmla="*/ 5183618 h 5900827"/>
              <a:gd name="connsiteX3" fmla="*/ 2709867 w 5942246"/>
              <a:gd name="connsiteY3" fmla="*/ 5339500 h 5900827"/>
              <a:gd name="connsiteX4" fmla="*/ 0 w 5942246"/>
              <a:gd name="connsiteY4" fmla="*/ 0 h 5900827"/>
              <a:gd name="connsiteX0" fmla="*/ 0 w 5942246"/>
              <a:gd name="connsiteY0" fmla="*/ 0 h 5900827"/>
              <a:gd name="connsiteX1" fmla="*/ 5940370 w 5942246"/>
              <a:gd name="connsiteY1" fmla="*/ 0 h 5900827"/>
              <a:gd name="connsiteX2" fmla="*/ 5940370 w 5942246"/>
              <a:gd name="connsiteY2" fmla="*/ 5183618 h 5900827"/>
              <a:gd name="connsiteX3" fmla="*/ 2709867 w 5942246"/>
              <a:gd name="connsiteY3" fmla="*/ 5339500 h 5900827"/>
              <a:gd name="connsiteX4" fmla="*/ 0 w 5942246"/>
              <a:gd name="connsiteY4" fmla="*/ 0 h 5900827"/>
              <a:gd name="connsiteX0" fmla="*/ 0 w 5942246"/>
              <a:gd name="connsiteY0" fmla="*/ 0 h 5900827"/>
              <a:gd name="connsiteX1" fmla="*/ 5940370 w 5942246"/>
              <a:gd name="connsiteY1" fmla="*/ 0 h 5900827"/>
              <a:gd name="connsiteX2" fmla="*/ 5940370 w 5942246"/>
              <a:gd name="connsiteY2" fmla="*/ 5183618 h 5900827"/>
              <a:gd name="connsiteX3" fmla="*/ 2709867 w 5942246"/>
              <a:gd name="connsiteY3" fmla="*/ 5339500 h 5900827"/>
              <a:gd name="connsiteX4" fmla="*/ 0 w 5942246"/>
              <a:gd name="connsiteY4" fmla="*/ 0 h 5900827"/>
              <a:gd name="connsiteX0" fmla="*/ 0 w 5942246"/>
              <a:gd name="connsiteY0" fmla="*/ 0 h 5900827"/>
              <a:gd name="connsiteX1" fmla="*/ 5940370 w 5942246"/>
              <a:gd name="connsiteY1" fmla="*/ 0 h 5900827"/>
              <a:gd name="connsiteX2" fmla="*/ 5940370 w 5942246"/>
              <a:gd name="connsiteY2" fmla="*/ 5183618 h 5900827"/>
              <a:gd name="connsiteX3" fmla="*/ 2709867 w 5942246"/>
              <a:gd name="connsiteY3" fmla="*/ 5339500 h 5900827"/>
              <a:gd name="connsiteX4" fmla="*/ 0 w 5942246"/>
              <a:gd name="connsiteY4" fmla="*/ 0 h 5900827"/>
              <a:gd name="connsiteX0" fmla="*/ 0 w 5942246"/>
              <a:gd name="connsiteY0" fmla="*/ 0 h 5938447"/>
              <a:gd name="connsiteX1" fmla="*/ 5940370 w 5942246"/>
              <a:gd name="connsiteY1" fmla="*/ 0 h 5938447"/>
              <a:gd name="connsiteX2" fmla="*/ 5940370 w 5942246"/>
              <a:gd name="connsiteY2" fmla="*/ 5183618 h 5938447"/>
              <a:gd name="connsiteX3" fmla="*/ 2709867 w 5942246"/>
              <a:gd name="connsiteY3" fmla="*/ 5339500 h 5938447"/>
              <a:gd name="connsiteX4" fmla="*/ 0 w 5942246"/>
              <a:gd name="connsiteY4" fmla="*/ 0 h 5938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2246" h="5938447">
                <a:moveTo>
                  <a:pt x="0" y="0"/>
                </a:moveTo>
                <a:lnTo>
                  <a:pt x="5940370" y="0"/>
                </a:lnTo>
                <a:cubicBezTo>
                  <a:pt x="5933871" y="1727873"/>
                  <a:pt x="5946869" y="3455745"/>
                  <a:pt x="5940370" y="5183618"/>
                </a:cubicBezTo>
                <a:cubicBezTo>
                  <a:pt x="5649138" y="5507350"/>
                  <a:pt x="3902952" y="6614277"/>
                  <a:pt x="2709867" y="5339500"/>
                </a:cubicBezTo>
                <a:cubicBezTo>
                  <a:pt x="3232707" y="4545548"/>
                  <a:pt x="234667" y="1659579"/>
                  <a:pt x="0" y="0"/>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1600">
              <a:solidFill>
                <a:prstClr val="white"/>
              </a:solidFill>
              <a:latin typeface="Arial" pitchFamily="34" charset="0"/>
              <a:cs typeface="Arial" pitchFamily="34" charset="0"/>
            </a:endParaRPr>
          </a:p>
        </p:txBody>
      </p:sp>
      <p:sp>
        <p:nvSpPr>
          <p:cNvPr id="10" name="Title Placeholder 1"/>
          <p:cNvSpPr>
            <a:spLocks noGrp="1"/>
          </p:cNvSpPr>
          <p:nvPr>
            <p:ph type="title"/>
          </p:nvPr>
        </p:nvSpPr>
        <p:spPr>
          <a:xfrm>
            <a:off x="18486" y="33684"/>
            <a:ext cx="5360733" cy="109728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lvl1pPr>
              <a:defRPr b="0">
                <a:solidFill>
                  <a:schemeClr val="bg1"/>
                </a:solidFill>
                <a:effectLst/>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pic>
        <p:nvPicPr>
          <p:cNvPr id="11" name="Graphic 4">
            <a:extLst>
              <a:ext uri="{FF2B5EF4-FFF2-40B4-BE49-F238E27FC236}">
                <a16:creationId xmlns=""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 xmlns:asvg="http://schemas.microsoft.com/office/drawing/2016/SVG/main" r:embed="rId7"/>
              </a:ext>
            </a:extLst>
          </a:blip>
          <a:srcRect l="81836" t="-4713" b="16530"/>
          <a:stretch/>
        </p:blipFill>
        <p:spPr>
          <a:xfrm>
            <a:off x="11351531" y="251520"/>
            <a:ext cx="565808" cy="612832"/>
          </a:xfrm>
          <a:prstGeom prst="rect">
            <a:avLst/>
          </a:prstGeom>
        </p:spPr>
      </p:pic>
    </p:spTree>
    <p:extLst>
      <p:ext uri="{BB962C8B-B14F-4D97-AF65-F5344CB8AC3E}">
        <p14:creationId xmlns:p14="http://schemas.microsoft.com/office/powerpoint/2010/main" val="6571038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ection Header">
    <p:bg>
      <p:bgPr>
        <a:solidFill>
          <a:schemeClr val="bg1"/>
        </a:solidFill>
        <a:effectLst/>
      </p:bgPr>
    </p:bg>
    <p:spTree>
      <p:nvGrpSpPr>
        <p:cNvPr id="1" name=""/>
        <p:cNvGrpSpPr/>
        <p:nvPr/>
      </p:nvGrpSpPr>
      <p:grpSpPr>
        <a:xfrm>
          <a:off x="0" y="0"/>
          <a:ext cx="0" cy="0"/>
          <a:chOff x="0" y="0"/>
          <a:chExt cx="0" cy="0"/>
        </a:xfrm>
      </p:grpSpPr>
      <p:sp>
        <p:nvSpPr>
          <p:cNvPr id="8" name="Freeform 7"/>
          <p:cNvSpPr/>
          <p:nvPr userDrawn="1"/>
        </p:nvSpPr>
        <p:spPr>
          <a:xfrm>
            <a:off x="3528170" y="0"/>
            <a:ext cx="8687689" cy="6860408"/>
          </a:xfrm>
          <a:custGeom>
            <a:avLst/>
            <a:gdLst>
              <a:gd name="connsiteX0" fmla="*/ 8442036 w 8442036"/>
              <a:gd name="connsiteY0" fmla="*/ 9237 h 6862618"/>
              <a:gd name="connsiteX1" fmla="*/ 8442036 w 8442036"/>
              <a:gd name="connsiteY1" fmla="*/ 6862618 h 6862618"/>
              <a:gd name="connsiteX2" fmla="*/ 6576291 w 8442036"/>
              <a:gd name="connsiteY2" fmla="*/ 6862618 h 6862618"/>
              <a:gd name="connsiteX3" fmla="*/ 5440218 w 8442036"/>
              <a:gd name="connsiteY3" fmla="*/ 590203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52918 w 8442036"/>
              <a:gd name="connsiteY3" fmla="*/ 592743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0 w 8442036"/>
              <a:gd name="connsiteY4" fmla="*/ 0 h 6862618"/>
              <a:gd name="connsiteX5" fmla="*/ 8442036 w 8442036"/>
              <a:gd name="connsiteY5"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0 w 8442036"/>
              <a:gd name="connsiteY4" fmla="*/ 0 h 6862618"/>
              <a:gd name="connsiteX5" fmla="*/ 8442036 w 8442036"/>
              <a:gd name="connsiteY5" fmla="*/ 9237 h 6862618"/>
              <a:gd name="connsiteX0" fmla="*/ 8581439 w 8581439"/>
              <a:gd name="connsiteY0" fmla="*/ 9237 h 6862618"/>
              <a:gd name="connsiteX1" fmla="*/ 8581439 w 8581439"/>
              <a:gd name="connsiteY1" fmla="*/ 6862618 h 6862618"/>
              <a:gd name="connsiteX2" fmla="*/ 6715694 w 8581439"/>
              <a:gd name="connsiteY2" fmla="*/ 6862618 h 6862618"/>
              <a:gd name="connsiteX3" fmla="*/ 5566921 w 8581439"/>
              <a:gd name="connsiteY3" fmla="*/ 5882987 h 6862618"/>
              <a:gd name="connsiteX4" fmla="*/ 3477194 w 8581439"/>
              <a:gd name="connsiteY4" fmla="*/ 2545773 h 6862618"/>
              <a:gd name="connsiteX5" fmla="*/ 139403 w 8581439"/>
              <a:gd name="connsiteY5" fmla="*/ 0 h 6862618"/>
              <a:gd name="connsiteX6" fmla="*/ 8581439 w 8581439"/>
              <a:gd name="connsiteY6" fmla="*/ 9237 h 6862618"/>
              <a:gd name="connsiteX0" fmla="*/ 8571618 w 8571618"/>
              <a:gd name="connsiteY0" fmla="*/ 9237 h 6862618"/>
              <a:gd name="connsiteX1" fmla="*/ 8571618 w 8571618"/>
              <a:gd name="connsiteY1" fmla="*/ 6862618 h 6862618"/>
              <a:gd name="connsiteX2" fmla="*/ 6705873 w 8571618"/>
              <a:gd name="connsiteY2" fmla="*/ 6862618 h 6862618"/>
              <a:gd name="connsiteX3" fmla="*/ 5557100 w 8571618"/>
              <a:gd name="connsiteY3" fmla="*/ 5882987 h 6862618"/>
              <a:gd name="connsiteX4" fmla="*/ 3765823 w 8571618"/>
              <a:gd name="connsiteY4" fmla="*/ 2501323 h 6862618"/>
              <a:gd name="connsiteX5" fmla="*/ 129582 w 8571618"/>
              <a:gd name="connsiteY5" fmla="*/ 0 h 6862618"/>
              <a:gd name="connsiteX6" fmla="*/ 8571618 w 8571618"/>
              <a:gd name="connsiteY6" fmla="*/ 9237 h 6862618"/>
              <a:gd name="connsiteX0" fmla="*/ 8571618 w 8571618"/>
              <a:gd name="connsiteY0" fmla="*/ 9237 h 6862618"/>
              <a:gd name="connsiteX1" fmla="*/ 8571618 w 8571618"/>
              <a:gd name="connsiteY1" fmla="*/ 6862618 h 6862618"/>
              <a:gd name="connsiteX2" fmla="*/ 6705873 w 8571618"/>
              <a:gd name="connsiteY2" fmla="*/ 6862618 h 6862618"/>
              <a:gd name="connsiteX3" fmla="*/ 5557100 w 8571618"/>
              <a:gd name="connsiteY3" fmla="*/ 5882987 h 6862618"/>
              <a:gd name="connsiteX4" fmla="*/ 3765823 w 8571618"/>
              <a:gd name="connsiteY4" fmla="*/ 2501323 h 6862618"/>
              <a:gd name="connsiteX5" fmla="*/ 129582 w 8571618"/>
              <a:gd name="connsiteY5" fmla="*/ 0 h 6862618"/>
              <a:gd name="connsiteX6" fmla="*/ 8571618 w 8571618"/>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636241 w 8442036"/>
              <a:gd name="connsiteY4" fmla="*/ 250132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636241 w 8442036"/>
              <a:gd name="connsiteY4" fmla="*/ 250132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636241 w 8442036"/>
              <a:gd name="connsiteY4" fmla="*/ 250132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572741 w 8442036"/>
              <a:gd name="connsiteY4" fmla="*/ 246957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572741 w 8442036"/>
              <a:gd name="connsiteY4" fmla="*/ 246957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572741 w 8442036"/>
              <a:gd name="connsiteY4" fmla="*/ 246957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572741 w 8442036"/>
              <a:gd name="connsiteY4" fmla="*/ 246957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572741 w 8442036"/>
              <a:gd name="connsiteY4" fmla="*/ 2469573 h 6862618"/>
              <a:gd name="connsiteX5" fmla="*/ 0 w 8442036"/>
              <a:gd name="connsiteY5" fmla="*/ 0 h 6862618"/>
              <a:gd name="connsiteX6" fmla="*/ 8442036 w 8442036"/>
              <a:gd name="connsiteY6" fmla="*/ 9237 h 6862618"/>
              <a:gd name="connsiteX0" fmla="*/ 8442036 w 8442036"/>
              <a:gd name="connsiteY0" fmla="*/ 9237 h 6862618"/>
              <a:gd name="connsiteX1" fmla="*/ 8442036 w 8442036"/>
              <a:gd name="connsiteY1" fmla="*/ 6862618 h 6862618"/>
              <a:gd name="connsiteX2" fmla="*/ 6576291 w 8442036"/>
              <a:gd name="connsiteY2" fmla="*/ 6862618 h 6862618"/>
              <a:gd name="connsiteX3" fmla="*/ 5427518 w 8442036"/>
              <a:gd name="connsiteY3" fmla="*/ 5882987 h 6862618"/>
              <a:gd name="connsiteX4" fmla="*/ 3572741 w 8442036"/>
              <a:gd name="connsiteY4" fmla="*/ 2469573 h 6862618"/>
              <a:gd name="connsiteX5" fmla="*/ 0 w 8442036"/>
              <a:gd name="connsiteY5" fmla="*/ 0 h 6862618"/>
              <a:gd name="connsiteX6" fmla="*/ 8442036 w 8442036"/>
              <a:gd name="connsiteY6" fmla="*/ 9237 h 6862618"/>
              <a:gd name="connsiteX0" fmla="*/ 8708736 w 8708736"/>
              <a:gd name="connsiteY0" fmla="*/ 9237 h 6862618"/>
              <a:gd name="connsiteX1" fmla="*/ 8442036 w 8708736"/>
              <a:gd name="connsiteY1" fmla="*/ 6862618 h 6862618"/>
              <a:gd name="connsiteX2" fmla="*/ 6576291 w 8708736"/>
              <a:gd name="connsiteY2" fmla="*/ 6862618 h 6862618"/>
              <a:gd name="connsiteX3" fmla="*/ 5427518 w 8708736"/>
              <a:gd name="connsiteY3" fmla="*/ 5882987 h 6862618"/>
              <a:gd name="connsiteX4" fmla="*/ 3572741 w 8708736"/>
              <a:gd name="connsiteY4" fmla="*/ 2469573 h 6862618"/>
              <a:gd name="connsiteX5" fmla="*/ 0 w 8708736"/>
              <a:gd name="connsiteY5" fmla="*/ 0 h 6862618"/>
              <a:gd name="connsiteX6" fmla="*/ 8708736 w 8708736"/>
              <a:gd name="connsiteY6" fmla="*/ 9237 h 6862618"/>
              <a:gd name="connsiteX0" fmla="*/ 8708736 w 8708736"/>
              <a:gd name="connsiteY0" fmla="*/ 9237 h 6868968"/>
              <a:gd name="connsiteX1" fmla="*/ 8683336 w 8708736"/>
              <a:gd name="connsiteY1" fmla="*/ 6868968 h 6868968"/>
              <a:gd name="connsiteX2" fmla="*/ 6576291 w 8708736"/>
              <a:gd name="connsiteY2" fmla="*/ 6862618 h 6868968"/>
              <a:gd name="connsiteX3" fmla="*/ 5427518 w 8708736"/>
              <a:gd name="connsiteY3" fmla="*/ 5882987 h 6868968"/>
              <a:gd name="connsiteX4" fmla="*/ 3572741 w 8708736"/>
              <a:gd name="connsiteY4" fmla="*/ 2469573 h 6868968"/>
              <a:gd name="connsiteX5" fmla="*/ 0 w 8708736"/>
              <a:gd name="connsiteY5" fmla="*/ 0 h 6868968"/>
              <a:gd name="connsiteX6" fmla="*/ 8708736 w 8708736"/>
              <a:gd name="connsiteY6" fmla="*/ 9237 h 6868968"/>
              <a:gd name="connsiteX0" fmla="*/ 8708736 w 8708736"/>
              <a:gd name="connsiteY0" fmla="*/ 9237 h 6868968"/>
              <a:gd name="connsiteX1" fmla="*/ 8683336 w 8708736"/>
              <a:gd name="connsiteY1" fmla="*/ 6868968 h 6868968"/>
              <a:gd name="connsiteX2" fmla="*/ 6576291 w 8708736"/>
              <a:gd name="connsiteY2" fmla="*/ 6862618 h 6868968"/>
              <a:gd name="connsiteX3" fmla="*/ 5427518 w 8708736"/>
              <a:gd name="connsiteY3" fmla="*/ 5882987 h 6868968"/>
              <a:gd name="connsiteX4" fmla="*/ 3572741 w 8708736"/>
              <a:gd name="connsiteY4" fmla="*/ 2469573 h 6868968"/>
              <a:gd name="connsiteX5" fmla="*/ 0 w 8708736"/>
              <a:gd name="connsiteY5" fmla="*/ 0 h 6868968"/>
              <a:gd name="connsiteX6" fmla="*/ 8708736 w 8708736"/>
              <a:gd name="connsiteY6" fmla="*/ 9237 h 6868968"/>
              <a:gd name="connsiteX0" fmla="*/ 8708736 w 8708736"/>
              <a:gd name="connsiteY0" fmla="*/ 9237 h 6862912"/>
              <a:gd name="connsiteX1" fmla="*/ 8671224 w 8708736"/>
              <a:gd name="connsiteY1" fmla="*/ 6862912 h 6862912"/>
              <a:gd name="connsiteX2" fmla="*/ 6576291 w 8708736"/>
              <a:gd name="connsiteY2" fmla="*/ 6862618 h 6862912"/>
              <a:gd name="connsiteX3" fmla="*/ 5427518 w 8708736"/>
              <a:gd name="connsiteY3" fmla="*/ 5882987 h 6862912"/>
              <a:gd name="connsiteX4" fmla="*/ 3572741 w 8708736"/>
              <a:gd name="connsiteY4" fmla="*/ 2469573 h 6862912"/>
              <a:gd name="connsiteX5" fmla="*/ 0 w 8708736"/>
              <a:gd name="connsiteY5" fmla="*/ 0 h 6862912"/>
              <a:gd name="connsiteX6" fmla="*/ 8708736 w 8708736"/>
              <a:gd name="connsiteY6" fmla="*/ 9237 h 6862912"/>
              <a:gd name="connsiteX0" fmla="*/ 8708736 w 8708736"/>
              <a:gd name="connsiteY0" fmla="*/ 9237 h 6874702"/>
              <a:gd name="connsiteX1" fmla="*/ 8690874 w 8708736"/>
              <a:gd name="connsiteY1" fmla="*/ 6874702 h 6874702"/>
              <a:gd name="connsiteX2" fmla="*/ 6576291 w 8708736"/>
              <a:gd name="connsiteY2" fmla="*/ 6862618 h 6874702"/>
              <a:gd name="connsiteX3" fmla="*/ 5427518 w 8708736"/>
              <a:gd name="connsiteY3" fmla="*/ 5882987 h 6874702"/>
              <a:gd name="connsiteX4" fmla="*/ 3572741 w 8708736"/>
              <a:gd name="connsiteY4" fmla="*/ 2469573 h 6874702"/>
              <a:gd name="connsiteX5" fmla="*/ 0 w 8708736"/>
              <a:gd name="connsiteY5" fmla="*/ 0 h 6874702"/>
              <a:gd name="connsiteX6" fmla="*/ 8708736 w 8708736"/>
              <a:gd name="connsiteY6" fmla="*/ 9237 h 6874702"/>
              <a:gd name="connsiteX0" fmla="*/ 8708736 w 8708736"/>
              <a:gd name="connsiteY0" fmla="*/ 9237 h 6877028"/>
              <a:gd name="connsiteX1" fmla="*/ 8690874 w 8708736"/>
              <a:gd name="connsiteY1" fmla="*/ 6874702 h 6877028"/>
              <a:gd name="connsiteX2" fmla="*/ 6585461 w 8708736"/>
              <a:gd name="connsiteY2" fmla="*/ 6877028 h 6877028"/>
              <a:gd name="connsiteX3" fmla="*/ 5427518 w 8708736"/>
              <a:gd name="connsiteY3" fmla="*/ 5882987 h 6877028"/>
              <a:gd name="connsiteX4" fmla="*/ 3572741 w 8708736"/>
              <a:gd name="connsiteY4" fmla="*/ 2469573 h 6877028"/>
              <a:gd name="connsiteX5" fmla="*/ 0 w 8708736"/>
              <a:gd name="connsiteY5" fmla="*/ 0 h 6877028"/>
              <a:gd name="connsiteX6" fmla="*/ 8708736 w 8708736"/>
              <a:gd name="connsiteY6" fmla="*/ 9237 h 687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08736" h="6877028">
                <a:moveTo>
                  <a:pt x="8708736" y="9237"/>
                </a:moveTo>
                <a:cubicBezTo>
                  <a:pt x="8700269" y="2295814"/>
                  <a:pt x="8699341" y="4588125"/>
                  <a:pt x="8690874" y="6874702"/>
                </a:cubicBezTo>
                <a:lnTo>
                  <a:pt x="6585461" y="6877028"/>
                </a:lnTo>
                <a:lnTo>
                  <a:pt x="5427518" y="5882987"/>
                </a:lnTo>
                <a:cubicBezTo>
                  <a:pt x="6753610" y="3708305"/>
                  <a:pt x="4242377" y="2770621"/>
                  <a:pt x="3572741" y="2469573"/>
                </a:cubicBezTo>
                <a:cubicBezTo>
                  <a:pt x="2903105" y="2168525"/>
                  <a:pt x="533593" y="1597506"/>
                  <a:pt x="0" y="0"/>
                </a:cubicBezTo>
                <a:lnTo>
                  <a:pt x="8708736" y="92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1600">
              <a:solidFill>
                <a:prstClr val="white"/>
              </a:solidFill>
              <a:latin typeface="Arial" pitchFamily="34" charset="0"/>
              <a:cs typeface="Arial" pitchFamily="34" charset="0"/>
            </a:endParaRPr>
          </a:p>
        </p:txBody>
      </p:sp>
      <p:sp>
        <p:nvSpPr>
          <p:cNvPr id="9" name="Titre 1"/>
          <p:cNvSpPr>
            <a:spLocks noGrp="1"/>
          </p:cNvSpPr>
          <p:nvPr>
            <p:ph type="title" hasCustomPrompt="1"/>
            <p:custDataLst>
              <p:tags r:id="rId1"/>
            </p:custDataLst>
          </p:nvPr>
        </p:nvSpPr>
        <p:spPr>
          <a:xfrm>
            <a:off x="5613400" y="572850"/>
            <a:ext cx="6121400" cy="1199092"/>
          </a:xfrm>
          <a:prstGeom prst="rect">
            <a:avLst/>
          </a:prstGeom>
        </p:spPr>
        <p:txBody>
          <a:bodyPr vert="horz" lIns="0" tIns="33059" rIns="0" bIns="33059" rtlCol="0" anchor="ctr" anchorCtr="0">
            <a:noAutofit/>
          </a:bodyPr>
          <a:lstStyle>
            <a:lvl1pPr algn="r" defTabSz="1219092" rtl="0" eaLnBrk="1" latinLnBrk="0" hangingPunct="1">
              <a:spcBef>
                <a:spcPct val="0"/>
              </a:spcBef>
              <a:buNone/>
              <a:defRPr lang="en-US" sz="3600" b="0" kern="1200" cap="none" baseline="0" dirty="0" smtClean="0">
                <a:solidFill>
                  <a:srgbClr val="12ABDB"/>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noProof="0"/>
              <a:t>Click to edit Master </a:t>
            </a:r>
            <a:br>
              <a:rPr lang="en-US" noProof="0"/>
            </a:br>
            <a:r>
              <a:rPr lang="en-US" noProof="0"/>
              <a:t>text style</a:t>
            </a:r>
          </a:p>
        </p:txBody>
      </p:sp>
      <p:sp>
        <p:nvSpPr>
          <p:cNvPr id="10" name="Text Placeholder 5"/>
          <p:cNvSpPr>
            <a:spLocks noGrp="1"/>
          </p:cNvSpPr>
          <p:nvPr>
            <p:ph type="body" sz="quarter" idx="10"/>
          </p:nvPr>
        </p:nvSpPr>
        <p:spPr>
          <a:xfrm>
            <a:off x="5613400" y="1878010"/>
            <a:ext cx="6121400" cy="410369"/>
          </a:xfrm>
        </p:spPr>
        <p:txBody>
          <a:bodyPr lIns="0" rIns="0"/>
          <a:lstStyle>
            <a:lvl1pPr marL="0" indent="0" algn="r">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a:buNone/>
              <a:defRPr/>
            </a:lvl2pPr>
            <a:lvl3pPr>
              <a:buNone/>
              <a:defRPr/>
            </a:lvl3pPr>
            <a:lvl4pPr>
              <a:buNone/>
              <a:defRPr/>
            </a:lvl4pPr>
            <a:lvl5pPr>
              <a:buNone/>
              <a:defRPr/>
            </a:lvl5pPr>
          </a:lstStyle>
          <a:p>
            <a:pPr lvl="0"/>
            <a:r>
              <a:rPr lang="en-US"/>
              <a:t>Click to edit Master text styles</a:t>
            </a:r>
          </a:p>
        </p:txBody>
      </p:sp>
      <p:pic>
        <p:nvPicPr>
          <p:cNvPr id="11" name="Picture Placeholder 8">
            <a:extLst>
              <a:ext uri="{FF2B5EF4-FFF2-40B4-BE49-F238E27FC236}">
                <a16:creationId xmlns="" xmlns:a16="http://schemas.microsoft.com/office/drawing/2014/main" id="{E4613513-ABFF-4BEA-B28E-9C187BF2D4BC}"/>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072" r="38344"/>
          <a:stretch/>
        </p:blipFill>
        <p:spPr>
          <a:xfrm>
            <a:off x="0" y="325827"/>
            <a:ext cx="6337161" cy="6532173"/>
          </a:xfrm>
          <a:prstGeom prst="rect">
            <a:avLst/>
          </a:prstGeom>
        </p:spPr>
      </p:pic>
      <p:pic>
        <p:nvPicPr>
          <p:cNvPr id="12" name="Graphic 4">
            <a:extLst>
              <a:ext uri="{FF2B5EF4-FFF2-40B4-BE49-F238E27FC236}">
                <a16:creationId xmlns="" xmlns:a16="http://schemas.microsoft.com/office/drawing/2014/main" id="{25EEA1D4-3AF7-42D7-AE97-AE404AECFAEB}"/>
              </a:ext>
            </a:extLst>
          </p:cNvPr>
          <p:cNvPicPr>
            <a:picLocks noChangeAspect="1"/>
          </p:cNvPicPr>
          <p:nvPr userDrawn="1"/>
        </p:nvPicPr>
        <p:blipFill rotWithShape="1">
          <a:blip r:embed="rId4">
            <a:extLst>
              <a:ext uri="{96DAC541-7B7A-43D3-8B79-37D633B846F1}">
                <asvg:svgBlip xmlns="" xmlns:asvg="http://schemas.microsoft.com/office/drawing/2016/SVG/main" r:embed="rId5"/>
              </a:ext>
            </a:extLst>
          </a:blip>
          <a:srcRect l="81836" t="-4713" b="16530"/>
          <a:stretch/>
        </p:blipFill>
        <p:spPr>
          <a:xfrm>
            <a:off x="11041504" y="5852232"/>
            <a:ext cx="565808" cy="612832"/>
          </a:xfrm>
          <a:prstGeom prst="rect">
            <a:avLst/>
          </a:prstGeom>
        </p:spPr>
      </p:pic>
    </p:spTree>
    <p:extLst>
      <p:ext uri="{BB962C8B-B14F-4D97-AF65-F5344CB8AC3E}">
        <p14:creationId xmlns:p14="http://schemas.microsoft.com/office/powerpoint/2010/main" val="536451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3_Section Header">
    <p:bg>
      <p:bgPr>
        <a:solidFill>
          <a:schemeClr val="bg1"/>
        </a:solidFill>
        <a:effectLst/>
      </p:bgPr>
    </p:bg>
    <p:spTree>
      <p:nvGrpSpPr>
        <p:cNvPr id="1" name=""/>
        <p:cNvGrpSpPr/>
        <p:nvPr/>
      </p:nvGrpSpPr>
      <p:grpSpPr>
        <a:xfrm>
          <a:off x="0" y="0"/>
          <a:ext cx="0" cy="0"/>
          <a:chOff x="0" y="0"/>
          <a:chExt cx="0" cy="0"/>
        </a:xfrm>
      </p:grpSpPr>
      <p:sp>
        <p:nvSpPr>
          <p:cNvPr id="13" name="Freeform: Shape 9">
            <a:extLst>
              <a:ext uri="{FF2B5EF4-FFF2-40B4-BE49-F238E27FC236}">
                <a16:creationId xmlns="" xmlns:a16="http://schemas.microsoft.com/office/drawing/2014/main" id="{531E77B6-0DD5-446F-A826-892DFC23D785}"/>
              </a:ext>
            </a:extLst>
          </p:cNvPr>
          <p:cNvSpPr>
            <a:spLocks/>
          </p:cNvSpPr>
          <p:nvPr userDrawn="1"/>
        </p:nvSpPr>
        <p:spPr bwMode="auto">
          <a:xfrm rot="16200000" flipH="1">
            <a:off x="4598797" y="-726823"/>
            <a:ext cx="6866376" cy="8320025"/>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5134707 w 6857999"/>
              <a:gd name="connsiteY4" fmla="*/ 3984163 h 6240016"/>
              <a:gd name="connsiteX5" fmla="*/ 2767903 w 6857999"/>
              <a:gd name="connsiteY5" fmla="*/ 5342723 h 6240016"/>
              <a:gd name="connsiteX6" fmla="*/ 1497189 w 6857999"/>
              <a:gd name="connsiteY6" fmla="*/ 6201822 h 6240016"/>
              <a:gd name="connsiteX7" fmla="*/ 1393480 w 6857999"/>
              <a:gd name="connsiteY7" fmla="*/ 6240016 h 6240016"/>
              <a:gd name="connsiteX8" fmla="*/ 0 w 6857999"/>
              <a:gd name="connsiteY8" fmla="*/ 618342 h 6240016"/>
              <a:gd name="connsiteX9" fmla="*/ 0 w 6857999"/>
              <a:gd name="connsiteY9" fmla="*/ 6240016 h 6240016"/>
              <a:gd name="connsiteX10" fmla="*/ 921827 w 6857999"/>
              <a:gd name="connsiteY10" fmla="*/ 6240016 h 6240016"/>
              <a:gd name="connsiteX11" fmla="*/ 877464 w 6857999"/>
              <a:gd name="connsiteY11" fmla="*/ 6206986 h 6240016"/>
              <a:gd name="connsiteX12" fmla="*/ 1720124 w 6857999"/>
              <a:gd name="connsiteY12" fmla="*/ 3319666 h 6240016"/>
              <a:gd name="connsiteX13" fmla="*/ 1778012 w 6857999"/>
              <a:gd name="connsiteY13" fmla="*/ 0 h 6240016"/>
              <a:gd name="connsiteX14" fmla="*/ 36658 w 6857999"/>
              <a:gd name="connsiteY14" fmla="*/ 619001 h 6240016"/>
              <a:gd name="connsiteX15" fmla="*/ 0 w 6857999"/>
              <a:gd name="connsiteY15" fmla="*/ 618342 h 6240016"/>
              <a:gd name="connsiteX0" fmla="*/ 1393480 w 6857999"/>
              <a:gd name="connsiteY0" fmla="*/ 6240016 h 6240016"/>
              <a:gd name="connsiteX1" fmla="*/ 5099537 w 6857999"/>
              <a:gd name="connsiteY1" fmla="*/ 6234993 h 6240016"/>
              <a:gd name="connsiteX2" fmla="*/ 6857999 w 6857999"/>
              <a:gd name="connsiteY2" fmla="*/ 6240016 h 6240016"/>
              <a:gd name="connsiteX3" fmla="*/ 6857999 w 6857999"/>
              <a:gd name="connsiteY3" fmla="*/ 4248395 h 6240016"/>
              <a:gd name="connsiteX4" fmla="*/ 6815497 w 6857999"/>
              <a:gd name="connsiteY4" fmla="*/ 4209614 h 6240016"/>
              <a:gd name="connsiteX5" fmla="*/ 5134707 w 6857999"/>
              <a:gd name="connsiteY5" fmla="*/ 3984163 h 6240016"/>
              <a:gd name="connsiteX6" fmla="*/ 2767903 w 6857999"/>
              <a:gd name="connsiteY6" fmla="*/ 5342723 h 6240016"/>
              <a:gd name="connsiteX7" fmla="*/ 1497189 w 6857999"/>
              <a:gd name="connsiteY7" fmla="*/ 6201822 h 6240016"/>
              <a:gd name="connsiteX8" fmla="*/ 1393480 w 6857999"/>
              <a:gd name="connsiteY8" fmla="*/ 6240016 h 6240016"/>
              <a:gd name="connsiteX9" fmla="*/ 0 w 6857999"/>
              <a:gd name="connsiteY9" fmla="*/ 618342 h 6240016"/>
              <a:gd name="connsiteX10" fmla="*/ 0 w 6857999"/>
              <a:gd name="connsiteY10" fmla="*/ 6240016 h 6240016"/>
              <a:gd name="connsiteX11" fmla="*/ 921827 w 6857999"/>
              <a:gd name="connsiteY11" fmla="*/ 6240016 h 6240016"/>
              <a:gd name="connsiteX12" fmla="*/ 877464 w 6857999"/>
              <a:gd name="connsiteY12" fmla="*/ 6206986 h 6240016"/>
              <a:gd name="connsiteX13" fmla="*/ 1720124 w 6857999"/>
              <a:gd name="connsiteY13" fmla="*/ 3319666 h 6240016"/>
              <a:gd name="connsiteX14" fmla="*/ 1778012 w 6857999"/>
              <a:gd name="connsiteY14" fmla="*/ 0 h 6240016"/>
              <a:gd name="connsiteX15" fmla="*/ 36658 w 6857999"/>
              <a:gd name="connsiteY15" fmla="*/ 619001 h 6240016"/>
              <a:gd name="connsiteX16" fmla="*/ 0 w 6857999"/>
              <a:gd name="connsiteY16" fmla="*/ 618342 h 6240016"/>
              <a:gd name="connsiteX0" fmla="*/ 1393480 w 6857999"/>
              <a:gd name="connsiteY0" fmla="*/ 6240016 h 6240016"/>
              <a:gd name="connsiteX1" fmla="*/ 5099537 w 6857999"/>
              <a:gd name="connsiteY1" fmla="*/ 6234993 h 6240016"/>
              <a:gd name="connsiteX2" fmla="*/ 6857999 w 6857999"/>
              <a:gd name="connsiteY2" fmla="*/ 6240016 h 6240016"/>
              <a:gd name="connsiteX3" fmla="*/ 6857999 w 6857999"/>
              <a:gd name="connsiteY3" fmla="*/ 4248395 h 6240016"/>
              <a:gd name="connsiteX4" fmla="*/ 6815497 w 6857999"/>
              <a:gd name="connsiteY4" fmla="*/ 4209614 h 6240016"/>
              <a:gd name="connsiteX5" fmla="*/ 5134707 w 6857999"/>
              <a:gd name="connsiteY5" fmla="*/ 3984163 h 6240016"/>
              <a:gd name="connsiteX6" fmla="*/ 2767903 w 6857999"/>
              <a:gd name="connsiteY6" fmla="*/ 5342723 h 6240016"/>
              <a:gd name="connsiteX7" fmla="*/ 1497189 w 6857999"/>
              <a:gd name="connsiteY7" fmla="*/ 6201822 h 6240016"/>
              <a:gd name="connsiteX8" fmla="*/ 1393480 w 6857999"/>
              <a:gd name="connsiteY8" fmla="*/ 6240016 h 6240016"/>
              <a:gd name="connsiteX9" fmla="*/ 0 w 6857999"/>
              <a:gd name="connsiteY9" fmla="*/ 618342 h 6240016"/>
              <a:gd name="connsiteX10" fmla="*/ 0 w 6857999"/>
              <a:gd name="connsiteY10" fmla="*/ 6240016 h 6240016"/>
              <a:gd name="connsiteX11" fmla="*/ 921827 w 6857999"/>
              <a:gd name="connsiteY11" fmla="*/ 6240016 h 6240016"/>
              <a:gd name="connsiteX12" fmla="*/ 877464 w 6857999"/>
              <a:gd name="connsiteY12" fmla="*/ 6206986 h 6240016"/>
              <a:gd name="connsiteX13" fmla="*/ 1720124 w 6857999"/>
              <a:gd name="connsiteY13" fmla="*/ 3319666 h 6240016"/>
              <a:gd name="connsiteX14" fmla="*/ 1778012 w 6857999"/>
              <a:gd name="connsiteY14" fmla="*/ 0 h 6240016"/>
              <a:gd name="connsiteX15" fmla="*/ 36658 w 6857999"/>
              <a:gd name="connsiteY15" fmla="*/ 619001 h 6240016"/>
              <a:gd name="connsiteX16" fmla="*/ 0 w 6857999"/>
              <a:gd name="connsiteY16" fmla="*/ 618342 h 6240016"/>
              <a:gd name="connsiteX0" fmla="*/ 1393480 w 6857999"/>
              <a:gd name="connsiteY0" fmla="*/ 6240016 h 6240016"/>
              <a:gd name="connsiteX1" fmla="*/ 5099537 w 6857999"/>
              <a:gd name="connsiteY1" fmla="*/ 6234993 h 6240016"/>
              <a:gd name="connsiteX2" fmla="*/ 6857999 w 6857999"/>
              <a:gd name="connsiteY2" fmla="*/ 6240016 h 6240016"/>
              <a:gd name="connsiteX3" fmla="*/ 6857999 w 6857999"/>
              <a:gd name="connsiteY3" fmla="*/ 4248395 h 6240016"/>
              <a:gd name="connsiteX4" fmla="*/ 6815497 w 6857999"/>
              <a:gd name="connsiteY4" fmla="*/ 4209614 h 6240016"/>
              <a:gd name="connsiteX5" fmla="*/ 5134707 w 6857999"/>
              <a:gd name="connsiteY5" fmla="*/ 3984163 h 6240016"/>
              <a:gd name="connsiteX6" fmla="*/ 2767903 w 6857999"/>
              <a:gd name="connsiteY6" fmla="*/ 5342723 h 6240016"/>
              <a:gd name="connsiteX7" fmla="*/ 1497189 w 6857999"/>
              <a:gd name="connsiteY7" fmla="*/ 6201822 h 6240016"/>
              <a:gd name="connsiteX8" fmla="*/ 1393480 w 6857999"/>
              <a:gd name="connsiteY8" fmla="*/ 6240016 h 6240016"/>
              <a:gd name="connsiteX9" fmla="*/ 0 w 6857999"/>
              <a:gd name="connsiteY9" fmla="*/ 618342 h 6240016"/>
              <a:gd name="connsiteX10" fmla="*/ 0 w 6857999"/>
              <a:gd name="connsiteY10" fmla="*/ 6240016 h 6240016"/>
              <a:gd name="connsiteX11" fmla="*/ 921827 w 6857999"/>
              <a:gd name="connsiteY11" fmla="*/ 6240016 h 6240016"/>
              <a:gd name="connsiteX12" fmla="*/ 877464 w 6857999"/>
              <a:gd name="connsiteY12" fmla="*/ 6206986 h 6240016"/>
              <a:gd name="connsiteX13" fmla="*/ 1720124 w 6857999"/>
              <a:gd name="connsiteY13" fmla="*/ 3319666 h 6240016"/>
              <a:gd name="connsiteX14" fmla="*/ 1778012 w 6857999"/>
              <a:gd name="connsiteY14" fmla="*/ 0 h 6240016"/>
              <a:gd name="connsiteX15" fmla="*/ 36658 w 6857999"/>
              <a:gd name="connsiteY15" fmla="*/ 619001 h 6240016"/>
              <a:gd name="connsiteX16" fmla="*/ 0 w 6857999"/>
              <a:gd name="connsiteY16" fmla="*/ 618342 h 6240016"/>
              <a:gd name="connsiteX0" fmla="*/ 1393480 w 6857999"/>
              <a:gd name="connsiteY0" fmla="*/ 6240016 h 6240016"/>
              <a:gd name="connsiteX1" fmla="*/ 5099537 w 6857999"/>
              <a:gd name="connsiteY1" fmla="*/ 6234993 h 6240016"/>
              <a:gd name="connsiteX2" fmla="*/ 6857999 w 6857999"/>
              <a:gd name="connsiteY2" fmla="*/ 6240016 h 6240016"/>
              <a:gd name="connsiteX3" fmla="*/ 6857999 w 6857999"/>
              <a:gd name="connsiteY3" fmla="*/ 4248395 h 6240016"/>
              <a:gd name="connsiteX4" fmla="*/ 5134707 w 6857999"/>
              <a:gd name="connsiteY4" fmla="*/ 3984163 h 6240016"/>
              <a:gd name="connsiteX5" fmla="*/ 2767903 w 6857999"/>
              <a:gd name="connsiteY5" fmla="*/ 5342723 h 6240016"/>
              <a:gd name="connsiteX6" fmla="*/ 1497189 w 6857999"/>
              <a:gd name="connsiteY6" fmla="*/ 6201822 h 6240016"/>
              <a:gd name="connsiteX7" fmla="*/ 1393480 w 6857999"/>
              <a:gd name="connsiteY7" fmla="*/ 6240016 h 6240016"/>
              <a:gd name="connsiteX8" fmla="*/ 0 w 6857999"/>
              <a:gd name="connsiteY8" fmla="*/ 618342 h 6240016"/>
              <a:gd name="connsiteX9" fmla="*/ 0 w 6857999"/>
              <a:gd name="connsiteY9" fmla="*/ 6240016 h 6240016"/>
              <a:gd name="connsiteX10" fmla="*/ 921827 w 6857999"/>
              <a:gd name="connsiteY10" fmla="*/ 6240016 h 6240016"/>
              <a:gd name="connsiteX11" fmla="*/ 877464 w 6857999"/>
              <a:gd name="connsiteY11" fmla="*/ 6206986 h 6240016"/>
              <a:gd name="connsiteX12" fmla="*/ 1720124 w 6857999"/>
              <a:gd name="connsiteY12" fmla="*/ 3319666 h 6240016"/>
              <a:gd name="connsiteX13" fmla="*/ 1778012 w 6857999"/>
              <a:gd name="connsiteY13" fmla="*/ 0 h 6240016"/>
              <a:gd name="connsiteX14" fmla="*/ 36658 w 6857999"/>
              <a:gd name="connsiteY14" fmla="*/ 619001 h 6240016"/>
              <a:gd name="connsiteX15" fmla="*/ 0 w 6857999"/>
              <a:gd name="connsiteY15" fmla="*/ 618342 h 6240016"/>
              <a:gd name="connsiteX0" fmla="*/ 1393480 w 6857999"/>
              <a:gd name="connsiteY0" fmla="*/ 6240016 h 6240016"/>
              <a:gd name="connsiteX1" fmla="*/ 5099537 w 6857999"/>
              <a:gd name="connsiteY1" fmla="*/ 6234993 h 6240016"/>
              <a:gd name="connsiteX2" fmla="*/ 6857999 w 6857999"/>
              <a:gd name="connsiteY2" fmla="*/ 6240016 h 6240016"/>
              <a:gd name="connsiteX3" fmla="*/ 5134707 w 6857999"/>
              <a:gd name="connsiteY3" fmla="*/ 3984163 h 6240016"/>
              <a:gd name="connsiteX4" fmla="*/ 2767903 w 6857999"/>
              <a:gd name="connsiteY4" fmla="*/ 5342723 h 6240016"/>
              <a:gd name="connsiteX5" fmla="*/ 1497189 w 6857999"/>
              <a:gd name="connsiteY5" fmla="*/ 6201822 h 6240016"/>
              <a:gd name="connsiteX6" fmla="*/ 1393480 w 6857999"/>
              <a:gd name="connsiteY6" fmla="*/ 6240016 h 6240016"/>
              <a:gd name="connsiteX7" fmla="*/ 0 w 6857999"/>
              <a:gd name="connsiteY7" fmla="*/ 618342 h 6240016"/>
              <a:gd name="connsiteX8" fmla="*/ 0 w 6857999"/>
              <a:gd name="connsiteY8" fmla="*/ 6240016 h 6240016"/>
              <a:gd name="connsiteX9" fmla="*/ 921827 w 6857999"/>
              <a:gd name="connsiteY9" fmla="*/ 6240016 h 6240016"/>
              <a:gd name="connsiteX10" fmla="*/ 877464 w 6857999"/>
              <a:gd name="connsiteY10" fmla="*/ 6206986 h 6240016"/>
              <a:gd name="connsiteX11" fmla="*/ 1720124 w 6857999"/>
              <a:gd name="connsiteY11" fmla="*/ 3319666 h 6240016"/>
              <a:gd name="connsiteX12" fmla="*/ 1778012 w 6857999"/>
              <a:gd name="connsiteY12" fmla="*/ 0 h 6240016"/>
              <a:gd name="connsiteX13" fmla="*/ 36658 w 6857999"/>
              <a:gd name="connsiteY13" fmla="*/ 619001 h 6240016"/>
              <a:gd name="connsiteX14" fmla="*/ 0 w 6857999"/>
              <a:gd name="connsiteY14" fmla="*/ 618342 h 6240016"/>
              <a:gd name="connsiteX0" fmla="*/ 1393480 w 5134707"/>
              <a:gd name="connsiteY0" fmla="*/ 6240016 h 6240016"/>
              <a:gd name="connsiteX1" fmla="*/ 5099537 w 5134707"/>
              <a:gd name="connsiteY1" fmla="*/ 6234993 h 6240016"/>
              <a:gd name="connsiteX2" fmla="*/ 5134707 w 5134707"/>
              <a:gd name="connsiteY2" fmla="*/ 3984163 h 6240016"/>
              <a:gd name="connsiteX3" fmla="*/ 2767903 w 5134707"/>
              <a:gd name="connsiteY3" fmla="*/ 5342723 h 6240016"/>
              <a:gd name="connsiteX4" fmla="*/ 1497189 w 5134707"/>
              <a:gd name="connsiteY4" fmla="*/ 6201822 h 6240016"/>
              <a:gd name="connsiteX5" fmla="*/ 1393480 w 5134707"/>
              <a:gd name="connsiteY5" fmla="*/ 6240016 h 6240016"/>
              <a:gd name="connsiteX6" fmla="*/ 0 w 5134707"/>
              <a:gd name="connsiteY6" fmla="*/ 618342 h 6240016"/>
              <a:gd name="connsiteX7" fmla="*/ 0 w 5134707"/>
              <a:gd name="connsiteY7" fmla="*/ 6240016 h 6240016"/>
              <a:gd name="connsiteX8" fmla="*/ 921827 w 5134707"/>
              <a:gd name="connsiteY8" fmla="*/ 6240016 h 6240016"/>
              <a:gd name="connsiteX9" fmla="*/ 877464 w 5134707"/>
              <a:gd name="connsiteY9" fmla="*/ 6206986 h 6240016"/>
              <a:gd name="connsiteX10" fmla="*/ 1720124 w 5134707"/>
              <a:gd name="connsiteY10" fmla="*/ 3319666 h 6240016"/>
              <a:gd name="connsiteX11" fmla="*/ 1778012 w 5134707"/>
              <a:gd name="connsiteY11" fmla="*/ 0 h 6240016"/>
              <a:gd name="connsiteX12" fmla="*/ 36658 w 5134707"/>
              <a:gd name="connsiteY12" fmla="*/ 619001 h 6240016"/>
              <a:gd name="connsiteX13" fmla="*/ 0 w 5134707"/>
              <a:gd name="connsiteY13" fmla="*/ 618342 h 6240016"/>
              <a:gd name="connsiteX0" fmla="*/ 1393480 w 5149779"/>
              <a:gd name="connsiteY0" fmla="*/ 6240016 h 6240016"/>
              <a:gd name="connsiteX1" fmla="*/ 5149779 w 5149779"/>
              <a:gd name="connsiteY1" fmla="*/ 6234993 h 6240016"/>
              <a:gd name="connsiteX2" fmla="*/ 5134707 w 5149779"/>
              <a:gd name="connsiteY2" fmla="*/ 3984163 h 6240016"/>
              <a:gd name="connsiteX3" fmla="*/ 2767903 w 5149779"/>
              <a:gd name="connsiteY3" fmla="*/ 5342723 h 6240016"/>
              <a:gd name="connsiteX4" fmla="*/ 1497189 w 5149779"/>
              <a:gd name="connsiteY4" fmla="*/ 6201822 h 6240016"/>
              <a:gd name="connsiteX5" fmla="*/ 1393480 w 5149779"/>
              <a:gd name="connsiteY5" fmla="*/ 6240016 h 6240016"/>
              <a:gd name="connsiteX6" fmla="*/ 0 w 5149779"/>
              <a:gd name="connsiteY6" fmla="*/ 618342 h 6240016"/>
              <a:gd name="connsiteX7" fmla="*/ 0 w 5149779"/>
              <a:gd name="connsiteY7" fmla="*/ 6240016 h 6240016"/>
              <a:gd name="connsiteX8" fmla="*/ 921827 w 5149779"/>
              <a:gd name="connsiteY8" fmla="*/ 6240016 h 6240016"/>
              <a:gd name="connsiteX9" fmla="*/ 877464 w 5149779"/>
              <a:gd name="connsiteY9" fmla="*/ 6206986 h 6240016"/>
              <a:gd name="connsiteX10" fmla="*/ 1720124 w 5149779"/>
              <a:gd name="connsiteY10" fmla="*/ 3319666 h 6240016"/>
              <a:gd name="connsiteX11" fmla="*/ 1778012 w 5149779"/>
              <a:gd name="connsiteY11" fmla="*/ 0 h 6240016"/>
              <a:gd name="connsiteX12" fmla="*/ 36658 w 5149779"/>
              <a:gd name="connsiteY12" fmla="*/ 619001 h 6240016"/>
              <a:gd name="connsiteX13" fmla="*/ 0 w 5149779"/>
              <a:gd name="connsiteY13" fmla="*/ 618342 h 6240016"/>
              <a:gd name="connsiteX0" fmla="*/ 1393480 w 5149780"/>
              <a:gd name="connsiteY0" fmla="*/ 6240016 h 6240016"/>
              <a:gd name="connsiteX1" fmla="*/ 5149779 w 5149780"/>
              <a:gd name="connsiteY1" fmla="*/ 6234993 h 6240016"/>
              <a:gd name="connsiteX2" fmla="*/ 5149780 w 5149780"/>
              <a:gd name="connsiteY2" fmla="*/ 3984163 h 6240016"/>
              <a:gd name="connsiteX3" fmla="*/ 2767903 w 5149780"/>
              <a:gd name="connsiteY3" fmla="*/ 5342723 h 6240016"/>
              <a:gd name="connsiteX4" fmla="*/ 1497189 w 5149780"/>
              <a:gd name="connsiteY4" fmla="*/ 6201822 h 6240016"/>
              <a:gd name="connsiteX5" fmla="*/ 1393480 w 5149780"/>
              <a:gd name="connsiteY5" fmla="*/ 6240016 h 6240016"/>
              <a:gd name="connsiteX6" fmla="*/ 0 w 5149780"/>
              <a:gd name="connsiteY6" fmla="*/ 618342 h 6240016"/>
              <a:gd name="connsiteX7" fmla="*/ 0 w 5149780"/>
              <a:gd name="connsiteY7" fmla="*/ 6240016 h 6240016"/>
              <a:gd name="connsiteX8" fmla="*/ 921827 w 5149780"/>
              <a:gd name="connsiteY8" fmla="*/ 6240016 h 6240016"/>
              <a:gd name="connsiteX9" fmla="*/ 877464 w 5149780"/>
              <a:gd name="connsiteY9" fmla="*/ 6206986 h 6240016"/>
              <a:gd name="connsiteX10" fmla="*/ 1720124 w 5149780"/>
              <a:gd name="connsiteY10" fmla="*/ 3319666 h 6240016"/>
              <a:gd name="connsiteX11" fmla="*/ 1778012 w 5149780"/>
              <a:gd name="connsiteY11" fmla="*/ 0 h 6240016"/>
              <a:gd name="connsiteX12" fmla="*/ 36658 w 5149780"/>
              <a:gd name="connsiteY12" fmla="*/ 619001 h 6240016"/>
              <a:gd name="connsiteX13" fmla="*/ 0 w 5149780"/>
              <a:gd name="connsiteY13" fmla="*/ 618342 h 6240016"/>
              <a:gd name="connsiteX0" fmla="*/ 1393480 w 5149780"/>
              <a:gd name="connsiteY0" fmla="*/ 6240016 h 6240016"/>
              <a:gd name="connsiteX1" fmla="*/ 5149779 w 5149780"/>
              <a:gd name="connsiteY1" fmla="*/ 6234993 h 6240016"/>
              <a:gd name="connsiteX2" fmla="*/ 5149780 w 5149780"/>
              <a:gd name="connsiteY2" fmla="*/ 3984163 h 6240016"/>
              <a:gd name="connsiteX3" fmla="*/ 2767903 w 5149780"/>
              <a:gd name="connsiteY3" fmla="*/ 5342723 h 6240016"/>
              <a:gd name="connsiteX4" fmla="*/ 1497189 w 5149780"/>
              <a:gd name="connsiteY4" fmla="*/ 6201822 h 6240016"/>
              <a:gd name="connsiteX5" fmla="*/ 1393480 w 5149780"/>
              <a:gd name="connsiteY5" fmla="*/ 6240016 h 6240016"/>
              <a:gd name="connsiteX6" fmla="*/ 0 w 5149780"/>
              <a:gd name="connsiteY6" fmla="*/ 618342 h 6240016"/>
              <a:gd name="connsiteX7" fmla="*/ 0 w 5149780"/>
              <a:gd name="connsiteY7" fmla="*/ 6240016 h 6240016"/>
              <a:gd name="connsiteX8" fmla="*/ 921827 w 5149780"/>
              <a:gd name="connsiteY8" fmla="*/ 6240016 h 6240016"/>
              <a:gd name="connsiteX9" fmla="*/ 877464 w 5149780"/>
              <a:gd name="connsiteY9" fmla="*/ 6206986 h 6240016"/>
              <a:gd name="connsiteX10" fmla="*/ 1720124 w 5149780"/>
              <a:gd name="connsiteY10" fmla="*/ 3319666 h 6240016"/>
              <a:gd name="connsiteX11" fmla="*/ 1778012 w 5149780"/>
              <a:gd name="connsiteY11" fmla="*/ 0 h 6240016"/>
              <a:gd name="connsiteX12" fmla="*/ 36658 w 5149780"/>
              <a:gd name="connsiteY12" fmla="*/ 619001 h 6240016"/>
              <a:gd name="connsiteX13" fmla="*/ 0 w 5149780"/>
              <a:gd name="connsiteY13" fmla="*/ 618342 h 6240016"/>
              <a:gd name="connsiteX0" fmla="*/ 1393480 w 5149780"/>
              <a:gd name="connsiteY0" fmla="*/ 6240016 h 6240016"/>
              <a:gd name="connsiteX1" fmla="*/ 5149779 w 5149780"/>
              <a:gd name="connsiteY1" fmla="*/ 6234993 h 6240016"/>
              <a:gd name="connsiteX2" fmla="*/ 5149780 w 5149780"/>
              <a:gd name="connsiteY2" fmla="*/ 3984163 h 6240016"/>
              <a:gd name="connsiteX3" fmla="*/ 2767903 w 5149780"/>
              <a:gd name="connsiteY3" fmla="*/ 5342723 h 6240016"/>
              <a:gd name="connsiteX4" fmla="*/ 1497189 w 5149780"/>
              <a:gd name="connsiteY4" fmla="*/ 6201822 h 6240016"/>
              <a:gd name="connsiteX5" fmla="*/ 1393480 w 5149780"/>
              <a:gd name="connsiteY5" fmla="*/ 6240016 h 6240016"/>
              <a:gd name="connsiteX6" fmla="*/ 0 w 5149780"/>
              <a:gd name="connsiteY6" fmla="*/ 618342 h 6240016"/>
              <a:gd name="connsiteX7" fmla="*/ 0 w 5149780"/>
              <a:gd name="connsiteY7" fmla="*/ 6240016 h 6240016"/>
              <a:gd name="connsiteX8" fmla="*/ 921827 w 5149780"/>
              <a:gd name="connsiteY8" fmla="*/ 6240016 h 6240016"/>
              <a:gd name="connsiteX9" fmla="*/ 877464 w 5149780"/>
              <a:gd name="connsiteY9" fmla="*/ 6206986 h 6240016"/>
              <a:gd name="connsiteX10" fmla="*/ 1720124 w 5149780"/>
              <a:gd name="connsiteY10" fmla="*/ 3319666 h 6240016"/>
              <a:gd name="connsiteX11" fmla="*/ 1778012 w 5149780"/>
              <a:gd name="connsiteY11" fmla="*/ 0 h 6240016"/>
              <a:gd name="connsiteX12" fmla="*/ 36658 w 5149780"/>
              <a:gd name="connsiteY12" fmla="*/ 619001 h 6240016"/>
              <a:gd name="connsiteX13" fmla="*/ 0 w 5149780"/>
              <a:gd name="connsiteY13" fmla="*/ 618342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49780" h="6240016">
                <a:moveTo>
                  <a:pt x="1393480" y="6240016"/>
                </a:moveTo>
                <a:lnTo>
                  <a:pt x="5149779" y="6234993"/>
                </a:lnTo>
                <a:cubicBezTo>
                  <a:pt x="5149779" y="5484716"/>
                  <a:pt x="5149780" y="4734440"/>
                  <a:pt x="5149780" y="3984163"/>
                </a:cubicBezTo>
                <a:cubicBezTo>
                  <a:pt x="3520588" y="4384034"/>
                  <a:pt x="3215893" y="4963068"/>
                  <a:pt x="2767903" y="5342723"/>
                </a:cubicBezTo>
                <a:cubicBezTo>
                  <a:pt x="2224582" y="5803167"/>
                  <a:pt x="1804503" y="6071896"/>
                  <a:pt x="1497189" y="6201822"/>
                </a:cubicBezTo>
                <a:lnTo>
                  <a:pt x="1393480" y="6240016"/>
                </a:ln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lnTo>
                  <a:pt x="0" y="618342"/>
                </a:lnTo>
                <a:close/>
              </a:path>
            </a:pathLst>
          </a:custGeom>
          <a:solidFill>
            <a:srgbClr val="8EC63E"/>
          </a:solidFill>
          <a:ln>
            <a:noFill/>
          </a:ln>
        </p:spPr>
        <p:txBody>
          <a:bodyPr vert="horz" wrap="square" lIns="121920" tIns="60960" rIns="121920" bIns="60960" numCol="1" anchor="t" anchorCtr="0" compatLnSpc="1">
            <a:prstTxWarp prst="textNoShape">
              <a:avLst/>
            </a:prstTxWarp>
            <a:noAutofit/>
          </a:bodyPr>
          <a:lstStyle/>
          <a:p>
            <a:pPr defTabSz="1088239"/>
            <a:endParaRPr lang="en-US" sz="2844">
              <a:solidFill>
                <a:srgbClr val="000000"/>
              </a:solidFill>
            </a:endParaRPr>
          </a:p>
        </p:txBody>
      </p:sp>
      <p:pic>
        <p:nvPicPr>
          <p:cNvPr id="14" name="Graphic 4">
            <a:extLst>
              <a:ext uri="{FF2B5EF4-FFF2-40B4-BE49-F238E27FC236}">
                <a16:creationId xmlns=""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 xmlns:asvg="http://schemas.microsoft.com/office/drawing/2016/SVG/main" r:embed="rId4"/>
              </a:ext>
            </a:extLst>
          </a:blip>
          <a:srcRect l="81836" t="-4713" b="16530"/>
          <a:stretch/>
        </p:blipFill>
        <p:spPr>
          <a:xfrm>
            <a:off x="11333051" y="251520"/>
            <a:ext cx="565808" cy="612832"/>
          </a:xfrm>
          <a:prstGeom prst="rect">
            <a:avLst/>
          </a:prstGeom>
        </p:spPr>
      </p:pic>
      <p:sp>
        <p:nvSpPr>
          <p:cNvPr id="15" name="Titre 1"/>
          <p:cNvSpPr>
            <a:spLocks noGrp="1"/>
          </p:cNvSpPr>
          <p:nvPr>
            <p:ph type="title" hasCustomPrompt="1"/>
            <p:custDataLst>
              <p:tags r:id="rId1"/>
            </p:custDataLst>
          </p:nvPr>
        </p:nvSpPr>
        <p:spPr>
          <a:xfrm>
            <a:off x="716280" y="4401831"/>
            <a:ext cx="6121400" cy="1199092"/>
          </a:xfrm>
          <a:prstGeom prst="rect">
            <a:avLst/>
          </a:prstGeom>
        </p:spPr>
        <p:txBody>
          <a:bodyPr vert="horz" lIns="0" tIns="33059" rIns="66118" bIns="33059" rtlCol="0" anchor="ctr" anchorCtr="0">
            <a:noAutofit/>
          </a:bodyPr>
          <a:lstStyle>
            <a:lvl1pPr algn="l" defTabSz="1219092" rtl="0" eaLnBrk="1" latinLnBrk="0" hangingPunct="1">
              <a:spcBef>
                <a:spcPct val="0"/>
              </a:spcBef>
              <a:buNone/>
              <a:defRPr lang="en-US" sz="3600" b="0" kern="1200" cap="none" baseline="0" dirty="0" smtClean="0">
                <a:solidFill>
                  <a:srgbClr val="12ABDB"/>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noProof="0"/>
              <a:t>Click to edit Master </a:t>
            </a:r>
            <a:br>
              <a:rPr lang="en-US" noProof="0"/>
            </a:br>
            <a:r>
              <a:rPr lang="en-US" noProof="0"/>
              <a:t>text style</a:t>
            </a:r>
          </a:p>
        </p:txBody>
      </p:sp>
      <p:sp>
        <p:nvSpPr>
          <p:cNvPr id="16" name="Text Placeholder 5"/>
          <p:cNvSpPr>
            <a:spLocks noGrp="1"/>
          </p:cNvSpPr>
          <p:nvPr>
            <p:ph type="body" sz="quarter" idx="10"/>
          </p:nvPr>
        </p:nvSpPr>
        <p:spPr>
          <a:xfrm>
            <a:off x="716280" y="5706992"/>
            <a:ext cx="6121400" cy="410369"/>
          </a:xfrm>
        </p:spPr>
        <p:txBody>
          <a:bodyPr lIns="0"/>
          <a:lstStyle>
            <a:lvl1pPr marL="0" indent="0" algn="l">
              <a:buNone/>
              <a:defRPr sz="20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a:buNone/>
              <a:defRPr/>
            </a:lvl2pPr>
            <a:lvl3pPr>
              <a:buNone/>
              <a:defRPr/>
            </a:lvl3pPr>
            <a:lvl4pPr>
              <a:buNone/>
              <a:defRPr/>
            </a:lvl4pPr>
            <a:lvl5pPr>
              <a:buNone/>
              <a:defRPr/>
            </a:lvl5pPr>
          </a:lstStyle>
          <a:p>
            <a:pPr lvl="0"/>
            <a:r>
              <a:rPr lang="en-US"/>
              <a:t>Click to edit Master text styles</a:t>
            </a:r>
          </a:p>
        </p:txBody>
      </p:sp>
    </p:spTree>
    <p:extLst>
      <p:ext uri="{BB962C8B-B14F-4D97-AF65-F5344CB8AC3E}">
        <p14:creationId xmlns:p14="http://schemas.microsoft.com/office/powerpoint/2010/main" val="9783340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Master">
    <p:bg>
      <p:bgPr>
        <a:solidFill>
          <a:srgbClr val="EDEDED"/>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2750"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sz="2400"/>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66"/>
            <a:ext cx="11793979" cy="4643751"/>
          </a:xfrm>
        </p:spPr>
        <p:txBody>
          <a:bodyPr/>
          <a:lstStyle>
            <a:lvl1pPr>
              <a:buClr>
                <a:schemeClr val="accent2"/>
              </a:buClr>
              <a:defRPr b="0"/>
            </a:lvl1pPr>
            <a:lvl2pPr marL="533387" indent="-205312">
              <a:buFont typeface="Arial" panose="020B0604020202020204" pitchFamily="34" charset="0"/>
              <a:buChar char="̶"/>
              <a:defRPr/>
            </a:lvl2pPr>
            <a:lvl3pPr marL="761981" indent="-186262">
              <a:defRPr/>
            </a:lvl3pPr>
            <a:lvl4pPr marL="990575" indent="-186262">
              <a:buFont typeface="Courier New" panose="02070309020205020404" pitchFamily="49" charset="0"/>
              <a:buChar char="o"/>
              <a:defRPr/>
            </a:lvl4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29399569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Vide">
    <p:bg>
      <p:bgPr>
        <a:solidFill>
          <a:srgbClr val="EDEDED"/>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3774"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454511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Master">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4798"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sz="2400"/>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494766"/>
            <a:ext cx="11793979" cy="4643751"/>
          </a:xfrm>
        </p:spPr>
        <p:txBody>
          <a:bodyPr/>
          <a:lstStyle>
            <a:lvl1pPr>
              <a:buClr>
                <a:schemeClr val="accent2"/>
              </a:buClr>
              <a:defRPr b="0"/>
            </a:lvl1pPr>
            <a:lvl2pPr marL="533387" indent="-205312">
              <a:buFont typeface="Arial" panose="020B0604020202020204" pitchFamily="34" charset="0"/>
              <a:buChar char="̶"/>
              <a:defRPr/>
            </a:lvl2pPr>
            <a:lvl3pPr marL="761981" indent="-186262">
              <a:defRPr/>
            </a:lvl3pPr>
            <a:lvl4pPr marL="990575" indent="-186262">
              <a:buFont typeface="Courier New" panose="02070309020205020404" pitchFamily="49" charset="0"/>
              <a:buChar char="o"/>
              <a:defRPr/>
            </a:lvl4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4262728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_Vide">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5822"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941265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amp; Leadline">
    <p:spTree>
      <p:nvGrpSpPr>
        <p:cNvPr id="1" name=""/>
        <p:cNvGrpSpPr/>
        <p:nvPr/>
      </p:nvGrpSpPr>
      <p:grpSpPr>
        <a:xfrm>
          <a:off x="0" y="0"/>
          <a:ext cx="0" cy="0"/>
          <a:chOff x="0" y="0"/>
          <a:chExt cx="0" cy="0"/>
        </a:xfrm>
      </p:grpSpPr>
      <p:sp>
        <p:nvSpPr>
          <p:cNvPr id="12" name="Freeform 11"/>
          <p:cNvSpPr/>
          <p:nvPr userDrawn="1"/>
        </p:nvSpPr>
        <p:spPr>
          <a:xfrm flipH="1">
            <a:off x="9343143" y="-8075"/>
            <a:ext cx="2856932" cy="1787821"/>
          </a:xfrm>
          <a:custGeom>
            <a:avLst/>
            <a:gdLst>
              <a:gd name="connsiteX0" fmla="*/ 4549 w 4367284"/>
              <a:gd name="connsiteY0" fmla="*/ 0 h 1287439"/>
              <a:gd name="connsiteX1" fmla="*/ 4226257 w 4367284"/>
              <a:gd name="connsiteY1" fmla="*/ 0 h 1287439"/>
              <a:gd name="connsiteX2" fmla="*/ 4367284 w 4367284"/>
              <a:gd name="connsiteY2" fmla="*/ 746078 h 1287439"/>
              <a:gd name="connsiteX3" fmla="*/ 0 w 4367284"/>
              <a:gd name="connsiteY3" fmla="*/ 1287439 h 1287439"/>
              <a:gd name="connsiteX4" fmla="*/ 4549 w 4367284"/>
              <a:gd name="connsiteY4" fmla="*/ 0 h 1287439"/>
              <a:gd name="connsiteX0" fmla="*/ 4549 w 4367353"/>
              <a:gd name="connsiteY0" fmla="*/ 0 h 1287439"/>
              <a:gd name="connsiteX1" fmla="*/ 4226257 w 4367353"/>
              <a:gd name="connsiteY1" fmla="*/ 0 h 1287439"/>
              <a:gd name="connsiteX2" fmla="*/ 4367284 w 4367353"/>
              <a:gd name="connsiteY2" fmla="*/ 746078 h 1287439"/>
              <a:gd name="connsiteX3" fmla="*/ 0 w 4367353"/>
              <a:gd name="connsiteY3" fmla="*/ 1287439 h 1287439"/>
              <a:gd name="connsiteX4" fmla="*/ 4549 w 4367353"/>
              <a:gd name="connsiteY4" fmla="*/ 0 h 1287439"/>
              <a:gd name="connsiteX0" fmla="*/ 4549 w 4367392"/>
              <a:gd name="connsiteY0" fmla="*/ 0 h 1287439"/>
              <a:gd name="connsiteX1" fmla="*/ 4226257 w 4367392"/>
              <a:gd name="connsiteY1" fmla="*/ 0 h 1287439"/>
              <a:gd name="connsiteX2" fmla="*/ 4367284 w 4367392"/>
              <a:gd name="connsiteY2" fmla="*/ 746078 h 1287439"/>
              <a:gd name="connsiteX3" fmla="*/ 0 w 4367392"/>
              <a:gd name="connsiteY3" fmla="*/ 1287439 h 1287439"/>
              <a:gd name="connsiteX4" fmla="*/ 4549 w 4367392"/>
              <a:gd name="connsiteY4" fmla="*/ 0 h 1287439"/>
              <a:gd name="connsiteX0" fmla="*/ 4549 w 4367392"/>
              <a:gd name="connsiteY0" fmla="*/ 0 h 1287439"/>
              <a:gd name="connsiteX1" fmla="*/ 4226257 w 4367392"/>
              <a:gd name="connsiteY1" fmla="*/ 0 h 1287439"/>
              <a:gd name="connsiteX2" fmla="*/ 4367284 w 4367392"/>
              <a:gd name="connsiteY2" fmla="*/ 746078 h 1287439"/>
              <a:gd name="connsiteX3" fmla="*/ 0 w 4367392"/>
              <a:gd name="connsiteY3" fmla="*/ 1287439 h 1287439"/>
              <a:gd name="connsiteX4" fmla="*/ 4549 w 4367392"/>
              <a:gd name="connsiteY4" fmla="*/ 0 h 1287439"/>
              <a:gd name="connsiteX0" fmla="*/ 4549 w 4367392"/>
              <a:gd name="connsiteY0" fmla="*/ 0 h 1476564"/>
              <a:gd name="connsiteX1" fmla="*/ 4226257 w 4367392"/>
              <a:gd name="connsiteY1" fmla="*/ 0 h 1476564"/>
              <a:gd name="connsiteX2" fmla="*/ 4367284 w 4367392"/>
              <a:gd name="connsiteY2" fmla="*/ 746078 h 1476564"/>
              <a:gd name="connsiteX3" fmla="*/ 0 w 4367392"/>
              <a:gd name="connsiteY3" fmla="*/ 1287439 h 1476564"/>
              <a:gd name="connsiteX4" fmla="*/ 4549 w 4367392"/>
              <a:gd name="connsiteY4" fmla="*/ 0 h 1476564"/>
              <a:gd name="connsiteX0" fmla="*/ 4549 w 4367392"/>
              <a:gd name="connsiteY0" fmla="*/ 0 h 1455845"/>
              <a:gd name="connsiteX1" fmla="*/ 4226257 w 4367392"/>
              <a:gd name="connsiteY1" fmla="*/ 0 h 1455845"/>
              <a:gd name="connsiteX2" fmla="*/ 4367284 w 4367392"/>
              <a:gd name="connsiteY2" fmla="*/ 746078 h 1455845"/>
              <a:gd name="connsiteX3" fmla="*/ 0 w 4367392"/>
              <a:gd name="connsiteY3" fmla="*/ 1287439 h 1455845"/>
              <a:gd name="connsiteX4" fmla="*/ 4549 w 4367392"/>
              <a:gd name="connsiteY4" fmla="*/ 0 h 1455845"/>
              <a:gd name="connsiteX0" fmla="*/ 4549 w 4367392"/>
              <a:gd name="connsiteY0" fmla="*/ 0 h 1474528"/>
              <a:gd name="connsiteX1" fmla="*/ 4226257 w 4367392"/>
              <a:gd name="connsiteY1" fmla="*/ 0 h 1474528"/>
              <a:gd name="connsiteX2" fmla="*/ 4367284 w 4367392"/>
              <a:gd name="connsiteY2" fmla="*/ 746078 h 1474528"/>
              <a:gd name="connsiteX3" fmla="*/ 0 w 4367392"/>
              <a:gd name="connsiteY3" fmla="*/ 1287439 h 1474528"/>
              <a:gd name="connsiteX4" fmla="*/ 4549 w 4367392"/>
              <a:gd name="connsiteY4" fmla="*/ 0 h 147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7392" h="1474528">
                <a:moveTo>
                  <a:pt x="4549" y="0"/>
                </a:moveTo>
                <a:lnTo>
                  <a:pt x="4226257" y="0"/>
                </a:lnTo>
                <a:cubicBezTo>
                  <a:pt x="4309660" y="189553"/>
                  <a:pt x="4370317" y="224429"/>
                  <a:pt x="4367284" y="746078"/>
                </a:cubicBezTo>
                <a:cubicBezTo>
                  <a:pt x="3311857" y="962927"/>
                  <a:pt x="1501253" y="1857612"/>
                  <a:pt x="0" y="1287439"/>
                </a:cubicBezTo>
                <a:cubicBezTo>
                  <a:pt x="1516" y="858293"/>
                  <a:pt x="3033" y="429146"/>
                  <a:pt x="4549" y="0"/>
                </a:cubicBez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3200" err="1">
              <a:solidFill>
                <a:srgbClr val="0070AD">
                  <a:lumMod val="50000"/>
                </a:srgbClr>
              </a:solidFill>
            </a:endParaRPr>
          </a:p>
        </p:txBody>
      </p:sp>
      <p:graphicFrame>
        <p:nvGraphicFramePr>
          <p:cNvPr id="4" name="Object 3"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6846"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a:xfrm>
            <a:off x="3" y="1"/>
            <a:ext cx="9197589" cy="1062180"/>
          </a:xfrm>
        </p:spPr>
        <p:txBody>
          <a:bodyPr/>
          <a:lstStyle>
            <a:lvl1pPr>
              <a:defRPr sz="2400"/>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955800"/>
            <a:ext cx="11793979" cy="4026560"/>
          </a:xfrm>
        </p:spPr>
        <p:txBody>
          <a:bodyPr/>
          <a:lstStyle>
            <a:lvl1pPr>
              <a:buClr>
                <a:schemeClr val="accent2"/>
              </a:buClr>
              <a:defRPr b="0"/>
            </a:lvl1pPr>
            <a:lvl2pPr marL="533387" indent="-205312">
              <a:buFont typeface="Arial" panose="020B0604020202020204" pitchFamily="34" charset="0"/>
              <a:buChar char="̶"/>
              <a:defRPr/>
            </a:lvl2pPr>
            <a:lvl3pPr marL="761981" indent="-186262">
              <a:defRPr/>
            </a:lvl3pPr>
            <a:lvl4pPr marL="990575" indent="-186262">
              <a:buFont typeface="Courier New" panose="02070309020205020404" pitchFamily="49" charset="0"/>
              <a:buChar char="o"/>
              <a:defRPr/>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39" y="1495448"/>
            <a:ext cx="9857879" cy="460353"/>
          </a:xfrm>
        </p:spPr>
        <p:txBody>
          <a:bodyPr/>
          <a:lstStyle>
            <a:lvl1pPr marL="0" indent="0">
              <a:buNone/>
              <a:defRPr sz="2000" b="1">
                <a:solidFill>
                  <a:schemeClr val="accent2"/>
                </a:solidFill>
              </a:defRPr>
            </a:lvl1pPr>
          </a:lstStyle>
          <a:p>
            <a:pPr lvl="0"/>
            <a:r>
              <a:rPr lang="fr-FR"/>
              <a:t>Click to </a:t>
            </a:r>
            <a:r>
              <a:rPr lang="fr-FR" err="1"/>
              <a:t>edit</a:t>
            </a:r>
            <a:r>
              <a:rPr lang="fr-FR"/>
              <a:t> Master </a:t>
            </a:r>
            <a:r>
              <a:rPr lang="fr-FR" err="1"/>
              <a:t>text</a:t>
            </a:r>
            <a:r>
              <a:rPr lang="fr-FR"/>
              <a:t> style</a:t>
            </a:r>
          </a:p>
        </p:txBody>
      </p:sp>
    </p:spTree>
    <p:extLst>
      <p:ext uri="{BB962C8B-B14F-4D97-AF65-F5344CB8AC3E}">
        <p14:creationId xmlns:p14="http://schemas.microsoft.com/office/powerpoint/2010/main" val="2209141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ntent &amp; Leadline">
    <p:spTree>
      <p:nvGrpSpPr>
        <p:cNvPr id="1" name=""/>
        <p:cNvGrpSpPr/>
        <p:nvPr/>
      </p:nvGrpSpPr>
      <p:grpSpPr>
        <a:xfrm>
          <a:off x="0" y="0"/>
          <a:ext cx="0" cy="0"/>
          <a:chOff x="0" y="0"/>
          <a:chExt cx="0" cy="0"/>
        </a:xfrm>
      </p:grpSpPr>
      <p:sp>
        <p:nvSpPr>
          <p:cNvPr id="7" name="Freeform 6"/>
          <p:cNvSpPr/>
          <p:nvPr userDrawn="1"/>
        </p:nvSpPr>
        <p:spPr>
          <a:xfrm>
            <a:off x="-1024" y="-12074"/>
            <a:ext cx="12223287" cy="1578395"/>
          </a:xfrm>
          <a:custGeom>
            <a:avLst/>
            <a:gdLst>
              <a:gd name="connsiteX0" fmla="*/ 4549 w 4367284"/>
              <a:gd name="connsiteY0" fmla="*/ 0 h 1287439"/>
              <a:gd name="connsiteX1" fmla="*/ 4226257 w 4367284"/>
              <a:gd name="connsiteY1" fmla="*/ 0 h 1287439"/>
              <a:gd name="connsiteX2" fmla="*/ 4367284 w 4367284"/>
              <a:gd name="connsiteY2" fmla="*/ 746078 h 1287439"/>
              <a:gd name="connsiteX3" fmla="*/ 0 w 4367284"/>
              <a:gd name="connsiteY3" fmla="*/ 1287439 h 1287439"/>
              <a:gd name="connsiteX4" fmla="*/ 4549 w 4367284"/>
              <a:gd name="connsiteY4" fmla="*/ 0 h 1287439"/>
              <a:gd name="connsiteX0" fmla="*/ 4549 w 4367353"/>
              <a:gd name="connsiteY0" fmla="*/ 0 h 1287439"/>
              <a:gd name="connsiteX1" fmla="*/ 4226257 w 4367353"/>
              <a:gd name="connsiteY1" fmla="*/ 0 h 1287439"/>
              <a:gd name="connsiteX2" fmla="*/ 4367284 w 4367353"/>
              <a:gd name="connsiteY2" fmla="*/ 746078 h 1287439"/>
              <a:gd name="connsiteX3" fmla="*/ 0 w 4367353"/>
              <a:gd name="connsiteY3" fmla="*/ 1287439 h 1287439"/>
              <a:gd name="connsiteX4" fmla="*/ 4549 w 4367353"/>
              <a:gd name="connsiteY4" fmla="*/ 0 h 1287439"/>
              <a:gd name="connsiteX0" fmla="*/ 4549 w 4367392"/>
              <a:gd name="connsiteY0" fmla="*/ 0 h 1287439"/>
              <a:gd name="connsiteX1" fmla="*/ 4226257 w 4367392"/>
              <a:gd name="connsiteY1" fmla="*/ 0 h 1287439"/>
              <a:gd name="connsiteX2" fmla="*/ 4367284 w 4367392"/>
              <a:gd name="connsiteY2" fmla="*/ 746078 h 1287439"/>
              <a:gd name="connsiteX3" fmla="*/ 0 w 4367392"/>
              <a:gd name="connsiteY3" fmla="*/ 1287439 h 1287439"/>
              <a:gd name="connsiteX4" fmla="*/ 4549 w 4367392"/>
              <a:gd name="connsiteY4" fmla="*/ 0 h 1287439"/>
              <a:gd name="connsiteX0" fmla="*/ 4549 w 4367392"/>
              <a:gd name="connsiteY0" fmla="*/ 0 h 1287439"/>
              <a:gd name="connsiteX1" fmla="*/ 4226257 w 4367392"/>
              <a:gd name="connsiteY1" fmla="*/ 0 h 1287439"/>
              <a:gd name="connsiteX2" fmla="*/ 4367284 w 4367392"/>
              <a:gd name="connsiteY2" fmla="*/ 746078 h 1287439"/>
              <a:gd name="connsiteX3" fmla="*/ 0 w 4367392"/>
              <a:gd name="connsiteY3" fmla="*/ 1287439 h 1287439"/>
              <a:gd name="connsiteX4" fmla="*/ 4549 w 4367392"/>
              <a:gd name="connsiteY4" fmla="*/ 0 h 1287439"/>
              <a:gd name="connsiteX0" fmla="*/ 4549 w 4367392"/>
              <a:gd name="connsiteY0" fmla="*/ 0 h 1476564"/>
              <a:gd name="connsiteX1" fmla="*/ 4226257 w 4367392"/>
              <a:gd name="connsiteY1" fmla="*/ 0 h 1476564"/>
              <a:gd name="connsiteX2" fmla="*/ 4367284 w 4367392"/>
              <a:gd name="connsiteY2" fmla="*/ 746078 h 1476564"/>
              <a:gd name="connsiteX3" fmla="*/ 0 w 4367392"/>
              <a:gd name="connsiteY3" fmla="*/ 1287439 h 1476564"/>
              <a:gd name="connsiteX4" fmla="*/ 4549 w 4367392"/>
              <a:gd name="connsiteY4" fmla="*/ 0 h 1476564"/>
              <a:gd name="connsiteX0" fmla="*/ 4549 w 4367392"/>
              <a:gd name="connsiteY0" fmla="*/ 0 h 1455845"/>
              <a:gd name="connsiteX1" fmla="*/ 4226257 w 4367392"/>
              <a:gd name="connsiteY1" fmla="*/ 0 h 1455845"/>
              <a:gd name="connsiteX2" fmla="*/ 4367284 w 4367392"/>
              <a:gd name="connsiteY2" fmla="*/ 746078 h 1455845"/>
              <a:gd name="connsiteX3" fmla="*/ 0 w 4367392"/>
              <a:gd name="connsiteY3" fmla="*/ 1287439 h 1455845"/>
              <a:gd name="connsiteX4" fmla="*/ 4549 w 4367392"/>
              <a:gd name="connsiteY4" fmla="*/ 0 h 1455845"/>
              <a:gd name="connsiteX0" fmla="*/ 4549 w 4367392"/>
              <a:gd name="connsiteY0" fmla="*/ 0 h 1474528"/>
              <a:gd name="connsiteX1" fmla="*/ 4226257 w 4367392"/>
              <a:gd name="connsiteY1" fmla="*/ 0 h 1474528"/>
              <a:gd name="connsiteX2" fmla="*/ 4367284 w 4367392"/>
              <a:gd name="connsiteY2" fmla="*/ 746078 h 1474528"/>
              <a:gd name="connsiteX3" fmla="*/ 0 w 4367392"/>
              <a:gd name="connsiteY3" fmla="*/ 1287439 h 1474528"/>
              <a:gd name="connsiteX4" fmla="*/ 4549 w 4367392"/>
              <a:gd name="connsiteY4" fmla="*/ 0 h 1474528"/>
              <a:gd name="connsiteX0" fmla="*/ 453 w 4363296"/>
              <a:gd name="connsiteY0" fmla="*/ 0 h 877187"/>
              <a:gd name="connsiteX1" fmla="*/ 4222161 w 4363296"/>
              <a:gd name="connsiteY1" fmla="*/ 0 h 877187"/>
              <a:gd name="connsiteX2" fmla="*/ 4363188 w 4363296"/>
              <a:gd name="connsiteY2" fmla="*/ 746078 h 877187"/>
              <a:gd name="connsiteX3" fmla="*/ 332 w 4363296"/>
              <a:gd name="connsiteY3" fmla="*/ 384125 h 877187"/>
              <a:gd name="connsiteX4" fmla="*/ 453 w 4363296"/>
              <a:gd name="connsiteY4" fmla="*/ 0 h 877187"/>
              <a:gd name="connsiteX0" fmla="*/ 136 w 4362979"/>
              <a:gd name="connsiteY0" fmla="*/ 0 h 902096"/>
              <a:gd name="connsiteX1" fmla="*/ 4221844 w 4362979"/>
              <a:gd name="connsiteY1" fmla="*/ 0 h 902096"/>
              <a:gd name="connsiteX2" fmla="*/ 4362871 w 4362979"/>
              <a:gd name="connsiteY2" fmla="*/ 746078 h 902096"/>
              <a:gd name="connsiteX3" fmla="*/ 8871 w 4362979"/>
              <a:gd name="connsiteY3" fmla="*/ 454973 h 902096"/>
              <a:gd name="connsiteX4" fmla="*/ 136 w 4362979"/>
              <a:gd name="connsiteY4" fmla="*/ 0 h 902096"/>
              <a:gd name="connsiteX0" fmla="*/ 136 w 4362979"/>
              <a:gd name="connsiteY0" fmla="*/ 0 h 787416"/>
              <a:gd name="connsiteX1" fmla="*/ 4221844 w 4362979"/>
              <a:gd name="connsiteY1" fmla="*/ 0 h 787416"/>
              <a:gd name="connsiteX2" fmla="*/ 4362871 w 4362979"/>
              <a:gd name="connsiteY2" fmla="*/ 746078 h 787416"/>
              <a:gd name="connsiteX3" fmla="*/ 8871 w 4362979"/>
              <a:gd name="connsiteY3" fmla="*/ 454973 h 787416"/>
              <a:gd name="connsiteX4" fmla="*/ 136 w 4362979"/>
              <a:gd name="connsiteY4" fmla="*/ 0 h 787416"/>
              <a:gd name="connsiteX0" fmla="*/ 136 w 4362979"/>
              <a:gd name="connsiteY0" fmla="*/ 0 h 828407"/>
              <a:gd name="connsiteX1" fmla="*/ 4221844 w 4362979"/>
              <a:gd name="connsiteY1" fmla="*/ 0 h 828407"/>
              <a:gd name="connsiteX2" fmla="*/ 4362871 w 4362979"/>
              <a:gd name="connsiteY2" fmla="*/ 746078 h 828407"/>
              <a:gd name="connsiteX3" fmla="*/ 8871 w 4362979"/>
              <a:gd name="connsiteY3" fmla="*/ 454973 h 828407"/>
              <a:gd name="connsiteX4" fmla="*/ 136 w 4362979"/>
              <a:gd name="connsiteY4" fmla="*/ 0 h 828407"/>
              <a:gd name="connsiteX0" fmla="*/ 136 w 4398365"/>
              <a:gd name="connsiteY0" fmla="*/ 0 h 613855"/>
              <a:gd name="connsiteX1" fmla="*/ 4221844 w 4398365"/>
              <a:gd name="connsiteY1" fmla="*/ 0 h 613855"/>
              <a:gd name="connsiteX2" fmla="*/ 4398295 w 4398365"/>
              <a:gd name="connsiteY2" fmla="*/ 506965 h 613855"/>
              <a:gd name="connsiteX3" fmla="*/ 8871 w 4398365"/>
              <a:gd name="connsiteY3" fmla="*/ 454973 h 613855"/>
              <a:gd name="connsiteX4" fmla="*/ 136 w 4398365"/>
              <a:gd name="connsiteY4" fmla="*/ 0 h 613855"/>
              <a:gd name="connsiteX0" fmla="*/ 136 w 4398352"/>
              <a:gd name="connsiteY0" fmla="*/ 0 h 613855"/>
              <a:gd name="connsiteX1" fmla="*/ 4221844 w 4398352"/>
              <a:gd name="connsiteY1" fmla="*/ 0 h 613855"/>
              <a:gd name="connsiteX2" fmla="*/ 4398295 w 4398352"/>
              <a:gd name="connsiteY2" fmla="*/ 506965 h 613855"/>
              <a:gd name="connsiteX3" fmla="*/ 8871 w 4398352"/>
              <a:gd name="connsiteY3" fmla="*/ 454973 h 613855"/>
              <a:gd name="connsiteX4" fmla="*/ 136 w 4398352"/>
              <a:gd name="connsiteY4" fmla="*/ 0 h 613855"/>
              <a:gd name="connsiteX0" fmla="*/ 136 w 4398421"/>
              <a:gd name="connsiteY0" fmla="*/ 0 h 613855"/>
              <a:gd name="connsiteX1" fmla="*/ 4288264 w 4398421"/>
              <a:gd name="connsiteY1" fmla="*/ 4428 h 613855"/>
              <a:gd name="connsiteX2" fmla="*/ 4398295 w 4398421"/>
              <a:gd name="connsiteY2" fmla="*/ 506965 h 613855"/>
              <a:gd name="connsiteX3" fmla="*/ 8871 w 4398421"/>
              <a:gd name="connsiteY3" fmla="*/ 454973 h 613855"/>
              <a:gd name="connsiteX4" fmla="*/ 136 w 4398421"/>
              <a:gd name="connsiteY4" fmla="*/ 0 h 613855"/>
              <a:gd name="connsiteX0" fmla="*/ 136 w 4398421"/>
              <a:gd name="connsiteY0" fmla="*/ 0 h 613855"/>
              <a:gd name="connsiteX1" fmla="*/ 4288264 w 4398421"/>
              <a:gd name="connsiteY1" fmla="*/ 4428 h 613855"/>
              <a:gd name="connsiteX2" fmla="*/ 4398295 w 4398421"/>
              <a:gd name="connsiteY2" fmla="*/ 506965 h 613855"/>
              <a:gd name="connsiteX3" fmla="*/ 8871 w 4398421"/>
              <a:gd name="connsiteY3" fmla="*/ 454973 h 613855"/>
              <a:gd name="connsiteX4" fmla="*/ 136 w 4398421"/>
              <a:gd name="connsiteY4" fmla="*/ 0 h 613855"/>
              <a:gd name="connsiteX0" fmla="*/ 136 w 4482229"/>
              <a:gd name="connsiteY0" fmla="*/ 4428 h 618283"/>
              <a:gd name="connsiteX1" fmla="*/ 4465385 w 4482229"/>
              <a:gd name="connsiteY1" fmla="*/ 0 h 618283"/>
              <a:gd name="connsiteX2" fmla="*/ 4398295 w 4482229"/>
              <a:gd name="connsiteY2" fmla="*/ 511393 h 618283"/>
              <a:gd name="connsiteX3" fmla="*/ 8871 w 4482229"/>
              <a:gd name="connsiteY3" fmla="*/ 459401 h 618283"/>
              <a:gd name="connsiteX4" fmla="*/ 136 w 4482229"/>
              <a:gd name="connsiteY4" fmla="*/ 4428 h 618283"/>
              <a:gd name="connsiteX0" fmla="*/ 136 w 4482649"/>
              <a:gd name="connsiteY0" fmla="*/ 4428 h 618283"/>
              <a:gd name="connsiteX1" fmla="*/ 4465385 w 4482649"/>
              <a:gd name="connsiteY1" fmla="*/ 0 h 618283"/>
              <a:gd name="connsiteX2" fmla="*/ 4398295 w 4482649"/>
              <a:gd name="connsiteY2" fmla="*/ 511393 h 618283"/>
              <a:gd name="connsiteX3" fmla="*/ 8871 w 4482649"/>
              <a:gd name="connsiteY3" fmla="*/ 459401 h 618283"/>
              <a:gd name="connsiteX4" fmla="*/ 136 w 4482649"/>
              <a:gd name="connsiteY4" fmla="*/ 4428 h 618283"/>
              <a:gd name="connsiteX0" fmla="*/ 136 w 4478982"/>
              <a:gd name="connsiteY0" fmla="*/ 4428 h 580313"/>
              <a:gd name="connsiteX1" fmla="*/ 4465385 w 4478982"/>
              <a:gd name="connsiteY1" fmla="*/ 0 h 580313"/>
              <a:gd name="connsiteX2" fmla="*/ 4354015 w 4478982"/>
              <a:gd name="connsiteY2" fmla="*/ 467113 h 580313"/>
              <a:gd name="connsiteX3" fmla="*/ 8871 w 4478982"/>
              <a:gd name="connsiteY3" fmla="*/ 459401 h 580313"/>
              <a:gd name="connsiteX4" fmla="*/ 136 w 4478982"/>
              <a:gd name="connsiteY4" fmla="*/ 4428 h 580313"/>
              <a:gd name="connsiteX0" fmla="*/ 13405 w 4492251"/>
              <a:gd name="connsiteY0" fmla="*/ 4428 h 578990"/>
              <a:gd name="connsiteX1" fmla="*/ 4478654 w 4492251"/>
              <a:gd name="connsiteY1" fmla="*/ 0 h 578990"/>
              <a:gd name="connsiteX2" fmla="*/ 4367284 w 4492251"/>
              <a:gd name="connsiteY2" fmla="*/ 467113 h 578990"/>
              <a:gd name="connsiteX3" fmla="*/ 0 w 4492251"/>
              <a:gd name="connsiteY3" fmla="*/ 450546 h 578990"/>
              <a:gd name="connsiteX4" fmla="*/ 13405 w 4492251"/>
              <a:gd name="connsiteY4" fmla="*/ 4428 h 578990"/>
              <a:gd name="connsiteX0" fmla="*/ 428 w 4479274"/>
              <a:gd name="connsiteY0" fmla="*/ 4428 h 578725"/>
              <a:gd name="connsiteX1" fmla="*/ 4465677 w 4479274"/>
              <a:gd name="connsiteY1" fmla="*/ 0 h 578725"/>
              <a:gd name="connsiteX2" fmla="*/ 4354307 w 4479274"/>
              <a:gd name="connsiteY2" fmla="*/ 467113 h 578725"/>
              <a:gd name="connsiteX3" fmla="*/ 521 w 4479274"/>
              <a:gd name="connsiteY3" fmla="*/ 448746 h 578725"/>
              <a:gd name="connsiteX4" fmla="*/ 428 w 4479274"/>
              <a:gd name="connsiteY4" fmla="*/ 4428 h 578725"/>
              <a:gd name="connsiteX0" fmla="*/ 4406 w 4483252"/>
              <a:gd name="connsiteY0" fmla="*/ 4428 h 578990"/>
              <a:gd name="connsiteX1" fmla="*/ 4469655 w 4483252"/>
              <a:gd name="connsiteY1" fmla="*/ 0 h 578990"/>
              <a:gd name="connsiteX2" fmla="*/ 4358285 w 4483252"/>
              <a:gd name="connsiteY2" fmla="*/ 467113 h 578990"/>
              <a:gd name="connsiteX3" fmla="*/ 0 w 4483252"/>
              <a:gd name="connsiteY3" fmla="*/ 450546 h 578990"/>
              <a:gd name="connsiteX4" fmla="*/ 4406 w 4483252"/>
              <a:gd name="connsiteY4" fmla="*/ 4428 h 578990"/>
              <a:gd name="connsiteX0" fmla="*/ 347 w 4484592"/>
              <a:gd name="connsiteY0" fmla="*/ 47621 h 578990"/>
              <a:gd name="connsiteX1" fmla="*/ 4470995 w 4484592"/>
              <a:gd name="connsiteY1" fmla="*/ 0 h 578990"/>
              <a:gd name="connsiteX2" fmla="*/ 4359625 w 4484592"/>
              <a:gd name="connsiteY2" fmla="*/ 467113 h 578990"/>
              <a:gd name="connsiteX3" fmla="*/ 1340 w 4484592"/>
              <a:gd name="connsiteY3" fmla="*/ 450546 h 578990"/>
              <a:gd name="connsiteX4" fmla="*/ 347 w 4484592"/>
              <a:gd name="connsiteY4" fmla="*/ 47621 h 578990"/>
              <a:gd name="connsiteX0" fmla="*/ 1707 w 4483252"/>
              <a:gd name="connsiteY0" fmla="*/ 3528 h 578990"/>
              <a:gd name="connsiteX1" fmla="*/ 4469655 w 4483252"/>
              <a:gd name="connsiteY1" fmla="*/ 0 h 578990"/>
              <a:gd name="connsiteX2" fmla="*/ 4358285 w 4483252"/>
              <a:gd name="connsiteY2" fmla="*/ 467113 h 578990"/>
              <a:gd name="connsiteX3" fmla="*/ 0 w 4483252"/>
              <a:gd name="connsiteY3" fmla="*/ 450546 h 578990"/>
              <a:gd name="connsiteX4" fmla="*/ 1707 w 4483252"/>
              <a:gd name="connsiteY4" fmla="*/ 3528 h 578990"/>
              <a:gd name="connsiteX0" fmla="*/ 427 w 4483771"/>
              <a:gd name="connsiteY0" fmla="*/ 3528 h 578990"/>
              <a:gd name="connsiteX1" fmla="*/ 4470174 w 4483771"/>
              <a:gd name="connsiteY1" fmla="*/ 0 h 578990"/>
              <a:gd name="connsiteX2" fmla="*/ 4358804 w 4483771"/>
              <a:gd name="connsiteY2" fmla="*/ 467113 h 578990"/>
              <a:gd name="connsiteX3" fmla="*/ 519 w 4483771"/>
              <a:gd name="connsiteY3" fmla="*/ 450546 h 578990"/>
              <a:gd name="connsiteX4" fmla="*/ 427 w 4483771"/>
              <a:gd name="connsiteY4" fmla="*/ 3528 h 578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3771" h="578990">
                <a:moveTo>
                  <a:pt x="427" y="3528"/>
                </a:moveTo>
                <a:lnTo>
                  <a:pt x="4470174" y="0"/>
                </a:lnTo>
                <a:cubicBezTo>
                  <a:pt x="4531437" y="87709"/>
                  <a:pt x="4366265" y="304133"/>
                  <a:pt x="4358804" y="467113"/>
                </a:cubicBezTo>
                <a:cubicBezTo>
                  <a:pt x="3662047" y="807946"/>
                  <a:pt x="2834604" y="241390"/>
                  <a:pt x="519" y="450546"/>
                </a:cubicBezTo>
                <a:cubicBezTo>
                  <a:pt x="2035" y="21400"/>
                  <a:pt x="-1089" y="432674"/>
                  <a:pt x="427" y="3528"/>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3200" err="1">
              <a:solidFill>
                <a:srgbClr val="0070AD">
                  <a:lumMod val="50000"/>
                </a:srgbClr>
              </a:solidFill>
            </a:endParaRPr>
          </a:p>
        </p:txBody>
      </p:sp>
      <p:graphicFrame>
        <p:nvGraphicFramePr>
          <p:cNvPr id="4" name="Object 3"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7870"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sz="2400">
                <a:solidFill>
                  <a:schemeClr val="bg1"/>
                </a:solidFill>
              </a:defRPr>
            </a:lvl1pPr>
          </a:lstStyle>
          <a:p>
            <a:r>
              <a:rPr lang="en-US" noProof="0"/>
              <a:t>Click to edit Master title style</a:t>
            </a:r>
            <a:endParaRPr lang="en-US"/>
          </a:p>
        </p:txBody>
      </p:sp>
      <p:sp>
        <p:nvSpPr>
          <p:cNvPr id="3" name="Content Placeholder 2"/>
          <p:cNvSpPr>
            <a:spLocks noGrp="1"/>
          </p:cNvSpPr>
          <p:nvPr>
            <p:ph idx="1" hasCustomPrompt="1"/>
            <p:custDataLst>
              <p:tags r:id="rId4"/>
            </p:custDataLst>
          </p:nvPr>
        </p:nvSpPr>
        <p:spPr>
          <a:xfrm>
            <a:off x="398021" y="1955800"/>
            <a:ext cx="11793979" cy="4026560"/>
          </a:xfrm>
        </p:spPr>
        <p:txBody>
          <a:bodyPr/>
          <a:lstStyle>
            <a:lvl1pPr>
              <a:buClr>
                <a:schemeClr val="accent2"/>
              </a:buClr>
              <a:defRPr b="0"/>
            </a:lvl1pPr>
            <a:lvl2pPr marL="533387" indent="-205312">
              <a:buFont typeface="Arial" panose="020B0604020202020204" pitchFamily="34" charset="0"/>
              <a:buChar char="̶"/>
              <a:defRPr/>
            </a:lvl2pPr>
            <a:lvl3pPr marL="761981" indent="-186262">
              <a:defRPr/>
            </a:lvl3pPr>
            <a:lvl4pPr marL="990575" indent="-186262">
              <a:buFont typeface="Courier New" panose="02070309020205020404" pitchFamily="49" charset="0"/>
              <a:buChar char="o"/>
              <a:defRPr/>
            </a:lvl4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8" name="Espace réservé du texte 7"/>
          <p:cNvSpPr>
            <a:spLocks noGrp="1"/>
          </p:cNvSpPr>
          <p:nvPr>
            <p:ph type="body" sz="quarter" idx="11" hasCustomPrompt="1"/>
            <p:custDataLst>
              <p:tags r:id="rId5"/>
            </p:custDataLst>
          </p:nvPr>
        </p:nvSpPr>
        <p:spPr>
          <a:xfrm>
            <a:off x="398138" y="1495448"/>
            <a:ext cx="11813715" cy="460353"/>
          </a:xfrm>
        </p:spPr>
        <p:txBody>
          <a:bodyPr/>
          <a:lstStyle>
            <a:lvl1pPr marL="0" indent="0">
              <a:buNone/>
              <a:defRPr sz="2000" b="1">
                <a:solidFill>
                  <a:schemeClr val="accent2"/>
                </a:solidFill>
              </a:defRPr>
            </a:lvl1pPr>
          </a:lstStyle>
          <a:p>
            <a:pPr lvl="0"/>
            <a:r>
              <a:rPr lang="fr-FR"/>
              <a:t>Click to </a:t>
            </a:r>
            <a:r>
              <a:rPr lang="fr-FR" err="1"/>
              <a:t>edit</a:t>
            </a:r>
            <a:r>
              <a:rPr lang="fr-FR"/>
              <a:t> Master </a:t>
            </a:r>
            <a:r>
              <a:rPr lang="fr-FR" err="1"/>
              <a:t>text</a:t>
            </a:r>
            <a:r>
              <a:rPr lang="fr-FR"/>
              <a:t> style</a:t>
            </a:r>
          </a:p>
        </p:txBody>
      </p:sp>
    </p:spTree>
    <p:extLst>
      <p:ext uri="{BB962C8B-B14F-4D97-AF65-F5344CB8AC3E}">
        <p14:creationId xmlns:p14="http://schemas.microsoft.com/office/powerpoint/2010/main" val="4025381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 Master">
    <p:bg>
      <p:bgPr>
        <a:solidFill>
          <a:schemeClr val="bg1"/>
        </a:solidFill>
        <a:effectLst/>
      </p:bgPr>
    </p:bg>
    <p:spTree>
      <p:nvGrpSpPr>
        <p:cNvPr id="1" name=""/>
        <p:cNvGrpSpPr/>
        <p:nvPr/>
      </p:nvGrpSpPr>
      <p:grpSpPr>
        <a:xfrm>
          <a:off x="0" y="0"/>
          <a:ext cx="0" cy="0"/>
          <a:chOff x="0" y="0"/>
          <a:chExt cx="0" cy="0"/>
        </a:xfrm>
      </p:grpSpPr>
      <p:grpSp>
        <p:nvGrpSpPr>
          <p:cNvPr id="8" name="Group 7"/>
          <p:cNvGrpSpPr/>
          <p:nvPr userDrawn="1"/>
        </p:nvGrpSpPr>
        <p:grpSpPr>
          <a:xfrm>
            <a:off x="-16121" y="0"/>
            <a:ext cx="5818953" cy="6858000"/>
            <a:chOff x="-12091" y="-1"/>
            <a:chExt cx="4907046" cy="5783260"/>
          </a:xfrm>
        </p:grpSpPr>
        <p:sp>
          <p:nvSpPr>
            <p:cNvPr id="5" name="Rectangle 4">
              <a:extLst>
                <a:ext uri="{FF2B5EF4-FFF2-40B4-BE49-F238E27FC236}">
                  <a16:creationId xmlns="" xmlns:a16="http://schemas.microsoft.com/office/drawing/2014/main" id="{9455EBB8-DB3C-45D2-B02F-0B36A58E555B}"/>
                </a:ext>
              </a:extLst>
            </p:cNvPr>
            <p:cNvSpPr/>
            <p:nvPr userDrawn="1"/>
          </p:nvSpPr>
          <p:spPr>
            <a:xfrm>
              <a:off x="-1" y="0"/>
              <a:ext cx="3845326" cy="5783259"/>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pt-PT" sz="2844">
                <a:solidFill>
                  <a:prstClr val="white"/>
                </a:solidFill>
              </a:endParaRPr>
            </a:p>
          </p:txBody>
        </p:sp>
        <p:sp>
          <p:nvSpPr>
            <p:cNvPr id="7" name="Freeform 13"/>
            <p:cNvSpPr>
              <a:spLocks/>
            </p:cNvSpPr>
            <p:nvPr userDrawn="1"/>
          </p:nvSpPr>
          <p:spPr bwMode="auto">
            <a:xfrm>
              <a:off x="-12091" y="-1"/>
              <a:ext cx="4907046" cy="2458586"/>
            </a:xfrm>
            <a:custGeom>
              <a:avLst/>
              <a:gdLst>
                <a:gd name="T0" fmla="*/ 1586 w 1862"/>
                <a:gd name="T1" fmla="*/ 0 h 2254"/>
                <a:gd name="T2" fmla="*/ 1698 w 1862"/>
                <a:gd name="T3" fmla="*/ 966 h 2254"/>
                <a:gd name="T4" fmla="*/ 359 w 1862"/>
                <a:gd name="T5" fmla="*/ 2142 h 2254"/>
                <a:gd name="T6" fmla="*/ 0 w 1862"/>
                <a:gd name="T7" fmla="*/ 2025 h 2254"/>
                <a:gd name="T8" fmla="*/ 0 w 1862"/>
                <a:gd name="T9" fmla="*/ 0 h 2254"/>
                <a:gd name="T10" fmla="*/ 1586 w 1862"/>
                <a:gd name="T11" fmla="*/ 0 h 2254"/>
                <a:gd name="connsiteX0" fmla="*/ 8542 w 9422"/>
                <a:gd name="connsiteY0" fmla="*/ 28 h 9647"/>
                <a:gd name="connsiteX1" fmla="*/ 9143 w 9422"/>
                <a:gd name="connsiteY1" fmla="*/ 4314 h 9647"/>
                <a:gd name="connsiteX2" fmla="*/ 1952 w 9422"/>
                <a:gd name="connsiteY2" fmla="*/ 9531 h 9647"/>
                <a:gd name="connsiteX3" fmla="*/ 0 w 9422"/>
                <a:gd name="connsiteY3" fmla="*/ 8063 h 9647"/>
                <a:gd name="connsiteX4" fmla="*/ 24 w 9422"/>
                <a:gd name="connsiteY4" fmla="*/ 28 h 9647"/>
                <a:gd name="connsiteX5" fmla="*/ 8542 w 9422"/>
                <a:gd name="connsiteY5" fmla="*/ 28 h 9647"/>
                <a:gd name="connsiteX0" fmla="*/ 9066 w 10000"/>
                <a:gd name="connsiteY0" fmla="*/ 0 h 9971"/>
                <a:gd name="connsiteX1" fmla="*/ 9704 w 10000"/>
                <a:gd name="connsiteY1" fmla="*/ 4443 h 9971"/>
                <a:gd name="connsiteX2" fmla="*/ 2072 w 10000"/>
                <a:gd name="connsiteY2" fmla="*/ 9851 h 9971"/>
                <a:gd name="connsiteX3" fmla="*/ 0 w 10000"/>
                <a:gd name="connsiteY3" fmla="*/ 8329 h 9971"/>
                <a:gd name="connsiteX4" fmla="*/ 25 w 10000"/>
                <a:gd name="connsiteY4" fmla="*/ 0 h 9971"/>
                <a:gd name="connsiteX5" fmla="*/ 9066 w 10000"/>
                <a:gd name="connsiteY5" fmla="*/ 0 h 9971"/>
                <a:gd name="connsiteX0" fmla="*/ 9066 w 10000"/>
                <a:gd name="connsiteY0" fmla="*/ 0 h 9813"/>
                <a:gd name="connsiteX1" fmla="*/ 9704 w 10000"/>
                <a:gd name="connsiteY1" fmla="*/ 4456 h 9813"/>
                <a:gd name="connsiteX2" fmla="*/ 3628 w 10000"/>
                <a:gd name="connsiteY2" fmla="*/ 9813 h 9813"/>
                <a:gd name="connsiteX3" fmla="*/ 0 w 10000"/>
                <a:gd name="connsiteY3" fmla="*/ 8353 h 9813"/>
                <a:gd name="connsiteX4" fmla="*/ 25 w 10000"/>
                <a:gd name="connsiteY4" fmla="*/ 0 h 9813"/>
                <a:gd name="connsiteX5" fmla="*/ 9066 w 10000"/>
                <a:gd name="connsiteY5" fmla="*/ 0 h 9813"/>
                <a:gd name="connsiteX0" fmla="*/ 9066 w 10067"/>
                <a:gd name="connsiteY0" fmla="*/ 0 h 10060"/>
                <a:gd name="connsiteX1" fmla="*/ 9781 w 10067"/>
                <a:gd name="connsiteY1" fmla="*/ 6349 h 10060"/>
                <a:gd name="connsiteX2" fmla="*/ 3628 w 10067"/>
                <a:gd name="connsiteY2" fmla="*/ 10000 h 10060"/>
                <a:gd name="connsiteX3" fmla="*/ 0 w 10067"/>
                <a:gd name="connsiteY3" fmla="*/ 8512 h 10060"/>
                <a:gd name="connsiteX4" fmla="*/ 25 w 10067"/>
                <a:gd name="connsiteY4" fmla="*/ 0 h 10060"/>
                <a:gd name="connsiteX5" fmla="*/ 9066 w 10067"/>
                <a:gd name="connsiteY5" fmla="*/ 0 h 10060"/>
                <a:gd name="connsiteX0" fmla="*/ 9092 w 10071"/>
                <a:gd name="connsiteY0" fmla="*/ 0 h 10060"/>
                <a:gd name="connsiteX1" fmla="*/ 9781 w 10071"/>
                <a:gd name="connsiteY1" fmla="*/ 6349 h 10060"/>
                <a:gd name="connsiteX2" fmla="*/ 3628 w 10071"/>
                <a:gd name="connsiteY2" fmla="*/ 10000 h 10060"/>
                <a:gd name="connsiteX3" fmla="*/ 0 w 10071"/>
                <a:gd name="connsiteY3" fmla="*/ 8512 h 10060"/>
                <a:gd name="connsiteX4" fmla="*/ 25 w 10071"/>
                <a:gd name="connsiteY4" fmla="*/ 0 h 10060"/>
                <a:gd name="connsiteX5" fmla="*/ 9092 w 10071"/>
                <a:gd name="connsiteY5" fmla="*/ 0 h 10060"/>
                <a:gd name="connsiteX0" fmla="*/ 9092 w 10337"/>
                <a:gd name="connsiteY0" fmla="*/ 0 h 10060"/>
                <a:gd name="connsiteX1" fmla="*/ 9781 w 10337"/>
                <a:gd name="connsiteY1" fmla="*/ 6349 h 10060"/>
                <a:gd name="connsiteX2" fmla="*/ 3628 w 10337"/>
                <a:gd name="connsiteY2" fmla="*/ 10000 h 10060"/>
                <a:gd name="connsiteX3" fmla="*/ 0 w 10337"/>
                <a:gd name="connsiteY3" fmla="*/ 8512 h 10060"/>
                <a:gd name="connsiteX4" fmla="*/ 25 w 10337"/>
                <a:gd name="connsiteY4" fmla="*/ 0 h 10060"/>
                <a:gd name="connsiteX5" fmla="*/ 9092 w 10337"/>
                <a:gd name="connsiteY5" fmla="*/ 0 h 10060"/>
                <a:gd name="connsiteX0" fmla="*/ 9092 w 10337"/>
                <a:gd name="connsiteY0" fmla="*/ 0 h 10060"/>
                <a:gd name="connsiteX1" fmla="*/ 9781 w 10337"/>
                <a:gd name="connsiteY1" fmla="*/ 6349 h 10060"/>
                <a:gd name="connsiteX2" fmla="*/ 3628 w 10337"/>
                <a:gd name="connsiteY2" fmla="*/ 10000 h 10060"/>
                <a:gd name="connsiteX3" fmla="*/ 0 w 10337"/>
                <a:gd name="connsiteY3" fmla="*/ 8512 h 10060"/>
                <a:gd name="connsiteX4" fmla="*/ 25 w 10337"/>
                <a:gd name="connsiteY4" fmla="*/ 0 h 10060"/>
                <a:gd name="connsiteX5" fmla="*/ 9092 w 10337"/>
                <a:gd name="connsiteY5" fmla="*/ 0 h 10060"/>
                <a:gd name="connsiteX0" fmla="*/ 9092 w 10337"/>
                <a:gd name="connsiteY0" fmla="*/ 0 h 10060"/>
                <a:gd name="connsiteX1" fmla="*/ 9781 w 10337"/>
                <a:gd name="connsiteY1" fmla="*/ 6349 h 10060"/>
                <a:gd name="connsiteX2" fmla="*/ 3628 w 10337"/>
                <a:gd name="connsiteY2" fmla="*/ 10000 h 10060"/>
                <a:gd name="connsiteX3" fmla="*/ 0 w 10337"/>
                <a:gd name="connsiteY3" fmla="*/ 8512 h 10060"/>
                <a:gd name="connsiteX4" fmla="*/ 25 w 10337"/>
                <a:gd name="connsiteY4" fmla="*/ 0 h 10060"/>
                <a:gd name="connsiteX5" fmla="*/ 9092 w 10337"/>
                <a:gd name="connsiteY5" fmla="*/ 0 h 10060"/>
                <a:gd name="connsiteX0" fmla="*/ 9092 w 10337"/>
                <a:gd name="connsiteY0" fmla="*/ 0 h 10060"/>
                <a:gd name="connsiteX1" fmla="*/ 9781 w 10337"/>
                <a:gd name="connsiteY1" fmla="*/ 6349 h 10060"/>
                <a:gd name="connsiteX2" fmla="*/ 3628 w 10337"/>
                <a:gd name="connsiteY2" fmla="*/ 10000 h 10060"/>
                <a:gd name="connsiteX3" fmla="*/ 0 w 10337"/>
                <a:gd name="connsiteY3" fmla="*/ 8512 h 10060"/>
                <a:gd name="connsiteX4" fmla="*/ 25 w 10337"/>
                <a:gd name="connsiteY4" fmla="*/ 0 h 10060"/>
                <a:gd name="connsiteX5" fmla="*/ 9092 w 10337"/>
                <a:gd name="connsiteY5" fmla="*/ 0 h 10060"/>
                <a:gd name="connsiteX0" fmla="*/ 9092 w 10337"/>
                <a:gd name="connsiteY0" fmla="*/ 0 h 10060"/>
                <a:gd name="connsiteX1" fmla="*/ 9781 w 10337"/>
                <a:gd name="connsiteY1" fmla="*/ 6349 h 10060"/>
                <a:gd name="connsiteX2" fmla="*/ 3628 w 10337"/>
                <a:gd name="connsiteY2" fmla="*/ 10000 h 10060"/>
                <a:gd name="connsiteX3" fmla="*/ 0 w 10337"/>
                <a:gd name="connsiteY3" fmla="*/ 8512 h 10060"/>
                <a:gd name="connsiteX4" fmla="*/ 25 w 10337"/>
                <a:gd name="connsiteY4" fmla="*/ 0 h 10060"/>
                <a:gd name="connsiteX5" fmla="*/ 9092 w 10337"/>
                <a:gd name="connsiteY5" fmla="*/ 0 h 10060"/>
                <a:gd name="connsiteX0" fmla="*/ 9092 w 10337"/>
                <a:gd name="connsiteY0" fmla="*/ 0 h 10054"/>
                <a:gd name="connsiteX1" fmla="*/ 9781 w 10337"/>
                <a:gd name="connsiteY1" fmla="*/ 6349 h 10054"/>
                <a:gd name="connsiteX2" fmla="*/ 3628 w 10337"/>
                <a:gd name="connsiteY2" fmla="*/ 10000 h 10054"/>
                <a:gd name="connsiteX3" fmla="*/ 0 w 10337"/>
                <a:gd name="connsiteY3" fmla="*/ 8512 h 10054"/>
                <a:gd name="connsiteX4" fmla="*/ 25 w 10337"/>
                <a:gd name="connsiteY4" fmla="*/ 0 h 10054"/>
                <a:gd name="connsiteX5" fmla="*/ 9092 w 10337"/>
                <a:gd name="connsiteY5" fmla="*/ 0 h 10054"/>
                <a:gd name="connsiteX0" fmla="*/ 9092 w 10337"/>
                <a:gd name="connsiteY0" fmla="*/ 0 h 10104"/>
                <a:gd name="connsiteX1" fmla="*/ 9781 w 10337"/>
                <a:gd name="connsiteY1" fmla="*/ 6349 h 10104"/>
                <a:gd name="connsiteX2" fmla="*/ 3628 w 10337"/>
                <a:gd name="connsiteY2" fmla="*/ 10000 h 10104"/>
                <a:gd name="connsiteX3" fmla="*/ 0 w 10337"/>
                <a:gd name="connsiteY3" fmla="*/ 8512 h 10104"/>
                <a:gd name="connsiteX4" fmla="*/ 25 w 10337"/>
                <a:gd name="connsiteY4" fmla="*/ 0 h 10104"/>
                <a:gd name="connsiteX5" fmla="*/ 9092 w 10337"/>
                <a:gd name="connsiteY5" fmla="*/ 0 h 10104"/>
                <a:gd name="connsiteX0" fmla="*/ 9092 w 10337"/>
                <a:gd name="connsiteY0" fmla="*/ 0 h 10268"/>
                <a:gd name="connsiteX1" fmla="*/ 9781 w 10337"/>
                <a:gd name="connsiteY1" fmla="*/ 6349 h 10268"/>
                <a:gd name="connsiteX2" fmla="*/ 3475 w 10337"/>
                <a:gd name="connsiteY2" fmla="*/ 10181 h 10268"/>
                <a:gd name="connsiteX3" fmla="*/ 0 w 10337"/>
                <a:gd name="connsiteY3" fmla="*/ 8512 h 10268"/>
                <a:gd name="connsiteX4" fmla="*/ 25 w 10337"/>
                <a:gd name="connsiteY4" fmla="*/ 0 h 10268"/>
                <a:gd name="connsiteX5" fmla="*/ 9092 w 10337"/>
                <a:gd name="connsiteY5" fmla="*/ 0 h 10268"/>
                <a:gd name="connsiteX0" fmla="*/ 9092 w 10337"/>
                <a:gd name="connsiteY0" fmla="*/ 0 h 10260"/>
                <a:gd name="connsiteX1" fmla="*/ 9781 w 10337"/>
                <a:gd name="connsiteY1" fmla="*/ 6349 h 10260"/>
                <a:gd name="connsiteX2" fmla="*/ 3475 w 10337"/>
                <a:gd name="connsiteY2" fmla="*/ 10181 h 10260"/>
                <a:gd name="connsiteX3" fmla="*/ 0 w 10337"/>
                <a:gd name="connsiteY3" fmla="*/ 8512 h 10260"/>
                <a:gd name="connsiteX4" fmla="*/ 25 w 10337"/>
                <a:gd name="connsiteY4" fmla="*/ 0 h 10260"/>
                <a:gd name="connsiteX5" fmla="*/ 9092 w 10337"/>
                <a:gd name="connsiteY5" fmla="*/ 0 h 10260"/>
                <a:gd name="connsiteX0" fmla="*/ 9092 w 10337"/>
                <a:gd name="connsiteY0" fmla="*/ 0 h 10247"/>
                <a:gd name="connsiteX1" fmla="*/ 9781 w 10337"/>
                <a:gd name="connsiteY1" fmla="*/ 6349 h 10247"/>
                <a:gd name="connsiteX2" fmla="*/ 3475 w 10337"/>
                <a:gd name="connsiteY2" fmla="*/ 10181 h 10247"/>
                <a:gd name="connsiteX3" fmla="*/ 0 w 10337"/>
                <a:gd name="connsiteY3" fmla="*/ 8512 h 10247"/>
                <a:gd name="connsiteX4" fmla="*/ 25 w 10337"/>
                <a:gd name="connsiteY4" fmla="*/ 0 h 10247"/>
                <a:gd name="connsiteX5" fmla="*/ 9092 w 10337"/>
                <a:gd name="connsiteY5" fmla="*/ 0 h 10247"/>
                <a:gd name="connsiteX0" fmla="*/ 9092 w 10337"/>
                <a:gd name="connsiteY0" fmla="*/ 0 h 10284"/>
                <a:gd name="connsiteX1" fmla="*/ 9781 w 10337"/>
                <a:gd name="connsiteY1" fmla="*/ 6349 h 10284"/>
                <a:gd name="connsiteX2" fmla="*/ 3475 w 10337"/>
                <a:gd name="connsiteY2" fmla="*/ 10181 h 10284"/>
                <a:gd name="connsiteX3" fmla="*/ 0 w 10337"/>
                <a:gd name="connsiteY3" fmla="*/ 8512 h 10284"/>
                <a:gd name="connsiteX4" fmla="*/ 25 w 10337"/>
                <a:gd name="connsiteY4" fmla="*/ 0 h 10284"/>
                <a:gd name="connsiteX5" fmla="*/ 9092 w 10337"/>
                <a:gd name="connsiteY5" fmla="*/ 0 h 10284"/>
                <a:gd name="connsiteX0" fmla="*/ 9092 w 10337"/>
                <a:gd name="connsiteY0" fmla="*/ 0 h 10323"/>
                <a:gd name="connsiteX1" fmla="*/ 9781 w 10337"/>
                <a:gd name="connsiteY1" fmla="*/ 6349 h 10323"/>
                <a:gd name="connsiteX2" fmla="*/ 3475 w 10337"/>
                <a:gd name="connsiteY2" fmla="*/ 10181 h 10323"/>
                <a:gd name="connsiteX3" fmla="*/ 0 w 10337"/>
                <a:gd name="connsiteY3" fmla="*/ 8512 h 10323"/>
                <a:gd name="connsiteX4" fmla="*/ 25 w 10337"/>
                <a:gd name="connsiteY4" fmla="*/ 0 h 10323"/>
                <a:gd name="connsiteX5" fmla="*/ 9092 w 10337"/>
                <a:gd name="connsiteY5" fmla="*/ 0 h 10323"/>
                <a:gd name="connsiteX0" fmla="*/ 9092 w 10337"/>
                <a:gd name="connsiteY0" fmla="*/ 0 h 10351"/>
                <a:gd name="connsiteX1" fmla="*/ 9781 w 10337"/>
                <a:gd name="connsiteY1" fmla="*/ 6349 h 10351"/>
                <a:gd name="connsiteX2" fmla="*/ 3475 w 10337"/>
                <a:gd name="connsiteY2" fmla="*/ 10181 h 10351"/>
                <a:gd name="connsiteX3" fmla="*/ 0 w 10337"/>
                <a:gd name="connsiteY3" fmla="*/ 8512 h 10351"/>
                <a:gd name="connsiteX4" fmla="*/ 25 w 10337"/>
                <a:gd name="connsiteY4" fmla="*/ 0 h 10351"/>
                <a:gd name="connsiteX5" fmla="*/ 9092 w 10337"/>
                <a:gd name="connsiteY5" fmla="*/ 0 h 10351"/>
                <a:gd name="connsiteX0" fmla="*/ 9092 w 10337"/>
                <a:gd name="connsiteY0" fmla="*/ 0 h 10305"/>
                <a:gd name="connsiteX1" fmla="*/ 9781 w 10337"/>
                <a:gd name="connsiteY1" fmla="*/ 6349 h 10305"/>
                <a:gd name="connsiteX2" fmla="*/ 3475 w 10337"/>
                <a:gd name="connsiteY2" fmla="*/ 10181 h 10305"/>
                <a:gd name="connsiteX3" fmla="*/ 0 w 10337"/>
                <a:gd name="connsiteY3" fmla="*/ 8512 h 10305"/>
                <a:gd name="connsiteX4" fmla="*/ 25 w 10337"/>
                <a:gd name="connsiteY4" fmla="*/ 0 h 10305"/>
                <a:gd name="connsiteX5" fmla="*/ 9092 w 10337"/>
                <a:gd name="connsiteY5" fmla="*/ 0 h 10305"/>
                <a:gd name="connsiteX0" fmla="*/ 9092 w 10337"/>
                <a:gd name="connsiteY0" fmla="*/ 0 h 10300"/>
                <a:gd name="connsiteX1" fmla="*/ 9781 w 10337"/>
                <a:gd name="connsiteY1" fmla="*/ 6349 h 10300"/>
                <a:gd name="connsiteX2" fmla="*/ 3475 w 10337"/>
                <a:gd name="connsiteY2" fmla="*/ 10181 h 10300"/>
                <a:gd name="connsiteX3" fmla="*/ 0 w 10337"/>
                <a:gd name="connsiteY3" fmla="*/ 8512 h 10300"/>
                <a:gd name="connsiteX4" fmla="*/ 25 w 10337"/>
                <a:gd name="connsiteY4" fmla="*/ 0 h 10300"/>
                <a:gd name="connsiteX5" fmla="*/ 9092 w 10337"/>
                <a:gd name="connsiteY5" fmla="*/ 0 h 1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37" h="10300">
                  <a:moveTo>
                    <a:pt x="9092" y="0"/>
                  </a:moveTo>
                  <a:cubicBezTo>
                    <a:pt x="9092" y="0"/>
                    <a:pt x="11354" y="3877"/>
                    <a:pt x="9781" y="6349"/>
                  </a:cubicBezTo>
                  <a:cubicBezTo>
                    <a:pt x="8153" y="5258"/>
                    <a:pt x="5566" y="9748"/>
                    <a:pt x="3475" y="10181"/>
                  </a:cubicBezTo>
                  <a:cubicBezTo>
                    <a:pt x="1713" y="10546"/>
                    <a:pt x="967" y="10094"/>
                    <a:pt x="0" y="8512"/>
                  </a:cubicBezTo>
                  <a:cubicBezTo>
                    <a:pt x="13" y="2254"/>
                    <a:pt x="25" y="0"/>
                    <a:pt x="25" y="0"/>
                  </a:cubicBezTo>
                  <a:lnTo>
                    <a:pt x="9092"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defTabSz="1088239"/>
              <a:endParaRPr lang="en-US" sz="2844">
                <a:solidFill>
                  <a:srgbClr val="000000"/>
                </a:solidFill>
              </a:endParaRPr>
            </a:p>
          </p:txBody>
        </p:sp>
      </p:grpSp>
      <p:sp>
        <p:nvSpPr>
          <p:cNvPr id="6" name="Text Placeholder 7">
            <a:extLst>
              <a:ext uri="{FF2B5EF4-FFF2-40B4-BE49-F238E27FC236}">
                <a16:creationId xmlns="" xmlns:a16="http://schemas.microsoft.com/office/drawing/2014/main" id="{9949BCD6-E419-4ED2-9061-402DD5FF2406}"/>
              </a:ext>
            </a:extLst>
          </p:cNvPr>
          <p:cNvSpPr>
            <a:spLocks noGrp="1"/>
          </p:cNvSpPr>
          <p:nvPr>
            <p:ph type="body" sz="quarter" idx="38" hasCustomPrompt="1"/>
          </p:nvPr>
        </p:nvSpPr>
        <p:spPr>
          <a:xfrm>
            <a:off x="426716" y="3089436"/>
            <a:ext cx="3670827" cy="3589368"/>
          </a:xfrm>
          <a:prstGeom prst="rect">
            <a:avLst/>
          </a:prstGeom>
        </p:spPr>
        <p:txBody>
          <a:bodyPr>
            <a:noAutofit/>
          </a:bodyPr>
          <a:lstStyle>
            <a:lvl1pPr>
              <a:lnSpc>
                <a:spcPts val="2200"/>
              </a:lnSpc>
              <a:defRPr sz="1800"/>
            </a:lvl1pPr>
            <a:lvl2pPr>
              <a:lnSpc>
                <a:spcPts val="1800"/>
              </a:lnSpc>
              <a:buClr>
                <a:schemeClr val="accent3"/>
              </a:buClr>
              <a:defRPr sz="1600"/>
            </a:lvl2pPr>
            <a:lvl3pPr>
              <a:lnSpc>
                <a:spcPts val="1600"/>
              </a:lnSpc>
              <a:buClr>
                <a:schemeClr val="accent3"/>
              </a:buClr>
              <a:defRPr sz="1400"/>
            </a:lvl3pPr>
            <a:lvl4pPr>
              <a:lnSpc>
                <a:spcPts val="1400"/>
              </a:lnSpc>
              <a:buClr>
                <a:schemeClr val="accent3"/>
              </a:buClr>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graphicFrame>
        <p:nvGraphicFramePr>
          <p:cNvPr id="4" name="Object 3"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8894"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a:xfrm>
            <a:off x="2" y="1"/>
            <a:ext cx="5318927" cy="1062180"/>
          </a:xfrm>
        </p:spPr>
        <p:txBody>
          <a:bodyPr tIns="274320" anchor="t"/>
          <a:lstStyle>
            <a:lvl1pPr>
              <a:defRPr sz="2400">
                <a:solidFill>
                  <a:schemeClr val="bg1"/>
                </a:solidFill>
              </a:defRPr>
            </a:lvl1pPr>
          </a:lstStyle>
          <a:p>
            <a:r>
              <a:rPr lang="en-US" noProof="0"/>
              <a:t>Click to edit Master title style</a:t>
            </a:r>
            <a:endParaRPr lang="en-US"/>
          </a:p>
        </p:txBody>
      </p:sp>
      <p:pic>
        <p:nvPicPr>
          <p:cNvPr id="9" name="Graphic 4">
            <a:extLst>
              <a:ext uri="{FF2B5EF4-FFF2-40B4-BE49-F238E27FC236}">
                <a16:creationId xmlns="" xmlns:a16="http://schemas.microsoft.com/office/drawing/2014/main" id="{25EEA1D4-3AF7-42D7-AE97-AE404AECFAEB}"/>
              </a:ext>
            </a:extLst>
          </p:cNvPr>
          <p:cNvPicPr>
            <a:picLocks noChangeAspect="1"/>
          </p:cNvPicPr>
          <p:nvPr userDrawn="1"/>
        </p:nvPicPr>
        <p:blipFill rotWithShape="1">
          <a:blip r:embed="rId7">
            <a:extLst>
              <a:ext uri="{96DAC541-7B7A-43D3-8B79-37D633B846F1}">
                <asvg:svgBlip xmlns="" xmlns:asvg="http://schemas.microsoft.com/office/drawing/2016/SVG/main" r:embed="rId8"/>
              </a:ext>
            </a:extLst>
          </a:blip>
          <a:srcRect l="81836" t="-4713" b="16530"/>
          <a:stretch/>
        </p:blipFill>
        <p:spPr>
          <a:xfrm>
            <a:off x="11333051" y="251520"/>
            <a:ext cx="565808" cy="612832"/>
          </a:xfrm>
          <a:prstGeom prst="rect">
            <a:avLst/>
          </a:prstGeom>
        </p:spPr>
      </p:pic>
    </p:spTree>
    <p:extLst>
      <p:ext uri="{BB962C8B-B14F-4D97-AF65-F5344CB8AC3E}">
        <p14:creationId xmlns:p14="http://schemas.microsoft.com/office/powerpoint/2010/main" val="7038986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Vide">
    <p:bg>
      <p:bgPr>
        <a:solidFill>
          <a:srgbClr val="EDEDED"/>
        </a:solidFill>
        <a:effectLst/>
      </p:bgPr>
    </p:bg>
    <p:spTree>
      <p:nvGrpSpPr>
        <p:cNvPr id="1" name=""/>
        <p:cNvGrpSpPr/>
        <p:nvPr/>
      </p:nvGrpSpPr>
      <p:grpSpPr>
        <a:xfrm>
          <a:off x="0" y="0"/>
          <a:ext cx="0" cy="0"/>
          <a:chOff x="0" y="0"/>
          <a:chExt cx="0" cy="0"/>
        </a:xfrm>
      </p:grpSpPr>
      <p:sp>
        <p:nvSpPr>
          <p:cNvPr id="23" name="Rectangle 22"/>
          <p:cNvSpPr/>
          <p:nvPr userDrawn="1"/>
        </p:nvSpPr>
        <p:spPr>
          <a:xfrm>
            <a:off x="1" y="0"/>
            <a:ext cx="175678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3200" err="1">
              <a:solidFill>
                <a:srgbClr val="0070AD">
                  <a:lumMod val="50000"/>
                </a:srgbClr>
              </a:solidFill>
            </a:endParaRPr>
          </a:p>
        </p:txBody>
      </p:sp>
      <p:graphicFrame>
        <p:nvGraphicFramePr>
          <p:cNvPr id="2" name="Object 1" hidden="1"/>
          <p:cNvGraphicFramePr>
            <a:graphicFrameLocks noChangeAspect="1"/>
          </p:cNvGraphicFramePr>
          <p:nvPr>
            <p:custDataLst>
              <p:tags r:id="rId2"/>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spid="_x0000_s79918" name="think-cell Slide" r:id="rId4" imgW="360" imgH="360" progId="">
                  <p:embed/>
                </p:oleObj>
              </mc:Choice>
              <mc:Fallback>
                <p:oleObj name="think-cell Slide" r:id="rId4" imgW="360" imgH="36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userDrawn="1"/>
        </p:nvSpPr>
        <p:spPr>
          <a:xfrm>
            <a:off x="6657879" y="2524335"/>
            <a:ext cx="5213580" cy="19532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defTabSz="1088239"/>
            <a:r>
              <a:rPr lang="en-US" sz="1200">
                <a:solidFill>
                  <a:srgbClr val="000000"/>
                </a:solidFill>
                <a:ea typeface="Verdana" panose="020B0604030504040204" pitchFamily="34" charset="0"/>
                <a:cs typeface="Verdana" panose="020B0604030504040204" pitchFamily="34" charset="0"/>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2017 global revenues of EUR 12.8 billion (about $14.4 billion USD at 2017 average rate).</a:t>
            </a:r>
          </a:p>
        </p:txBody>
      </p:sp>
      <p:sp>
        <p:nvSpPr>
          <p:cNvPr id="9" name="Rectangle 8"/>
          <p:cNvSpPr/>
          <p:nvPr userDrawn="1"/>
        </p:nvSpPr>
        <p:spPr>
          <a:xfrm>
            <a:off x="6657879" y="2018364"/>
            <a:ext cx="2905099" cy="234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defTabSz="1088239">
              <a:lnSpc>
                <a:spcPts val="2000"/>
              </a:lnSpc>
            </a:pPr>
            <a:r>
              <a:rPr lang="en-US" sz="1600" b="1">
                <a:solidFill>
                  <a:srgbClr val="0070AD"/>
                </a:solidFill>
                <a:ea typeface="Verdana" panose="020B0604030504040204" pitchFamily="34" charset="0"/>
                <a:cs typeface="Verdana" panose="020B0604030504040204" pitchFamily="34" charset="0"/>
              </a:rPr>
              <a:t>About Capgemini</a:t>
            </a:r>
          </a:p>
        </p:txBody>
      </p:sp>
      <p:sp>
        <p:nvSpPr>
          <p:cNvPr id="10" name="Rectangle 9"/>
          <p:cNvSpPr/>
          <p:nvPr userDrawn="1"/>
        </p:nvSpPr>
        <p:spPr>
          <a:xfrm>
            <a:off x="6657880" y="4973899"/>
            <a:ext cx="3468945" cy="543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defTabSz="1088239">
              <a:lnSpc>
                <a:spcPts val="1200"/>
              </a:lnSpc>
              <a:spcAft>
                <a:spcPts val="600"/>
              </a:spcAft>
            </a:pPr>
            <a:r>
              <a:rPr lang="en-US" sz="1200">
                <a:solidFill>
                  <a:srgbClr val="000000"/>
                </a:solidFill>
                <a:ea typeface="Verdana" panose="020B0604030504040204" pitchFamily="34" charset="0"/>
                <a:cs typeface="Verdana" panose="020B0604030504040204" pitchFamily="34" charset="0"/>
              </a:rPr>
              <a:t>Learn more about us at</a:t>
            </a:r>
          </a:p>
          <a:p>
            <a:pPr algn="just" defTabSz="1088239">
              <a:lnSpc>
                <a:spcPts val="1200"/>
              </a:lnSpc>
            </a:pPr>
            <a:r>
              <a:rPr lang="en-US" sz="1867">
                <a:solidFill>
                  <a:srgbClr val="12ABDB"/>
                </a:solidFill>
                <a:ea typeface="Verdana" panose="020B0604030504040204" pitchFamily="34" charset="0"/>
                <a:cs typeface="Verdana" panose="020B0604030504040204" pitchFamily="34" charset="0"/>
              </a:rPr>
              <a:t>www.capgemini.com</a:t>
            </a:r>
          </a:p>
        </p:txBody>
      </p:sp>
      <p:sp>
        <p:nvSpPr>
          <p:cNvPr id="17" name="Rectangle 16"/>
          <p:cNvSpPr/>
          <p:nvPr userDrawn="1"/>
        </p:nvSpPr>
        <p:spPr>
          <a:xfrm>
            <a:off x="6657879" y="6042841"/>
            <a:ext cx="5213580" cy="574260"/>
          </a:xfrm>
          <a:prstGeom prst="rect">
            <a:avLst/>
          </a:prstGeom>
        </p:spPr>
        <p:txBody>
          <a:bodyPr wrap="square" lIns="0" tIns="0" rIns="0" bIns="0" anchor="b" anchorCtr="0">
            <a:spAutoFit/>
          </a:bodyPr>
          <a:lstStyle/>
          <a:p>
            <a:pPr defTabSz="1088239">
              <a:spcAft>
                <a:spcPts val="600"/>
              </a:spcAft>
            </a:pPr>
            <a:r>
              <a:rPr lang="en-US" sz="900">
                <a:solidFill>
                  <a:srgbClr val="000000"/>
                </a:solidFill>
                <a:ea typeface="Verdana" panose="020B0604030504040204" pitchFamily="34" charset="0"/>
                <a:cs typeface="Verdana" panose="020B0604030504040204" pitchFamily="34" charset="0"/>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19" name="Rectangle 18">
            <a:hlinkClick r:id="rId6"/>
          </p:cNvPr>
          <p:cNvSpPr/>
          <p:nvPr userDrawn="1"/>
        </p:nvSpPr>
        <p:spPr>
          <a:xfrm>
            <a:off x="11956319" y="5079045"/>
            <a:ext cx="922387" cy="166328"/>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1088239"/>
            <a:endParaRPr lang="en-GB" sz="2400">
              <a:solidFill>
                <a:prstClr val="white"/>
              </a:solidFill>
            </a:endParaRPr>
          </a:p>
        </p:txBody>
      </p:sp>
      <p:sp>
        <p:nvSpPr>
          <p:cNvPr id="4" name="Freeform 5"/>
          <p:cNvSpPr>
            <a:spLocks/>
          </p:cNvSpPr>
          <p:nvPr userDrawn="1"/>
        </p:nvSpPr>
        <p:spPr bwMode="auto">
          <a:xfrm>
            <a:off x="1468502" y="-14553"/>
            <a:ext cx="4422889" cy="6872553"/>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 name="connsiteX0" fmla="*/ 2507 w 10000"/>
              <a:gd name="connsiteY0" fmla="*/ 0 h 10000"/>
              <a:gd name="connsiteX1" fmla="*/ 0 w 10000"/>
              <a:gd name="connsiteY1" fmla="*/ 0 h 10000"/>
              <a:gd name="connsiteX2" fmla="*/ 0 w 10000"/>
              <a:gd name="connsiteY2" fmla="*/ 10000 h 10000"/>
              <a:gd name="connsiteX3" fmla="*/ 10000 w 10000"/>
              <a:gd name="connsiteY3" fmla="*/ 10000 h 10000"/>
              <a:gd name="connsiteX4" fmla="*/ 525 w 10000"/>
              <a:gd name="connsiteY4" fmla="*/ 9989 h 10000"/>
              <a:gd name="connsiteX5" fmla="*/ 6152 w 10000"/>
              <a:gd name="connsiteY5" fmla="*/ 4435 h 10000"/>
              <a:gd name="connsiteX6" fmla="*/ 2507 w 10000"/>
              <a:gd name="connsiteY6" fmla="*/ 0 h 10000"/>
              <a:gd name="connsiteX0" fmla="*/ 2507 w 6673"/>
              <a:gd name="connsiteY0" fmla="*/ 0 h 10000"/>
              <a:gd name="connsiteX1" fmla="*/ 0 w 6673"/>
              <a:gd name="connsiteY1" fmla="*/ 0 h 10000"/>
              <a:gd name="connsiteX2" fmla="*/ 0 w 6673"/>
              <a:gd name="connsiteY2" fmla="*/ 10000 h 10000"/>
              <a:gd name="connsiteX3" fmla="*/ 525 w 6673"/>
              <a:gd name="connsiteY3" fmla="*/ 9989 h 10000"/>
              <a:gd name="connsiteX4" fmla="*/ 6152 w 6673"/>
              <a:gd name="connsiteY4" fmla="*/ 4435 h 10000"/>
              <a:gd name="connsiteX5" fmla="*/ 2507 w 6673"/>
              <a:gd name="connsiteY5" fmla="*/ 0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27 w 10000"/>
              <a:gd name="connsiteY5" fmla="*/ 2337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27 w 10000"/>
              <a:gd name="connsiteY5" fmla="*/ 2337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27 w 10000"/>
              <a:gd name="connsiteY5" fmla="*/ 2337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18 w 10000"/>
              <a:gd name="connsiteY5" fmla="*/ 2310 h 10000"/>
              <a:gd name="connsiteX0" fmla="*/ 0 w 10000"/>
              <a:gd name="connsiteY0" fmla="*/ 0 h 10000"/>
              <a:gd name="connsiteX1" fmla="*/ 0 w 10000"/>
              <a:gd name="connsiteY1" fmla="*/ 10000 h 10000"/>
              <a:gd name="connsiteX2" fmla="*/ 787 w 10000"/>
              <a:gd name="connsiteY2" fmla="*/ 9989 h 10000"/>
              <a:gd name="connsiteX3" fmla="*/ 9219 w 10000"/>
              <a:gd name="connsiteY3" fmla="*/ 4435 h 10000"/>
              <a:gd name="connsiteX4" fmla="*/ 4418 w 10000"/>
              <a:gd name="connsiteY4" fmla="*/ 2310 h 10000"/>
              <a:gd name="connsiteX0" fmla="*/ 1064 w 10002"/>
              <a:gd name="connsiteY0" fmla="*/ 0 h 8342"/>
              <a:gd name="connsiteX1" fmla="*/ 2 w 10002"/>
              <a:gd name="connsiteY1" fmla="*/ 7770 h 8342"/>
              <a:gd name="connsiteX2" fmla="*/ 789 w 10002"/>
              <a:gd name="connsiteY2" fmla="*/ 7759 h 8342"/>
              <a:gd name="connsiteX3" fmla="*/ 9221 w 10002"/>
              <a:gd name="connsiteY3" fmla="*/ 2205 h 8342"/>
              <a:gd name="connsiteX4" fmla="*/ 4420 w 10002"/>
              <a:gd name="connsiteY4" fmla="*/ 80 h 8342"/>
              <a:gd name="connsiteX0" fmla="*/ 1919 w 10028"/>
              <a:gd name="connsiteY0" fmla="*/ 386 h 9869"/>
              <a:gd name="connsiteX1" fmla="*/ 30 w 10028"/>
              <a:gd name="connsiteY1" fmla="*/ 9218 h 9869"/>
              <a:gd name="connsiteX2" fmla="*/ 817 w 10028"/>
              <a:gd name="connsiteY2" fmla="*/ 9205 h 9869"/>
              <a:gd name="connsiteX3" fmla="*/ 9247 w 10028"/>
              <a:gd name="connsiteY3" fmla="*/ 2547 h 9869"/>
              <a:gd name="connsiteX4" fmla="*/ 4447 w 10028"/>
              <a:gd name="connsiteY4" fmla="*/ 0 h 9869"/>
              <a:gd name="connsiteX0" fmla="*/ 1733 w 9993"/>
              <a:gd name="connsiteY0" fmla="*/ 52 h 10024"/>
              <a:gd name="connsiteX1" fmla="*/ 23 w 9993"/>
              <a:gd name="connsiteY1" fmla="*/ 9340 h 10024"/>
              <a:gd name="connsiteX2" fmla="*/ 808 w 9993"/>
              <a:gd name="connsiteY2" fmla="*/ 9327 h 10024"/>
              <a:gd name="connsiteX3" fmla="*/ 9214 w 9993"/>
              <a:gd name="connsiteY3" fmla="*/ 2581 h 10024"/>
              <a:gd name="connsiteX4" fmla="*/ 4428 w 9993"/>
              <a:gd name="connsiteY4" fmla="*/ 0 h 10024"/>
              <a:gd name="connsiteX0" fmla="*/ 1707 w 9999"/>
              <a:gd name="connsiteY0" fmla="*/ 0 h 10005"/>
              <a:gd name="connsiteX1" fmla="*/ 22 w 9999"/>
              <a:gd name="connsiteY1" fmla="*/ 9318 h 10005"/>
              <a:gd name="connsiteX2" fmla="*/ 808 w 9999"/>
              <a:gd name="connsiteY2" fmla="*/ 9305 h 10005"/>
              <a:gd name="connsiteX3" fmla="*/ 9219 w 9999"/>
              <a:gd name="connsiteY3" fmla="*/ 2575 h 10005"/>
              <a:gd name="connsiteX4" fmla="*/ 4430 w 9999"/>
              <a:gd name="connsiteY4" fmla="*/ 0 h 10005"/>
              <a:gd name="connsiteX0" fmla="*/ 1733 w 9999"/>
              <a:gd name="connsiteY0" fmla="*/ 6 h 9999"/>
              <a:gd name="connsiteX1" fmla="*/ 22 w 9999"/>
              <a:gd name="connsiteY1" fmla="*/ 9313 h 9999"/>
              <a:gd name="connsiteX2" fmla="*/ 808 w 9999"/>
              <a:gd name="connsiteY2" fmla="*/ 9300 h 9999"/>
              <a:gd name="connsiteX3" fmla="*/ 9220 w 9999"/>
              <a:gd name="connsiteY3" fmla="*/ 2574 h 9999"/>
              <a:gd name="connsiteX4" fmla="*/ 4430 w 9999"/>
              <a:gd name="connsiteY4" fmla="*/ 0 h 9999"/>
              <a:gd name="connsiteX0" fmla="*/ 1936 w 10008"/>
              <a:gd name="connsiteY0" fmla="*/ 189 h 9986"/>
              <a:gd name="connsiteX1" fmla="*/ 30 w 10008"/>
              <a:gd name="connsiteY1" fmla="*/ 9314 h 9986"/>
              <a:gd name="connsiteX2" fmla="*/ 816 w 10008"/>
              <a:gd name="connsiteY2" fmla="*/ 9301 h 9986"/>
              <a:gd name="connsiteX3" fmla="*/ 9229 w 10008"/>
              <a:gd name="connsiteY3" fmla="*/ 2574 h 9986"/>
              <a:gd name="connsiteX4" fmla="*/ 4438 w 10008"/>
              <a:gd name="connsiteY4" fmla="*/ 0 h 9986"/>
              <a:gd name="connsiteX0" fmla="*/ 1737 w 9993"/>
              <a:gd name="connsiteY0" fmla="*/ 16 h 10013"/>
              <a:gd name="connsiteX1" fmla="*/ 23 w 9993"/>
              <a:gd name="connsiteY1" fmla="*/ 9327 h 10013"/>
              <a:gd name="connsiteX2" fmla="*/ 808 w 9993"/>
              <a:gd name="connsiteY2" fmla="*/ 9314 h 10013"/>
              <a:gd name="connsiteX3" fmla="*/ 9215 w 9993"/>
              <a:gd name="connsiteY3" fmla="*/ 2578 h 10013"/>
              <a:gd name="connsiteX4" fmla="*/ 4427 w 9993"/>
              <a:gd name="connsiteY4" fmla="*/ 0 h 10013"/>
              <a:gd name="connsiteX0" fmla="*/ 1696 w 9341"/>
              <a:gd name="connsiteY0" fmla="*/ 16 h 9780"/>
              <a:gd name="connsiteX1" fmla="*/ 493 w 9341"/>
              <a:gd name="connsiteY1" fmla="*/ 8210 h 9780"/>
              <a:gd name="connsiteX2" fmla="*/ 767 w 9341"/>
              <a:gd name="connsiteY2" fmla="*/ 9302 h 9780"/>
              <a:gd name="connsiteX3" fmla="*/ 9179 w 9341"/>
              <a:gd name="connsiteY3" fmla="*/ 2575 h 9780"/>
              <a:gd name="connsiteX4" fmla="*/ 4388 w 9341"/>
              <a:gd name="connsiteY4" fmla="*/ 0 h 9780"/>
              <a:gd name="connsiteX0" fmla="*/ 1719 w 9903"/>
              <a:gd name="connsiteY0" fmla="*/ 16 h 9917"/>
              <a:gd name="connsiteX1" fmla="*/ 676 w 9903"/>
              <a:gd name="connsiteY1" fmla="*/ 8136 h 9917"/>
              <a:gd name="connsiteX2" fmla="*/ 724 w 9903"/>
              <a:gd name="connsiteY2" fmla="*/ 9511 h 9917"/>
              <a:gd name="connsiteX3" fmla="*/ 9730 w 9903"/>
              <a:gd name="connsiteY3" fmla="*/ 2633 h 9917"/>
              <a:gd name="connsiteX4" fmla="*/ 4601 w 9903"/>
              <a:gd name="connsiteY4" fmla="*/ 0 h 9917"/>
              <a:gd name="connsiteX0" fmla="*/ 1651 w 9914"/>
              <a:gd name="connsiteY0" fmla="*/ 16 h 9811"/>
              <a:gd name="connsiteX1" fmla="*/ 843 w 9914"/>
              <a:gd name="connsiteY1" fmla="*/ 7346 h 9811"/>
              <a:gd name="connsiteX2" fmla="*/ 646 w 9914"/>
              <a:gd name="connsiteY2" fmla="*/ 9591 h 9811"/>
              <a:gd name="connsiteX3" fmla="*/ 9740 w 9914"/>
              <a:gd name="connsiteY3" fmla="*/ 2655 h 9811"/>
              <a:gd name="connsiteX4" fmla="*/ 4561 w 9914"/>
              <a:gd name="connsiteY4" fmla="*/ 0 h 9811"/>
              <a:gd name="connsiteX0" fmla="*/ 1577 w 9910"/>
              <a:gd name="connsiteY0" fmla="*/ 16 h 10001"/>
              <a:gd name="connsiteX1" fmla="*/ 1061 w 9910"/>
              <a:gd name="connsiteY1" fmla="*/ 7495 h 10001"/>
              <a:gd name="connsiteX2" fmla="*/ 564 w 9910"/>
              <a:gd name="connsiteY2" fmla="*/ 9776 h 10001"/>
              <a:gd name="connsiteX3" fmla="*/ 9736 w 9910"/>
              <a:gd name="connsiteY3" fmla="*/ 2706 h 10001"/>
              <a:gd name="connsiteX4" fmla="*/ 4513 w 9910"/>
              <a:gd name="connsiteY4" fmla="*/ 0 h 10001"/>
              <a:gd name="connsiteX0" fmla="*/ 1499 w 9907"/>
              <a:gd name="connsiteY0" fmla="*/ 16 h 9999"/>
              <a:gd name="connsiteX1" fmla="*/ 1351 w 9907"/>
              <a:gd name="connsiteY1" fmla="*/ 7490 h 9999"/>
              <a:gd name="connsiteX2" fmla="*/ 477 w 9907"/>
              <a:gd name="connsiteY2" fmla="*/ 9775 h 9999"/>
              <a:gd name="connsiteX3" fmla="*/ 9732 w 9907"/>
              <a:gd name="connsiteY3" fmla="*/ 2706 h 9999"/>
              <a:gd name="connsiteX4" fmla="*/ 4462 w 9907"/>
              <a:gd name="connsiteY4" fmla="*/ 0 h 9999"/>
              <a:gd name="connsiteX0" fmla="*/ 1457 w 9943"/>
              <a:gd name="connsiteY0" fmla="*/ 16 h 10001"/>
              <a:gd name="connsiteX1" fmla="*/ 1578 w 9943"/>
              <a:gd name="connsiteY1" fmla="*/ 7497 h 10001"/>
              <a:gd name="connsiteX2" fmla="*/ 425 w 9943"/>
              <a:gd name="connsiteY2" fmla="*/ 9776 h 10001"/>
              <a:gd name="connsiteX3" fmla="*/ 9767 w 9943"/>
              <a:gd name="connsiteY3" fmla="*/ 2706 h 10001"/>
              <a:gd name="connsiteX4" fmla="*/ 4448 w 9943"/>
              <a:gd name="connsiteY4" fmla="*/ 0 h 10001"/>
              <a:gd name="connsiteX0" fmla="*/ 1492 w 10028"/>
              <a:gd name="connsiteY0" fmla="*/ 16 h 10024"/>
              <a:gd name="connsiteX1" fmla="*/ 1481 w 10028"/>
              <a:gd name="connsiteY1" fmla="*/ 7635 h 10024"/>
              <a:gd name="connsiteX2" fmla="*/ 454 w 10028"/>
              <a:gd name="connsiteY2" fmla="*/ 9775 h 10024"/>
              <a:gd name="connsiteX3" fmla="*/ 9850 w 10028"/>
              <a:gd name="connsiteY3" fmla="*/ 2706 h 10024"/>
              <a:gd name="connsiteX4" fmla="*/ 4500 w 10028"/>
              <a:gd name="connsiteY4" fmla="*/ 0 h 10024"/>
              <a:gd name="connsiteX0" fmla="*/ 1422 w 9958"/>
              <a:gd name="connsiteY0" fmla="*/ 16 h 9919"/>
              <a:gd name="connsiteX1" fmla="*/ 1411 w 9958"/>
              <a:gd name="connsiteY1" fmla="*/ 7635 h 9919"/>
              <a:gd name="connsiteX2" fmla="*/ 384 w 9958"/>
              <a:gd name="connsiteY2" fmla="*/ 9775 h 9919"/>
              <a:gd name="connsiteX3" fmla="*/ 9780 w 9958"/>
              <a:gd name="connsiteY3" fmla="*/ 2706 h 9919"/>
              <a:gd name="connsiteX4" fmla="*/ 4430 w 9958"/>
              <a:gd name="connsiteY4" fmla="*/ 0 h 9919"/>
              <a:gd name="connsiteX0" fmla="*/ 1428 w 9999"/>
              <a:gd name="connsiteY0" fmla="*/ 16 h 10000"/>
              <a:gd name="connsiteX1" fmla="*/ 1417 w 9999"/>
              <a:gd name="connsiteY1" fmla="*/ 7697 h 10000"/>
              <a:gd name="connsiteX2" fmla="*/ 386 w 9999"/>
              <a:gd name="connsiteY2" fmla="*/ 9855 h 10000"/>
              <a:gd name="connsiteX3" fmla="*/ 9821 w 9999"/>
              <a:gd name="connsiteY3" fmla="*/ 2728 h 10000"/>
              <a:gd name="connsiteX4" fmla="*/ 4449 w 9999"/>
              <a:gd name="connsiteY4" fmla="*/ 0 h 10000"/>
              <a:gd name="connsiteX0" fmla="*/ 1422 w 9994"/>
              <a:gd name="connsiteY0" fmla="*/ 16 h 9999"/>
              <a:gd name="connsiteX1" fmla="*/ 1411 w 9994"/>
              <a:gd name="connsiteY1" fmla="*/ 7697 h 9999"/>
              <a:gd name="connsiteX2" fmla="*/ 380 w 9994"/>
              <a:gd name="connsiteY2" fmla="*/ 9855 h 9999"/>
              <a:gd name="connsiteX3" fmla="*/ 9816 w 9994"/>
              <a:gd name="connsiteY3" fmla="*/ 2728 h 9999"/>
              <a:gd name="connsiteX4" fmla="*/ 4443 w 9994"/>
              <a:gd name="connsiteY4" fmla="*/ 0 h 9999"/>
              <a:gd name="connsiteX0" fmla="*/ 1423 w 9861"/>
              <a:gd name="connsiteY0" fmla="*/ 16 h 10000"/>
              <a:gd name="connsiteX1" fmla="*/ 1412 w 9861"/>
              <a:gd name="connsiteY1" fmla="*/ 7698 h 10000"/>
              <a:gd name="connsiteX2" fmla="*/ 380 w 9861"/>
              <a:gd name="connsiteY2" fmla="*/ 9856 h 10000"/>
              <a:gd name="connsiteX3" fmla="*/ 3862 w 9861"/>
              <a:gd name="connsiteY3" fmla="*/ 7697 h 10000"/>
              <a:gd name="connsiteX4" fmla="*/ 9822 w 9861"/>
              <a:gd name="connsiteY4" fmla="*/ 2728 h 10000"/>
              <a:gd name="connsiteX5" fmla="*/ 4446 w 9861"/>
              <a:gd name="connsiteY5" fmla="*/ 0 h 10000"/>
              <a:gd name="connsiteX0" fmla="*/ 1115 w 9671"/>
              <a:gd name="connsiteY0" fmla="*/ 16 h 9856"/>
              <a:gd name="connsiteX1" fmla="*/ 1104 w 9671"/>
              <a:gd name="connsiteY1" fmla="*/ 7698 h 9856"/>
              <a:gd name="connsiteX2" fmla="*/ 57 w 9671"/>
              <a:gd name="connsiteY2" fmla="*/ 9856 h 9856"/>
              <a:gd name="connsiteX3" fmla="*/ 3585 w 9671"/>
              <a:gd name="connsiteY3" fmla="*/ 7710 h 9856"/>
              <a:gd name="connsiteX4" fmla="*/ 9632 w 9671"/>
              <a:gd name="connsiteY4" fmla="*/ 2728 h 9856"/>
              <a:gd name="connsiteX5" fmla="*/ 4181 w 9671"/>
              <a:gd name="connsiteY5" fmla="*/ 0 h 9856"/>
              <a:gd name="connsiteX0" fmla="*/ 1153 w 10001"/>
              <a:gd name="connsiteY0" fmla="*/ 16 h 10000"/>
              <a:gd name="connsiteX1" fmla="*/ 1142 w 10001"/>
              <a:gd name="connsiteY1" fmla="*/ 7810 h 10000"/>
              <a:gd name="connsiteX2" fmla="*/ 59 w 10001"/>
              <a:gd name="connsiteY2" fmla="*/ 10000 h 10000"/>
              <a:gd name="connsiteX3" fmla="*/ 3707 w 10001"/>
              <a:gd name="connsiteY3" fmla="*/ 7823 h 10000"/>
              <a:gd name="connsiteX4" fmla="*/ 9960 w 10001"/>
              <a:gd name="connsiteY4" fmla="*/ 2768 h 10000"/>
              <a:gd name="connsiteX5" fmla="*/ 4323 w 10001"/>
              <a:gd name="connsiteY5" fmla="*/ 0 h 10000"/>
              <a:gd name="connsiteX0" fmla="*/ 187 w 9035"/>
              <a:gd name="connsiteY0" fmla="*/ 16 h 8627"/>
              <a:gd name="connsiteX1" fmla="*/ 176 w 9035"/>
              <a:gd name="connsiteY1" fmla="*/ 7810 h 8627"/>
              <a:gd name="connsiteX2" fmla="*/ 2741 w 9035"/>
              <a:gd name="connsiteY2" fmla="*/ 7823 h 8627"/>
              <a:gd name="connsiteX3" fmla="*/ 8994 w 9035"/>
              <a:gd name="connsiteY3" fmla="*/ 2768 h 8627"/>
              <a:gd name="connsiteX4" fmla="*/ 3357 w 9035"/>
              <a:gd name="connsiteY4" fmla="*/ 0 h 8627"/>
              <a:gd name="connsiteX0" fmla="*/ 207 w 10000"/>
              <a:gd name="connsiteY0" fmla="*/ 19 h 9728"/>
              <a:gd name="connsiteX1" fmla="*/ 195 w 10000"/>
              <a:gd name="connsiteY1" fmla="*/ 9053 h 9728"/>
              <a:gd name="connsiteX2" fmla="*/ 3034 w 10000"/>
              <a:gd name="connsiteY2" fmla="*/ 9068 h 9728"/>
              <a:gd name="connsiteX3" fmla="*/ 9955 w 10000"/>
              <a:gd name="connsiteY3" fmla="*/ 3209 h 9728"/>
              <a:gd name="connsiteX4" fmla="*/ 3716 w 10000"/>
              <a:gd name="connsiteY4" fmla="*/ 0 h 9728"/>
              <a:gd name="connsiteX0" fmla="*/ 207 w 10000"/>
              <a:gd name="connsiteY0" fmla="*/ 20 h 9323"/>
              <a:gd name="connsiteX1" fmla="*/ 195 w 10000"/>
              <a:gd name="connsiteY1" fmla="*/ 9306 h 9323"/>
              <a:gd name="connsiteX2" fmla="*/ 3034 w 10000"/>
              <a:gd name="connsiteY2" fmla="*/ 9322 h 9323"/>
              <a:gd name="connsiteX3" fmla="*/ 9955 w 10000"/>
              <a:gd name="connsiteY3" fmla="*/ 3299 h 9323"/>
              <a:gd name="connsiteX4" fmla="*/ 3716 w 10000"/>
              <a:gd name="connsiteY4" fmla="*/ 0 h 9323"/>
              <a:gd name="connsiteX0" fmla="*/ 207 w 10000"/>
              <a:gd name="connsiteY0" fmla="*/ 21 h 10000"/>
              <a:gd name="connsiteX1" fmla="*/ 195 w 10000"/>
              <a:gd name="connsiteY1" fmla="*/ 9982 h 10000"/>
              <a:gd name="connsiteX2" fmla="*/ 3034 w 10000"/>
              <a:gd name="connsiteY2" fmla="*/ 9999 h 10000"/>
              <a:gd name="connsiteX3" fmla="*/ 9955 w 10000"/>
              <a:gd name="connsiteY3" fmla="*/ 3539 h 10000"/>
              <a:gd name="connsiteX4" fmla="*/ 3716 w 10000"/>
              <a:gd name="connsiteY4" fmla="*/ 0 h 10000"/>
              <a:gd name="connsiteX0" fmla="*/ 207 w 10000"/>
              <a:gd name="connsiteY0" fmla="*/ 21 h 10000"/>
              <a:gd name="connsiteX1" fmla="*/ 195 w 10000"/>
              <a:gd name="connsiteY1" fmla="*/ 9982 h 10000"/>
              <a:gd name="connsiteX2" fmla="*/ 3034 w 10000"/>
              <a:gd name="connsiteY2" fmla="*/ 9999 h 10000"/>
              <a:gd name="connsiteX3" fmla="*/ 9955 w 10000"/>
              <a:gd name="connsiteY3" fmla="*/ 3539 h 10000"/>
              <a:gd name="connsiteX4" fmla="*/ 3716 w 10000"/>
              <a:gd name="connsiteY4" fmla="*/ 0 h 10000"/>
              <a:gd name="connsiteX0" fmla="*/ 207 w 10000"/>
              <a:gd name="connsiteY0" fmla="*/ 21 h 9999"/>
              <a:gd name="connsiteX1" fmla="*/ 195 w 10000"/>
              <a:gd name="connsiteY1" fmla="*/ 9982 h 9999"/>
              <a:gd name="connsiteX2" fmla="*/ 3034 w 10000"/>
              <a:gd name="connsiteY2" fmla="*/ 9999 h 9999"/>
              <a:gd name="connsiteX3" fmla="*/ 9955 w 10000"/>
              <a:gd name="connsiteY3" fmla="*/ 3539 h 9999"/>
              <a:gd name="connsiteX4" fmla="*/ 3716 w 10000"/>
              <a:gd name="connsiteY4" fmla="*/ 0 h 9999"/>
              <a:gd name="connsiteX0" fmla="*/ 207 w 10000"/>
              <a:gd name="connsiteY0" fmla="*/ 21 h 9988"/>
              <a:gd name="connsiteX1" fmla="*/ 195 w 10000"/>
              <a:gd name="connsiteY1" fmla="*/ 9983 h 9988"/>
              <a:gd name="connsiteX2" fmla="*/ 7054 w 10000"/>
              <a:gd name="connsiteY2" fmla="*/ 9988 h 9988"/>
              <a:gd name="connsiteX3" fmla="*/ 9955 w 10000"/>
              <a:gd name="connsiteY3" fmla="*/ 3539 h 9988"/>
              <a:gd name="connsiteX4" fmla="*/ 3716 w 10000"/>
              <a:gd name="connsiteY4" fmla="*/ 0 h 9988"/>
              <a:gd name="connsiteX0" fmla="*/ 207 w 10624"/>
              <a:gd name="connsiteY0" fmla="*/ 21 h 10000"/>
              <a:gd name="connsiteX1" fmla="*/ 195 w 10624"/>
              <a:gd name="connsiteY1" fmla="*/ 9995 h 10000"/>
              <a:gd name="connsiteX2" fmla="*/ 7054 w 10624"/>
              <a:gd name="connsiteY2" fmla="*/ 10000 h 10000"/>
              <a:gd name="connsiteX3" fmla="*/ 9955 w 10624"/>
              <a:gd name="connsiteY3" fmla="*/ 3543 h 10000"/>
              <a:gd name="connsiteX4" fmla="*/ 3716 w 10624"/>
              <a:gd name="connsiteY4" fmla="*/ 0 h 10000"/>
              <a:gd name="connsiteX0" fmla="*/ 207 w 10624"/>
              <a:gd name="connsiteY0" fmla="*/ 21 h 10000"/>
              <a:gd name="connsiteX1" fmla="*/ 195 w 10624"/>
              <a:gd name="connsiteY1" fmla="*/ 9995 h 10000"/>
              <a:gd name="connsiteX2" fmla="*/ 7054 w 10624"/>
              <a:gd name="connsiteY2" fmla="*/ 10000 h 10000"/>
              <a:gd name="connsiteX3" fmla="*/ 9955 w 10624"/>
              <a:gd name="connsiteY3" fmla="*/ 3543 h 10000"/>
              <a:gd name="connsiteX4" fmla="*/ 3716 w 10624"/>
              <a:gd name="connsiteY4" fmla="*/ 0 h 10000"/>
              <a:gd name="connsiteX0" fmla="*/ 207 w 11005"/>
              <a:gd name="connsiteY0" fmla="*/ 21 h 10000"/>
              <a:gd name="connsiteX1" fmla="*/ 195 w 11005"/>
              <a:gd name="connsiteY1" fmla="*/ 9995 h 10000"/>
              <a:gd name="connsiteX2" fmla="*/ 7054 w 11005"/>
              <a:gd name="connsiteY2" fmla="*/ 10000 h 10000"/>
              <a:gd name="connsiteX3" fmla="*/ 9955 w 11005"/>
              <a:gd name="connsiteY3" fmla="*/ 3543 h 10000"/>
              <a:gd name="connsiteX4" fmla="*/ 3716 w 11005"/>
              <a:gd name="connsiteY4" fmla="*/ 0 h 10000"/>
              <a:gd name="connsiteX0" fmla="*/ 207 w 10944"/>
              <a:gd name="connsiteY0" fmla="*/ 21 h 10000"/>
              <a:gd name="connsiteX1" fmla="*/ 195 w 10944"/>
              <a:gd name="connsiteY1" fmla="*/ 9995 h 10000"/>
              <a:gd name="connsiteX2" fmla="*/ 7054 w 10944"/>
              <a:gd name="connsiteY2" fmla="*/ 10000 h 10000"/>
              <a:gd name="connsiteX3" fmla="*/ 9955 w 10944"/>
              <a:gd name="connsiteY3" fmla="*/ 3543 h 10000"/>
              <a:gd name="connsiteX4" fmla="*/ 3716 w 10944"/>
              <a:gd name="connsiteY4" fmla="*/ 0 h 10000"/>
              <a:gd name="connsiteX0" fmla="*/ 207 w 10909"/>
              <a:gd name="connsiteY0" fmla="*/ 21 h 10000"/>
              <a:gd name="connsiteX1" fmla="*/ 195 w 10909"/>
              <a:gd name="connsiteY1" fmla="*/ 9995 h 10000"/>
              <a:gd name="connsiteX2" fmla="*/ 7054 w 10909"/>
              <a:gd name="connsiteY2" fmla="*/ 10000 h 10000"/>
              <a:gd name="connsiteX3" fmla="*/ 9955 w 10909"/>
              <a:gd name="connsiteY3" fmla="*/ 3543 h 10000"/>
              <a:gd name="connsiteX4" fmla="*/ 3716 w 10909"/>
              <a:gd name="connsiteY4" fmla="*/ 0 h 10000"/>
              <a:gd name="connsiteX0" fmla="*/ 207 w 10909"/>
              <a:gd name="connsiteY0" fmla="*/ 21 h 10000"/>
              <a:gd name="connsiteX1" fmla="*/ 195 w 10909"/>
              <a:gd name="connsiteY1" fmla="*/ 9995 h 10000"/>
              <a:gd name="connsiteX2" fmla="*/ 7054 w 10909"/>
              <a:gd name="connsiteY2" fmla="*/ 10000 h 10000"/>
              <a:gd name="connsiteX3" fmla="*/ 9955 w 10909"/>
              <a:gd name="connsiteY3" fmla="*/ 3543 h 10000"/>
              <a:gd name="connsiteX4" fmla="*/ 3716 w 10909"/>
              <a:gd name="connsiteY4" fmla="*/ 0 h 10000"/>
              <a:gd name="connsiteX0" fmla="*/ 207 w 10955"/>
              <a:gd name="connsiteY0" fmla="*/ 21 h 10000"/>
              <a:gd name="connsiteX1" fmla="*/ 195 w 10955"/>
              <a:gd name="connsiteY1" fmla="*/ 9995 h 10000"/>
              <a:gd name="connsiteX2" fmla="*/ 7054 w 10955"/>
              <a:gd name="connsiteY2" fmla="*/ 10000 h 10000"/>
              <a:gd name="connsiteX3" fmla="*/ 9955 w 10955"/>
              <a:gd name="connsiteY3" fmla="*/ 3543 h 10000"/>
              <a:gd name="connsiteX4" fmla="*/ 3716 w 10955"/>
              <a:gd name="connsiteY4" fmla="*/ 0 h 10000"/>
              <a:gd name="connsiteX0" fmla="*/ 198 w 10946"/>
              <a:gd name="connsiteY0" fmla="*/ 21 h 10000"/>
              <a:gd name="connsiteX1" fmla="*/ 186 w 10946"/>
              <a:gd name="connsiteY1" fmla="*/ 9995 h 10000"/>
              <a:gd name="connsiteX2" fmla="*/ 7045 w 10946"/>
              <a:gd name="connsiteY2" fmla="*/ 10000 h 10000"/>
              <a:gd name="connsiteX3" fmla="*/ 9946 w 10946"/>
              <a:gd name="connsiteY3" fmla="*/ 3543 h 10000"/>
              <a:gd name="connsiteX4" fmla="*/ 3707 w 10946"/>
              <a:gd name="connsiteY4" fmla="*/ 0 h 10000"/>
              <a:gd name="connsiteX0" fmla="*/ 12 w 10760"/>
              <a:gd name="connsiteY0" fmla="*/ 21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1927 w 10760"/>
              <a:gd name="connsiteY0" fmla="*/ 9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3264 w 10760"/>
              <a:gd name="connsiteY0" fmla="*/ 159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2883 w 10760"/>
              <a:gd name="connsiteY0" fmla="*/ 13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2 w 7879"/>
              <a:gd name="connsiteY0" fmla="*/ 13 h 10000"/>
              <a:gd name="connsiteX1" fmla="*/ 499 w 7879"/>
              <a:gd name="connsiteY1" fmla="*/ 9990 h 10000"/>
              <a:gd name="connsiteX2" fmla="*/ 3978 w 7879"/>
              <a:gd name="connsiteY2" fmla="*/ 10000 h 10000"/>
              <a:gd name="connsiteX3" fmla="*/ 6879 w 7879"/>
              <a:gd name="connsiteY3" fmla="*/ 3543 h 10000"/>
              <a:gd name="connsiteX4" fmla="*/ 640 w 7879"/>
              <a:gd name="connsiteY4" fmla="*/ 0 h 10000"/>
              <a:gd name="connsiteX0" fmla="*/ 16 w 10014"/>
              <a:gd name="connsiteY0" fmla="*/ 13 h 10002"/>
              <a:gd name="connsiteX1" fmla="*/ 0 w 10014"/>
              <a:gd name="connsiteY1" fmla="*/ 10002 h 10002"/>
              <a:gd name="connsiteX2" fmla="*/ 5062 w 10014"/>
              <a:gd name="connsiteY2" fmla="*/ 10000 h 10002"/>
              <a:gd name="connsiteX3" fmla="*/ 8744 w 10014"/>
              <a:gd name="connsiteY3" fmla="*/ 3543 h 10002"/>
              <a:gd name="connsiteX4" fmla="*/ 825 w 10014"/>
              <a:gd name="connsiteY4" fmla="*/ 0 h 10002"/>
              <a:gd name="connsiteX0" fmla="*/ 22 w 10020"/>
              <a:gd name="connsiteY0" fmla="*/ 13 h 10002"/>
              <a:gd name="connsiteX1" fmla="*/ 6 w 10020"/>
              <a:gd name="connsiteY1" fmla="*/ 10002 h 10002"/>
              <a:gd name="connsiteX2" fmla="*/ 5068 w 10020"/>
              <a:gd name="connsiteY2" fmla="*/ 10000 h 10002"/>
              <a:gd name="connsiteX3" fmla="*/ 8750 w 10020"/>
              <a:gd name="connsiteY3" fmla="*/ 3543 h 10002"/>
              <a:gd name="connsiteX4" fmla="*/ 831 w 10020"/>
              <a:gd name="connsiteY4" fmla="*/ 0 h 10002"/>
              <a:gd name="connsiteX0" fmla="*/ 24 w 10019"/>
              <a:gd name="connsiteY0" fmla="*/ 21 h 10002"/>
              <a:gd name="connsiteX1" fmla="*/ 5 w 10019"/>
              <a:gd name="connsiteY1" fmla="*/ 10002 h 10002"/>
              <a:gd name="connsiteX2" fmla="*/ 5067 w 10019"/>
              <a:gd name="connsiteY2" fmla="*/ 10000 h 10002"/>
              <a:gd name="connsiteX3" fmla="*/ 8749 w 10019"/>
              <a:gd name="connsiteY3" fmla="*/ 3543 h 10002"/>
              <a:gd name="connsiteX4" fmla="*/ 830 w 10019"/>
              <a:gd name="connsiteY4" fmla="*/ 0 h 10002"/>
              <a:gd name="connsiteX0" fmla="*/ 24 w 10019"/>
              <a:gd name="connsiteY0" fmla="*/ 15 h 10002"/>
              <a:gd name="connsiteX1" fmla="*/ 5 w 10019"/>
              <a:gd name="connsiteY1" fmla="*/ 10002 h 10002"/>
              <a:gd name="connsiteX2" fmla="*/ 5067 w 10019"/>
              <a:gd name="connsiteY2" fmla="*/ 10000 h 10002"/>
              <a:gd name="connsiteX3" fmla="*/ 8749 w 10019"/>
              <a:gd name="connsiteY3" fmla="*/ 3543 h 10002"/>
              <a:gd name="connsiteX4" fmla="*/ 830 w 10019"/>
              <a:gd name="connsiteY4" fmla="*/ 0 h 10002"/>
              <a:gd name="connsiteX0" fmla="*/ 24 w 10019"/>
              <a:gd name="connsiteY0" fmla="*/ 13 h 10002"/>
              <a:gd name="connsiteX1" fmla="*/ 5 w 10019"/>
              <a:gd name="connsiteY1" fmla="*/ 10002 h 10002"/>
              <a:gd name="connsiteX2" fmla="*/ 5067 w 10019"/>
              <a:gd name="connsiteY2" fmla="*/ 10000 h 10002"/>
              <a:gd name="connsiteX3" fmla="*/ 8749 w 10019"/>
              <a:gd name="connsiteY3" fmla="*/ 3543 h 10002"/>
              <a:gd name="connsiteX4" fmla="*/ 830 w 10019"/>
              <a:gd name="connsiteY4" fmla="*/ 0 h 10002"/>
              <a:gd name="connsiteX0" fmla="*/ 18 w 10027"/>
              <a:gd name="connsiteY0" fmla="*/ 15 h 10002"/>
              <a:gd name="connsiteX1" fmla="*/ 13 w 10027"/>
              <a:gd name="connsiteY1" fmla="*/ 10002 h 10002"/>
              <a:gd name="connsiteX2" fmla="*/ 5075 w 10027"/>
              <a:gd name="connsiteY2" fmla="*/ 10000 h 10002"/>
              <a:gd name="connsiteX3" fmla="*/ 8757 w 10027"/>
              <a:gd name="connsiteY3" fmla="*/ 3543 h 10002"/>
              <a:gd name="connsiteX4" fmla="*/ 838 w 10027"/>
              <a:gd name="connsiteY4" fmla="*/ 0 h 10002"/>
              <a:gd name="connsiteX0" fmla="*/ 5 w 10014"/>
              <a:gd name="connsiteY0" fmla="*/ 15 h 10002"/>
              <a:gd name="connsiteX1" fmla="*/ 0 w 10014"/>
              <a:gd name="connsiteY1" fmla="*/ 10002 h 10002"/>
              <a:gd name="connsiteX2" fmla="*/ 5062 w 10014"/>
              <a:gd name="connsiteY2" fmla="*/ 10000 h 10002"/>
              <a:gd name="connsiteX3" fmla="*/ 8744 w 10014"/>
              <a:gd name="connsiteY3" fmla="*/ 3543 h 10002"/>
              <a:gd name="connsiteX4" fmla="*/ 825 w 10014"/>
              <a:gd name="connsiteY4" fmla="*/ 0 h 10002"/>
              <a:gd name="connsiteX0" fmla="*/ 5 w 10014"/>
              <a:gd name="connsiteY0" fmla="*/ 15 h 10002"/>
              <a:gd name="connsiteX1" fmla="*/ 0 w 10014"/>
              <a:gd name="connsiteY1" fmla="*/ 10002 h 10002"/>
              <a:gd name="connsiteX2" fmla="*/ 5062 w 10014"/>
              <a:gd name="connsiteY2" fmla="*/ 10000 h 10002"/>
              <a:gd name="connsiteX3" fmla="*/ 8744 w 10014"/>
              <a:gd name="connsiteY3" fmla="*/ 3543 h 10002"/>
              <a:gd name="connsiteX4" fmla="*/ 801 w 10014"/>
              <a:gd name="connsiteY4" fmla="*/ 0 h 10002"/>
              <a:gd name="connsiteX0" fmla="*/ 5 w 10014"/>
              <a:gd name="connsiteY0" fmla="*/ 15 h 10002"/>
              <a:gd name="connsiteX1" fmla="*/ 0 w 10014"/>
              <a:gd name="connsiteY1" fmla="*/ 10002 h 10002"/>
              <a:gd name="connsiteX2" fmla="*/ 5062 w 10014"/>
              <a:gd name="connsiteY2" fmla="*/ 10000 h 10002"/>
              <a:gd name="connsiteX3" fmla="*/ 8744 w 10014"/>
              <a:gd name="connsiteY3" fmla="*/ 3543 h 10002"/>
              <a:gd name="connsiteX4" fmla="*/ 801 w 10014"/>
              <a:gd name="connsiteY4" fmla="*/ 0 h 10002"/>
              <a:gd name="connsiteX0" fmla="*/ 5 w 9975"/>
              <a:gd name="connsiteY0" fmla="*/ 15 h 10002"/>
              <a:gd name="connsiteX1" fmla="*/ 0 w 9975"/>
              <a:gd name="connsiteY1" fmla="*/ 10002 h 10002"/>
              <a:gd name="connsiteX2" fmla="*/ 5062 w 9975"/>
              <a:gd name="connsiteY2" fmla="*/ 10000 h 10002"/>
              <a:gd name="connsiteX3" fmla="*/ 8744 w 9975"/>
              <a:gd name="connsiteY3" fmla="*/ 3543 h 10002"/>
              <a:gd name="connsiteX4" fmla="*/ 801 w 9975"/>
              <a:gd name="connsiteY4" fmla="*/ 0 h 10002"/>
              <a:gd name="connsiteX0" fmla="*/ 5 w 10033"/>
              <a:gd name="connsiteY0" fmla="*/ 15 h 10000"/>
              <a:gd name="connsiteX1" fmla="*/ 0 w 10033"/>
              <a:gd name="connsiteY1" fmla="*/ 10000 h 10000"/>
              <a:gd name="connsiteX2" fmla="*/ 5075 w 10033"/>
              <a:gd name="connsiteY2" fmla="*/ 9998 h 10000"/>
              <a:gd name="connsiteX3" fmla="*/ 8766 w 10033"/>
              <a:gd name="connsiteY3" fmla="*/ 3542 h 10000"/>
              <a:gd name="connsiteX4" fmla="*/ 803 w 10033"/>
              <a:gd name="connsiteY4" fmla="*/ 0 h 10000"/>
              <a:gd name="connsiteX0" fmla="*/ 0 w 10359"/>
              <a:gd name="connsiteY0" fmla="*/ 5 h 10000"/>
              <a:gd name="connsiteX1" fmla="*/ 326 w 10359"/>
              <a:gd name="connsiteY1" fmla="*/ 10000 h 10000"/>
              <a:gd name="connsiteX2" fmla="*/ 5401 w 10359"/>
              <a:gd name="connsiteY2" fmla="*/ 9998 h 10000"/>
              <a:gd name="connsiteX3" fmla="*/ 9092 w 10359"/>
              <a:gd name="connsiteY3" fmla="*/ 3542 h 10000"/>
              <a:gd name="connsiteX4" fmla="*/ 1129 w 10359"/>
              <a:gd name="connsiteY4" fmla="*/ 0 h 10000"/>
              <a:gd name="connsiteX0" fmla="*/ 11 w 10370"/>
              <a:gd name="connsiteY0" fmla="*/ 5 h 9998"/>
              <a:gd name="connsiteX1" fmla="*/ 0 w 10370"/>
              <a:gd name="connsiteY1" fmla="*/ 9983 h 9998"/>
              <a:gd name="connsiteX2" fmla="*/ 5412 w 10370"/>
              <a:gd name="connsiteY2" fmla="*/ 9998 h 9998"/>
              <a:gd name="connsiteX3" fmla="*/ 9103 w 10370"/>
              <a:gd name="connsiteY3" fmla="*/ 3542 h 9998"/>
              <a:gd name="connsiteX4" fmla="*/ 1140 w 10370"/>
              <a:gd name="connsiteY4" fmla="*/ 0 h 9998"/>
              <a:gd name="connsiteX0" fmla="*/ 11 w 10000"/>
              <a:gd name="connsiteY0" fmla="*/ 5 h 10000"/>
              <a:gd name="connsiteX1" fmla="*/ 0 w 10000"/>
              <a:gd name="connsiteY1" fmla="*/ 9995 h 10000"/>
              <a:gd name="connsiteX2" fmla="*/ 5219 w 10000"/>
              <a:gd name="connsiteY2" fmla="*/ 10000 h 10000"/>
              <a:gd name="connsiteX3" fmla="*/ 8778 w 10000"/>
              <a:gd name="connsiteY3" fmla="*/ 3543 h 10000"/>
              <a:gd name="connsiteX4" fmla="*/ 1099 w 10000"/>
              <a:gd name="connsiteY4" fmla="*/ 0 h 10000"/>
              <a:gd name="connsiteX0" fmla="*/ 11 w 10000"/>
              <a:gd name="connsiteY0" fmla="*/ 5 h 10000"/>
              <a:gd name="connsiteX1" fmla="*/ 0 w 10000"/>
              <a:gd name="connsiteY1" fmla="*/ 10000 h 10000"/>
              <a:gd name="connsiteX2" fmla="*/ 5219 w 10000"/>
              <a:gd name="connsiteY2" fmla="*/ 10000 h 10000"/>
              <a:gd name="connsiteX3" fmla="*/ 8778 w 10000"/>
              <a:gd name="connsiteY3" fmla="*/ 3543 h 10000"/>
              <a:gd name="connsiteX4" fmla="*/ 109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1" y="5"/>
                </a:moveTo>
                <a:cubicBezTo>
                  <a:pt x="4" y="653"/>
                  <a:pt x="6" y="9269"/>
                  <a:pt x="0" y="10000"/>
                </a:cubicBezTo>
                <a:lnTo>
                  <a:pt x="5219" y="10000"/>
                </a:lnTo>
                <a:cubicBezTo>
                  <a:pt x="11830" y="6870"/>
                  <a:pt x="10065" y="3822"/>
                  <a:pt x="8778" y="3543"/>
                </a:cubicBezTo>
                <a:cubicBezTo>
                  <a:pt x="9452" y="5694"/>
                  <a:pt x="2995" y="3804"/>
                  <a:pt x="1099" y="0"/>
                </a:cubicBezTo>
              </a:path>
            </a:pathLst>
          </a:custGeom>
          <a:solidFill>
            <a:schemeClr val="accent3"/>
          </a:solidFill>
          <a:ln w="9525">
            <a:noFill/>
            <a:round/>
            <a:headEnd/>
            <a:tailEnd/>
          </a:ln>
          <a:extLst/>
        </p:spPr>
        <p:txBody>
          <a:bodyPr vert="horz" wrap="square" lIns="91440" tIns="45720" rIns="91440" bIns="45720" numCol="1" anchor="t" anchorCtr="0" compatLnSpc="1">
            <a:prstTxWarp prst="textNoShape">
              <a:avLst/>
            </a:prstTxWarp>
          </a:bodyPr>
          <a:lstStyle/>
          <a:p>
            <a:pPr defTabSz="1088239"/>
            <a:endParaRPr lang="en-US" sz="2400">
              <a:solidFill>
                <a:srgbClr val="000000"/>
              </a:solidFill>
            </a:endParaRPr>
          </a:p>
        </p:txBody>
      </p:sp>
      <p:grpSp>
        <p:nvGrpSpPr>
          <p:cNvPr id="5" name="Group 4"/>
          <p:cNvGrpSpPr/>
          <p:nvPr userDrawn="1"/>
        </p:nvGrpSpPr>
        <p:grpSpPr>
          <a:xfrm>
            <a:off x="4938560" y="2397563"/>
            <a:ext cx="721601" cy="682904"/>
            <a:chOff x="5662614" y="3032124"/>
            <a:chExt cx="863600" cy="801689"/>
          </a:xfrm>
        </p:grpSpPr>
        <p:sp>
          <p:nvSpPr>
            <p:cNvPr id="6" name="Freeform 5"/>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88239"/>
              <a:endParaRPr lang="en-US" sz="2400">
                <a:solidFill>
                  <a:srgbClr val="000000"/>
                </a:solidFill>
              </a:endParaRPr>
            </a:p>
          </p:txBody>
        </p:sp>
        <p:sp>
          <p:nvSpPr>
            <p:cNvPr id="7" name="Freeform 6"/>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88239"/>
              <a:endParaRPr lang="en-US" sz="2400">
                <a:solidFill>
                  <a:srgbClr val="000000"/>
                </a:solidFill>
              </a:endParaRPr>
            </a:p>
          </p:txBody>
        </p:sp>
      </p:grpSp>
      <p:sp>
        <p:nvSpPr>
          <p:cNvPr id="16" name="Rectangle 15"/>
          <p:cNvSpPr/>
          <p:nvPr userDrawn="1"/>
        </p:nvSpPr>
        <p:spPr>
          <a:xfrm>
            <a:off x="803869" y="5063024"/>
            <a:ext cx="4024517" cy="723275"/>
          </a:xfrm>
          <a:prstGeom prst="rect">
            <a:avLst/>
          </a:prstGeom>
        </p:spPr>
        <p:txBody>
          <a:bodyPr wrap="square" lIns="0" tIns="0" rIns="0" bIns="0" anchor="b" anchorCtr="0">
            <a:spAutoFit/>
          </a:bodyPr>
          <a:lstStyle/>
          <a:p>
            <a:pPr defTabSz="1088239">
              <a:spcAft>
                <a:spcPts val="600"/>
              </a:spcAft>
            </a:pPr>
            <a:r>
              <a:rPr lang="en-US" sz="1050">
                <a:solidFill>
                  <a:prstClr val="white"/>
                </a:solidFill>
                <a:ea typeface="Verdana" panose="020B0604030504040204" pitchFamily="34" charset="0"/>
                <a:cs typeface="Verdana" panose="020B0604030504040204" pitchFamily="34" charset="0"/>
              </a:rPr>
              <a:t>This message contains information that may be privileged or confidential and is the property of the Capgemini Group.</a:t>
            </a:r>
            <a:br>
              <a:rPr lang="en-US" sz="1050">
                <a:solidFill>
                  <a:prstClr val="white"/>
                </a:solidFill>
                <a:ea typeface="Verdana" panose="020B0604030504040204" pitchFamily="34" charset="0"/>
                <a:cs typeface="Verdana" panose="020B0604030504040204" pitchFamily="34" charset="0"/>
              </a:rPr>
            </a:br>
            <a:r>
              <a:rPr lang="en-US" sz="1050">
                <a:solidFill>
                  <a:prstClr val="white"/>
                </a:solidFill>
                <a:ea typeface="Verdana" panose="020B0604030504040204" pitchFamily="34" charset="0"/>
                <a:cs typeface="Verdana" panose="020B0604030504040204" pitchFamily="34" charset="0"/>
              </a:rPr>
              <a:t>Copyright © 2018 Capgemini. All rights reserved.</a:t>
            </a:r>
          </a:p>
          <a:p>
            <a:pPr defTabSz="957732">
              <a:spcAft>
                <a:spcPts val="600"/>
              </a:spcAft>
              <a:defRPr/>
            </a:pPr>
            <a:r>
              <a:rPr lang="en-US" sz="1050">
                <a:solidFill>
                  <a:prstClr val="white"/>
                </a:solidFill>
                <a:ea typeface="Verdana" panose="020B0604030504040204" pitchFamily="34" charset="0"/>
                <a:cs typeface="Verdana" panose="020B0604030504040204" pitchFamily="34" charset="0"/>
              </a:rPr>
              <a:t>Rightshore</a:t>
            </a:r>
            <a:r>
              <a:rPr lang="en-US" sz="1050" baseline="30000">
                <a:solidFill>
                  <a:prstClr val="white"/>
                </a:solidFill>
                <a:ea typeface="Verdana" panose="020B0604030504040204" pitchFamily="34" charset="0"/>
                <a:cs typeface="Verdana" panose="020B0604030504040204" pitchFamily="34" charset="0"/>
              </a:rPr>
              <a:t>®</a:t>
            </a:r>
            <a:r>
              <a:rPr lang="en-US" sz="1050">
                <a:solidFill>
                  <a:prstClr val="white"/>
                </a:solidFill>
                <a:ea typeface="Verdana" panose="020B0604030504040204" pitchFamily="34" charset="0"/>
                <a:cs typeface="Verdana" panose="020B0604030504040204" pitchFamily="34" charset="0"/>
              </a:rPr>
              <a:t> is a trademark belonging to Capgemini.</a:t>
            </a:r>
          </a:p>
        </p:txBody>
      </p:sp>
      <p:pic>
        <p:nvPicPr>
          <p:cNvPr id="24" name="Picture 2" descr="D:\My Work\Template\Icons\Social Media\LinkedIN.png">
            <a:hlinkClick r:id="rId7"/>
          </p:cNvPr>
          <p:cNvPicPr>
            <a:picLocks noChangeAspect="1" noChangeArrowheads="1"/>
          </p:cNvPicPr>
          <p:nvPr userDrawn="1"/>
        </p:nvPicPr>
        <p:blipFill>
          <a:blip r:embed="rId8" cstate="print"/>
          <a:srcRect/>
          <a:stretch>
            <a:fillRect/>
          </a:stretch>
        </p:blipFill>
        <p:spPr bwMode="auto">
          <a:xfrm>
            <a:off x="1237871" y="3450893"/>
            <a:ext cx="436028" cy="444511"/>
          </a:xfrm>
          <a:prstGeom prst="rect">
            <a:avLst/>
          </a:prstGeom>
          <a:noFill/>
        </p:spPr>
      </p:pic>
      <p:pic>
        <p:nvPicPr>
          <p:cNvPr id="25" name="Picture 4" descr="D:\My Work\Template\Icons\Social Media\SlideShare.png">
            <a:hlinkClick r:id="rId9"/>
          </p:cNvPr>
          <p:cNvPicPr>
            <a:picLocks noChangeAspect="1" noChangeArrowheads="1"/>
          </p:cNvPicPr>
          <p:nvPr userDrawn="1"/>
        </p:nvPicPr>
        <p:blipFill>
          <a:blip r:embed="rId10" cstate="print"/>
          <a:srcRect/>
          <a:stretch>
            <a:fillRect/>
          </a:stretch>
        </p:blipFill>
        <p:spPr bwMode="auto">
          <a:xfrm>
            <a:off x="1739569" y="3450893"/>
            <a:ext cx="436028" cy="444511"/>
          </a:xfrm>
          <a:prstGeom prst="rect">
            <a:avLst/>
          </a:prstGeom>
          <a:noFill/>
        </p:spPr>
      </p:pic>
      <p:pic>
        <p:nvPicPr>
          <p:cNvPr id="26" name="Picture 5" descr="D:\My Work\Template\Icons\Social Media\Twitter.png">
            <a:hlinkClick r:id="rId11"/>
          </p:cNvPr>
          <p:cNvPicPr>
            <a:picLocks noChangeAspect="1" noChangeArrowheads="1"/>
          </p:cNvPicPr>
          <p:nvPr userDrawn="1"/>
        </p:nvPicPr>
        <p:blipFill>
          <a:blip r:embed="rId12" cstate="print"/>
          <a:srcRect/>
          <a:stretch>
            <a:fillRect/>
          </a:stretch>
        </p:blipFill>
        <p:spPr bwMode="auto">
          <a:xfrm>
            <a:off x="2241265" y="3450893"/>
            <a:ext cx="436028" cy="444511"/>
          </a:xfrm>
          <a:prstGeom prst="rect">
            <a:avLst/>
          </a:prstGeom>
          <a:noFill/>
        </p:spPr>
      </p:pic>
      <p:pic>
        <p:nvPicPr>
          <p:cNvPr id="27" name="Picture 6" descr="D:\My Work\Template\Icons\Social Media\YouTube.png">
            <a:hlinkClick r:id="rId13"/>
          </p:cNvPr>
          <p:cNvPicPr>
            <a:picLocks noChangeAspect="1" noChangeArrowheads="1"/>
          </p:cNvPicPr>
          <p:nvPr userDrawn="1"/>
        </p:nvPicPr>
        <p:blipFill>
          <a:blip r:embed="rId14" cstate="print"/>
          <a:srcRect/>
          <a:stretch>
            <a:fillRect/>
          </a:stretch>
        </p:blipFill>
        <p:spPr bwMode="auto">
          <a:xfrm>
            <a:off x="2742961" y="3450893"/>
            <a:ext cx="436028" cy="444511"/>
          </a:xfrm>
          <a:prstGeom prst="rect">
            <a:avLst/>
          </a:prstGeom>
          <a:noFill/>
        </p:spPr>
      </p:pic>
      <p:pic>
        <p:nvPicPr>
          <p:cNvPr id="28" name="Picture 7" descr="D:\My Work\Template\Icons\Social Media\Facebook.png">
            <a:hlinkClick r:id="rId15"/>
          </p:cNvPr>
          <p:cNvPicPr>
            <a:picLocks noChangeAspect="1" noChangeArrowheads="1"/>
          </p:cNvPicPr>
          <p:nvPr userDrawn="1"/>
        </p:nvPicPr>
        <p:blipFill>
          <a:blip r:embed="rId16" cstate="print"/>
          <a:srcRect/>
          <a:stretch>
            <a:fillRect/>
          </a:stretch>
        </p:blipFill>
        <p:spPr bwMode="auto">
          <a:xfrm>
            <a:off x="736173" y="3450893"/>
            <a:ext cx="436028" cy="444511"/>
          </a:xfrm>
          <a:prstGeom prst="rect">
            <a:avLst/>
          </a:prstGeom>
          <a:noFill/>
        </p:spPr>
      </p:pic>
      <p:pic>
        <p:nvPicPr>
          <p:cNvPr id="29" name="Picture 28"/>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726401" y="4057788"/>
            <a:ext cx="3350504" cy="268168"/>
          </a:xfrm>
          <a:prstGeom prst="rect">
            <a:avLst/>
          </a:prstGeom>
        </p:spPr>
      </p:pic>
    </p:spTree>
    <p:extLst>
      <p:ext uri="{BB962C8B-B14F-4D97-AF65-F5344CB8AC3E}">
        <p14:creationId xmlns:p14="http://schemas.microsoft.com/office/powerpoint/2010/main" val="683951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White">
    <p:bg>
      <p:bgPr>
        <a:solidFill>
          <a:schemeClr val="bg1"/>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 xmlns:a16="http://schemas.microsoft.com/office/drawing/2014/main" id="{366C6B93-5A4F-43B7-84C4-C42EC870AB53}"/>
              </a:ext>
            </a:extLst>
          </p:cNvPr>
          <p:cNvSpPr>
            <a:spLocks noGrp="1"/>
          </p:cNvSpPr>
          <p:nvPr>
            <p:ph type="title"/>
          </p:nvPr>
        </p:nvSpPr>
        <p:spPr>
          <a:xfrm>
            <a:off x="413068" y="286372"/>
            <a:ext cx="11083532" cy="859536"/>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spTree>
    <p:extLst>
      <p:ext uri="{BB962C8B-B14F-4D97-AF65-F5344CB8AC3E}">
        <p14:creationId xmlns:p14="http://schemas.microsoft.com/office/powerpoint/2010/main" val="658713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slideLayout" Target="../slideLayouts/slideLayout11.xml"/><Relationship Id="rId7" Type="http://schemas.openxmlformats.org/officeDocument/2006/relationships/vmlDrawing" Target="../drawings/vmlDrawing5.v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2.xml"/><Relationship Id="rId5" Type="http://schemas.openxmlformats.org/officeDocument/2006/relationships/slideLayout" Target="../slideLayouts/slideLayout13.xml"/><Relationship Id="rId10" Type="http://schemas.openxmlformats.org/officeDocument/2006/relationships/image" Target="../media/image1.emf"/><Relationship Id="rId4" Type="http://schemas.openxmlformats.org/officeDocument/2006/relationships/slideLayout" Target="../slideLayouts/slideLayout12.xml"/><Relationship Id="rId9" Type="http://schemas.openxmlformats.org/officeDocument/2006/relationships/oleObject" Target="../embeddings/oleObject5.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vmlDrawing" Target="../drawings/vmlDrawing10.vml"/><Relationship Id="rId3" Type="http://schemas.openxmlformats.org/officeDocument/2006/relationships/slideLayout" Target="../slideLayouts/slideLayout16.xml"/><Relationship Id="rId21" Type="http://schemas.openxmlformats.org/officeDocument/2006/relationships/tags" Target="../tags/tag13.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3.xml"/><Relationship Id="rId25"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ags" Target="../tags/tag1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image" Target="../media/image2.emf"/><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oleObject" Target="../embeddings/oleObject10.bin"/><Relationship Id="rId28" Type="http://schemas.openxmlformats.org/officeDocument/2006/relationships/image" Target="../media/image4.png"/><Relationship Id="rId10" Type="http://schemas.openxmlformats.org/officeDocument/2006/relationships/slideLayout" Target="../slideLayouts/slideLayout23.xml"/><Relationship Id="rId19" Type="http://schemas.openxmlformats.org/officeDocument/2006/relationships/tags" Target="../tags/tag11.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14.xml"/><Relationship Id="rId27"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4298" name="think-cell Slide" r:id="rId12" imgW="270" imgH="270" progId="TCLayout.ActiveDocument.1">
                  <p:embed/>
                </p:oleObj>
              </mc:Choice>
              <mc:Fallback>
                <p:oleObj name="think-cell Slide" r:id="rId12" imgW="270" imgH="270" progId="TCLayout.ActiveDocument.1">
                  <p:embed/>
                  <p:pic>
                    <p:nvPicPr>
                      <p:cNvPr id="0"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xmlns=""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xmlns=""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2018. All rights reserved  </a:t>
            </a:r>
            <a:r>
              <a:rPr lang="en-US" dirty="0">
                <a:solidFill>
                  <a:schemeClr val="accent2"/>
                </a:solidFill>
              </a:rPr>
              <a:t>|</a:t>
            </a:r>
          </a:p>
        </p:txBody>
      </p:sp>
      <p:sp>
        <p:nvSpPr>
          <p:cNvPr id="8" name="Text Placeholder 7">
            <a:extLst>
              <a:ext uri="{FF2B5EF4-FFF2-40B4-BE49-F238E27FC236}">
                <a16:creationId xmlns:a16="http://schemas.microsoft.com/office/drawing/2014/main" xmlns=""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grpSp>
        <p:nvGrpSpPr>
          <p:cNvPr id="3" name="Groupe 2">
            <a:extLst>
              <a:ext uri="{FF2B5EF4-FFF2-40B4-BE49-F238E27FC236}">
                <a16:creationId xmlns:a16="http://schemas.microsoft.com/office/drawing/2014/main" xmlns="" id="{231F4250-75BE-456B-A9D8-680BA4145249}"/>
              </a:ext>
            </a:extLst>
          </p:cNvPr>
          <p:cNvGrpSpPr/>
          <p:nvPr userDrawn="1"/>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xmlns=""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2" name="Rectangle 11">
              <a:extLst>
                <a:ext uri="{FF2B5EF4-FFF2-40B4-BE49-F238E27FC236}">
                  <a16:creationId xmlns:a16="http://schemas.microsoft.com/office/drawing/2014/main" xmlns=""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3" name="Rectangle 12">
              <a:extLst>
                <a:ext uri="{FF2B5EF4-FFF2-40B4-BE49-F238E27FC236}">
                  <a16:creationId xmlns:a16="http://schemas.microsoft.com/office/drawing/2014/main" xmlns=""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4" name="Rectangle 13">
              <a:extLst>
                <a:ext uri="{FF2B5EF4-FFF2-40B4-BE49-F238E27FC236}">
                  <a16:creationId xmlns:a16="http://schemas.microsoft.com/office/drawing/2014/main" xmlns=""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5" name="Rectangle 14">
              <a:extLst>
                <a:ext uri="{FF2B5EF4-FFF2-40B4-BE49-F238E27FC236}">
                  <a16:creationId xmlns:a16="http://schemas.microsoft.com/office/drawing/2014/main" xmlns=""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5" name="Groupe 4">
            <a:extLst>
              <a:ext uri="{FF2B5EF4-FFF2-40B4-BE49-F238E27FC236}">
                <a16:creationId xmlns:a16="http://schemas.microsoft.com/office/drawing/2014/main" xmlns="" id="{CC6ACEFF-8651-4C08-BAF6-3BFAE6473DAF}"/>
              </a:ext>
            </a:extLst>
          </p:cNvPr>
          <p:cNvGrpSpPr/>
          <p:nvPr userDrawn="1"/>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xmlns=""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7" name="Rectangle 16">
              <a:extLst>
                <a:ext uri="{FF2B5EF4-FFF2-40B4-BE49-F238E27FC236}">
                  <a16:creationId xmlns:a16="http://schemas.microsoft.com/office/drawing/2014/main" xmlns=""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8" name="Rectangle 17">
              <a:extLst>
                <a:ext uri="{FF2B5EF4-FFF2-40B4-BE49-F238E27FC236}">
                  <a16:creationId xmlns:a16="http://schemas.microsoft.com/office/drawing/2014/main" xmlns=""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xmlns=""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xmlns=""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xmlns=""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3" name="Rectangle 22">
              <a:extLst>
                <a:ext uri="{FF2B5EF4-FFF2-40B4-BE49-F238E27FC236}">
                  <a16:creationId xmlns:a16="http://schemas.microsoft.com/office/drawing/2014/main" xmlns=""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4" name="Rectangle 23">
              <a:extLst>
                <a:ext uri="{FF2B5EF4-FFF2-40B4-BE49-F238E27FC236}">
                  <a16:creationId xmlns:a16="http://schemas.microsoft.com/office/drawing/2014/main" xmlns=""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5" name="Rectangle 24">
              <a:extLst>
                <a:ext uri="{FF2B5EF4-FFF2-40B4-BE49-F238E27FC236}">
                  <a16:creationId xmlns:a16="http://schemas.microsoft.com/office/drawing/2014/main" xmlns=""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6" name="Rectangle 25">
              <a:extLst>
                <a:ext uri="{FF2B5EF4-FFF2-40B4-BE49-F238E27FC236}">
                  <a16:creationId xmlns:a16="http://schemas.microsoft.com/office/drawing/2014/main" xmlns=""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xmlns=""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xmlns=""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xmlns=""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xmlns=""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1762778664"/>
      </p:ext>
    </p:extLst>
  </p:cSld>
  <p:clrMap bg1="lt1" tx1="dk1" bg2="lt2" tx2="dk2" accent1="accent1" accent2="accent2" accent3="accent3" accent4="accent4" accent5="accent5" accent6="accent6" hlink="hlink" folHlink="folHlink"/>
  <p:sldLayoutIdLst>
    <p:sldLayoutId id="2147483828" r:id="rId1"/>
    <p:sldLayoutId id="2147483827" r:id="rId2"/>
    <p:sldLayoutId id="2147483831" r:id="rId3"/>
    <p:sldLayoutId id="2147483833" r:id="rId4"/>
    <p:sldLayoutId id="2147483837" r:id="rId5"/>
    <p:sldLayoutId id="2147483821" r:id="rId6"/>
    <p:sldLayoutId id="2147483877" r:id="rId7"/>
    <p:sldLayoutId id="2147483834" r:id="rId8"/>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4776" name="think-cell Slide" r:id="rId9" imgW="270" imgH="270" progId="TCLayout.ActiveDocument.1">
                  <p:embed/>
                </p:oleObj>
              </mc:Choice>
              <mc:Fallback>
                <p:oleObj name="think-cell Slide" r:id="rId9" imgW="270" imgH="270" progId="TCLayout.ActiveDocument.1">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xmlns="" id="{2B612A8E-B9C0-4A33-BDF0-7B934FC0FA7B}"/>
              </a:ext>
            </a:extLst>
          </p:cNvPr>
          <p:cNvGrpSpPr/>
          <p:nvPr userDrawn="1"/>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xmlns=""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xmlns=""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xmlns=""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xmlns=""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xmlns=""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2458042863"/>
      </p:ext>
    </p:extLst>
  </p:cSld>
  <p:clrMap bg1="lt1" tx1="dk1" bg2="lt2" tx2="dk2" accent1="accent1" accent2="accent2" accent3="accent3" accent4="accent4" accent5="accent5" accent6="accent6" hlink="hlink" folHlink="folHlink"/>
  <p:sldLayoutIdLst>
    <p:sldLayoutId id="2147483839" r:id="rId1"/>
    <p:sldLayoutId id="2147483855" r:id="rId2"/>
    <p:sldLayoutId id="2147483841" r:id="rId3"/>
    <p:sldLayoutId id="2147483842" r:id="rId4"/>
    <p:sldLayoutId id="2147483896"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50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1"/>
          <a:ext cx="195384" cy="158751"/>
        </p:xfrm>
        <a:graphic>
          <a:graphicData uri="http://schemas.openxmlformats.org/presentationml/2006/ole">
            <mc:AlternateContent xmlns:mc="http://schemas.openxmlformats.org/markup-compatibility/2006">
              <mc:Choice xmlns:v="urn:schemas-microsoft-com:vml" Requires="v">
                <p:oleObj spid="_x0000_s66606" name="think-cell Slide" r:id="rId23" imgW="360" imgH="360" progId="">
                  <p:embed/>
                </p:oleObj>
              </mc:Choice>
              <mc:Fallback>
                <p:oleObj name="think-cell Slide" r:id="rId23" imgW="360" imgH="360" progId="">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 y="1"/>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2" y="1"/>
            <a:ext cx="12191999" cy="1062180"/>
          </a:xfrm>
          <a:prstGeom prst="rect">
            <a:avLst/>
          </a:prstGeom>
        </p:spPr>
        <p:txBody>
          <a:bodyPr vert="horz" lIns="253554" tIns="28173" rIns="140864" bIns="28173" rtlCol="0" anchor="ctr">
            <a:noAutofit/>
          </a:bodyPr>
          <a:lstStyle/>
          <a:p>
            <a:r>
              <a:rPr lang="en-US" noProof="0" err="1"/>
              <a:t>Cliquez</a:t>
            </a:r>
            <a:r>
              <a:rPr lang="en-US" noProof="0"/>
              <a:t> pour modifier le style du </a:t>
            </a:r>
            <a:r>
              <a:rPr lang="en-US" noProof="0" err="1"/>
              <a:t>titre</a:t>
            </a:r>
            <a:endParaRPr lang="en-US" noProof="0"/>
          </a:p>
        </p:txBody>
      </p:sp>
      <p:sp>
        <p:nvSpPr>
          <p:cNvPr id="3" name="Text Placeholder 2"/>
          <p:cNvSpPr>
            <a:spLocks noGrp="1"/>
          </p:cNvSpPr>
          <p:nvPr>
            <p:ph type="body" idx="1"/>
            <p:custDataLst>
              <p:tags r:id="rId21"/>
            </p:custDataLst>
          </p:nvPr>
        </p:nvSpPr>
        <p:spPr>
          <a:xfrm>
            <a:off x="398022" y="1501978"/>
            <a:ext cx="11616153" cy="4636540"/>
          </a:xfrm>
          <a:prstGeom prst="rect">
            <a:avLst/>
          </a:prstGeom>
        </p:spPr>
        <p:txBody>
          <a:bodyPr vert="horz" lIns="92038" tIns="61358" rIns="61358" bIns="61358" rtlCol="0">
            <a:noAutofit/>
          </a:body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
        <p:nvSpPr>
          <p:cNvPr id="13" name="Text Box 5"/>
          <p:cNvSpPr txBox="1">
            <a:spLocks noChangeArrowheads="1"/>
          </p:cNvSpPr>
          <p:nvPr userDrawn="1"/>
        </p:nvSpPr>
        <p:spPr bwMode="gray">
          <a:xfrm>
            <a:off x="1764248" y="6437713"/>
            <a:ext cx="1378904" cy="210058"/>
          </a:xfrm>
          <a:prstGeom prst="rect">
            <a:avLst/>
          </a:prstGeom>
          <a:noFill/>
          <a:ln w="19050">
            <a:noFill/>
            <a:miter lim="800000"/>
            <a:headEnd/>
            <a:tailEnd/>
          </a:ln>
          <a:effectLst/>
        </p:spPr>
        <p:txBody>
          <a:bodyPr wrap="none">
            <a:spAutoFit/>
          </a:bodyPr>
          <a:lstStyle/>
          <a:p>
            <a:pPr defTabSz="1088239" eaLnBrk="0" hangingPunct="0">
              <a:lnSpc>
                <a:spcPct val="85000"/>
              </a:lnSpc>
            </a:pPr>
            <a:r>
              <a:rPr lang="en-US" sz="900">
                <a:solidFill>
                  <a:srgbClr val="969696"/>
                </a:solidFill>
                <a:ea typeface="Verdana" panose="020B0604030504040204" pitchFamily="34" charset="0"/>
                <a:cs typeface="Verdana" panose="020B0604030504040204" pitchFamily="34" charset="0"/>
              </a:rPr>
              <a:t>In collaboration with</a:t>
            </a:r>
          </a:p>
        </p:txBody>
      </p:sp>
      <p:sp>
        <p:nvSpPr>
          <p:cNvPr id="17" name="Line 7"/>
          <p:cNvSpPr>
            <a:spLocks noChangeShapeType="1"/>
          </p:cNvSpPr>
          <p:nvPr userDrawn="1"/>
        </p:nvSpPr>
        <p:spPr bwMode="gray">
          <a:xfrm>
            <a:off x="11588751" y="6450412"/>
            <a:ext cx="0" cy="319616"/>
          </a:xfrm>
          <a:prstGeom prst="line">
            <a:avLst/>
          </a:prstGeom>
          <a:noFill/>
          <a:ln w="9525">
            <a:solidFill>
              <a:srgbClr val="969696"/>
            </a:solidFill>
            <a:round/>
            <a:headEnd/>
            <a:tailEnd/>
          </a:ln>
          <a:effectLst/>
        </p:spPr>
        <p:txBody>
          <a:bodyPr wrap="none" anchor="ctr"/>
          <a:lstStyle/>
          <a:p>
            <a:pPr defTabSz="1088239"/>
            <a:endParaRPr lang="en-US" sz="2133">
              <a:solidFill>
                <a:srgbClr val="0070AD"/>
              </a:solidFill>
              <a:ea typeface="Verdana" panose="020B0604030504040204" pitchFamily="34" charset="0"/>
              <a:cs typeface="Verdana" panose="020B0604030504040204" pitchFamily="34" charset="0"/>
            </a:endParaRPr>
          </a:p>
        </p:txBody>
      </p:sp>
      <p:sp>
        <p:nvSpPr>
          <p:cNvPr id="18" name="Text Box 8"/>
          <p:cNvSpPr txBox="1">
            <a:spLocks noChangeArrowheads="1"/>
          </p:cNvSpPr>
          <p:nvPr userDrawn="1"/>
        </p:nvSpPr>
        <p:spPr bwMode="gray">
          <a:xfrm>
            <a:off x="11588753" y="6448295"/>
            <a:ext cx="603249" cy="323851"/>
          </a:xfrm>
          <a:prstGeom prst="rect">
            <a:avLst/>
          </a:prstGeom>
          <a:noFill/>
          <a:ln w="12700" algn="ctr">
            <a:noFill/>
            <a:miter lim="800000"/>
            <a:headEnd/>
            <a:tailEnd type="none" w="lg" len="lg"/>
          </a:ln>
          <a:effectLst/>
        </p:spPr>
        <p:txBody>
          <a:bodyPr anchor="ctr" anchorCtr="1"/>
          <a:lstStyle/>
          <a:p>
            <a:pPr defTabSz="1088239" eaLnBrk="0" hangingPunct="0">
              <a:lnSpc>
                <a:spcPct val="85000"/>
              </a:lnSpc>
            </a:pPr>
            <a:fld id="{D8875A08-D8CE-4767-B6E0-EF624296B065}" type="slidenum">
              <a:rPr lang="en-US" sz="933">
                <a:solidFill>
                  <a:srgbClr val="969696"/>
                </a:solidFill>
                <a:ea typeface="Verdana" panose="020B0604030504040204" pitchFamily="34" charset="0"/>
                <a:cs typeface="Verdana" panose="020B0604030504040204" pitchFamily="34" charset="0"/>
              </a:rPr>
              <a:pPr defTabSz="1088239" eaLnBrk="0" hangingPunct="0">
                <a:lnSpc>
                  <a:spcPct val="85000"/>
                </a:lnSpc>
              </a:pPr>
              <a:t>‹#›</a:t>
            </a:fld>
            <a:endParaRPr lang="en-US" sz="933">
              <a:solidFill>
                <a:srgbClr val="969696"/>
              </a:solidFill>
              <a:ea typeface="Verdana" panose="020B0604030504040204" pitchFamily="34" charset="0"/>
              <a:cs typeface="Verdana" panose="020B0604030504040204" pitchFamily="34" charset="0"/>
            </a:endParaRPr>
          </a:p>
        </p:txBody>
      </p:sp>
      <p:sp>
        <p:nvSpPr>
          <p:cNvPr id="19" name="Text Box 9"/>
          <p:cNvSpPr txBox="1">
            <a:spLocks noChangeArrowheads="1"/>
          </p:cNvSpPr>
          <p:nvPr userDrawn="1"/>
        </p:nvSpPr>
        <p:spPr bwMode="gray">
          <a:xfrm>
            <a:off x="5475818" y="6513913"/>
            <a:ext cx="6068484" cy="179601"/>
          </a:xfrm>
          <a:prstGeom prst="rect">
            <a:avLst/>
          </a:prstGeom>
          <a:noFill/>
          <a:ln w="12700" algn="ctr">
            <a:noFill/>
            <a:miter lim="800000"/>
            <a:headEnd/>
            <a:tailEnd type="none" w="lg" len="lg"/>
          </a:ln>
          <a:effectLst/>
        </p:spPr>
        <p:txBody>
          <a:bodyPr>
            <a:spAutoFit/>
          </a:bodyPr>
          <a:lstStyle/>
          <a:p>
            <a:pPr algn="r" defTabSz="1088239" eaLnBrk="0" hangingPunct="0">
              <a:lnSpc>
                <a:spcPct val="85000"/>
              </a:lnSpc>
            </a:pPr>
            <a:r>
              <a:rPr lang="en-US" sz="667">
                <a:solidFill>
                  <a:srgbClr val="0070AD"/>
                </a:solidFill>
                <a:ea typeface="Verdana" panose="020B0604030504040204" pitchFamily="34" charset="0"/>
                <a:cs typeface="Verdana" panose="020B0604030504040204" pitchFamily="34" charset="0"/>
              </a:rPr>
              <a:t>The information contained in this document is proprietary. Copyright © 2018 Capgemini. All rights reserved.</a:t>
            </a:r>
          </a:p>
        </p:txBody>
      </p:sp>
      <p:sp>
        <p:nvSpPr>
          <p:cNvPr id="23" name="Rectangle 22"/>
          <p:cNvSpPr/>
          <p:nvPr userDrawn="1">
            <p:custDataLst>
              <p:tags r:id="rId22"/>
            </p:custDataLst>
          </p:nvPr>
        </p:nvSpPr>
        <p:spPr>
          <a:xfrm>
            <a:off x="8910149" y="6340339"/>
            <a:ext cx="2552739" cy="261085"/>
          </a:xfrm>
          <a:prstGeom prst="rect">
            <a:avLst/>
          </a:prstGeom>
        </p:spPr>
        <p:txBody>
          <a:bodyPr wrap="none" lIns="47996" tIns="47996" rIns="47996" bIns="47996" anchor="b" anchorCtr="0">
            <a:noAutofit/>
          </a:bodyPr>
          <a:lstStyle/>
          <a:p>
            <a:pPr algn="r" defTabSz="1088239"/>
            <a:r>
              <a:rPr lang="en-US" sz="667">
                <a:solidFill>
                  <a:srgbClr val="0070AD"/>
                </a:solidFill>
                <a:ea typeface="Verdana" panose="020B0604030504040204" pitchFamily="34" charset="0"/>
                <a:cs typeface="Verdana" panose="020B0604030504040204" pitchFamily="34" charset="0"/>
              </a:rPr>
              <a:t>Dashboard Revamp | Jan 2019</a:t>
            </a:r>
          </a:p>
        </p:txBody>
      </p:sp>
      <p:pic>
        <p:nvPicPr>
          <p:cNvPr id="24" name="Graphic 9">
            <a:extLst>
              <a:ext uri="{FF2B5EF4-FFF2-40B4-BE49-F238E27FC236}">
                <a16:creationId xmlns="" xmlns:a16="http://schemas.microsoft.com/office/drawing/2014/main" id="{C3D2EC56-D17C-4A75-8178-C69397BC7353}"/>
              </a:ext>
            </a:extLst>
          </p:cNvPr>
          <p:cNvPicPr>
            <a:picLocks noChangeAspect="1"/>
          </p:cNvPicPr>
          <p:nvPr userDrawn="1"/>
        </p:nvPicPr>
        <p:blipFill>
          <a:blip r:embed="rId25">
            <a:extLst>
              <a:ext uri="{96DAC541-7B7A-43D3-8B79-37D633B846F1}">
                <asvg:svgBlip xmlns="" xmlns:asvg="http://schemas.microsoft.com/office/drawing/2016/SVG/main" r:embed="rId27"/>
              </a:ext>
            </a:extLst>
          </a:blip>
          <a:stretch>
            <a:fillRect/>
          </a:stretch>
        </p:blipFill>
        <p:spPr>
          <a:xfrm>
            <a:off x="306831" y="6429448"/>
            <a:ext cx="1412968" cy="315237"/>
          </a:xfrm>
          <a:prstGeom prst="rect">
            <a:avLst/>
          </a:prstGeom>
        </p:spPr>
      </p:pic>
      <p:pic>
        <p:nvPicPr>
          <p:cNvPr id="2181" name="Picture 133" descr="File:CLP logo.svg"/>
          <p:cNvPicPr>
            <a:picLocks noChangeAspect="1" noChangeArrowheads="1"/>
          </p:cNvPicPr>
          <p:nvPr userDrawn="1"/>
        </p:nvPicPr>
        <p:blipFill>
          <a:blip r:embed="rId28">
            <a:extLst>
              <a:ext uri="{28A0092B-C50C-407E-A947-70E740481C1C}">
                <a14:useLocalDpi xmlns:a14="http://schemas.microsoft.com/office/drawing/2010/main" val="0"/>
              </a:ext>
            </a:extLst>
          </a:blip>
          <a:srcRect/>
          <a:stretch>
            <a:fillRect/>
          </a:stretch>
        </p:blipFill>
        <p:spPr bwMode="auto">
          <a:xfrm>
            <a:off x="3143151" y="6340339"/>
            <a:ext cx="1606401" cy="401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902675"/>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5" r:id="rId16"/>
  </p:sldLayoutIdLst>
  <p:txStyles>
    <p:titleStyle>
      <a:lvl1pPr algn="l" defTabSz="1038910" rtl="0" eaLnBrk="1" latinLnBrk="0" hangingPunct="1">
        <a:lnSpc>
          <a:spcPct val="85000"/>
        </a:lnSpc>
        <a:spcBef>
          <a:spcPct val="0"/>
        </a:spcBef>
        <a:buNone/>
        <a:defRPr sz="2400" b="0" kern="1200" spc="-93" baseline="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302676" indent="-302676" algn="l" defTabSz="1038910" rtl="0" eaLnBrk="1" latinLnBrk="0" hangingPunct="1">
        <a:lnSpc>
          <a:spcPct val="90000"/>
        </a:lnSpc>
        <a:spcBef>
          <a:spcPts val="0"/>
        </a:spcBef>
        <a:spcAft>
          <a:spcPts val="681"/>
        </a:spcAft>
        <a:buClr>
          <a:schemeClr val="accent2"/>
        </a:buClr>
        <a:buFont typeface="Wingdings" pitchFamily="2" charset="2"/>
        <a:buChar char="§"/>
        <a:defRPr sz="2000" b="0" kern="1200" spc="-93"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15935" indent="-292093" algn="l" defTabSz="1038910" rtl="0" eaLnBrk="1" latinLnBrk="0" hangingPunct="1">
        <a:lnSpc>
          <a:spcPct val="90000"/>
        </a:lnSpc>
        <a:spcBef>
          <a:spcPts val="0"/>
        </a:spcBef>
        <a:spcAft>
          <a:spcPts val="681"/>
        </a:spcAft>
        <a:buClr>
          <a:schemeClr val="accent2"/>
        </a:buClr>
        <a:buFont typeface="Arial" panose="020B0604020202020204" pitchFamily="34" charset="0"/>
        <a:buChar char="–"/>
        <a:defRPr sz="1600" kern="1200" spc="-93"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42412" indent="-186262" algn="l" defTabSz="1038910" rtl="0" eaLnBrk="1" latinLnBrk="0" hangingPunct="1">
        <a:lnSpc>
          <a:spcPct val="90000"/>
        </a:lnSpc>
        <a:spcBef>
          <a:spcPts val="0"/>
        </a:spcBef>
        <a:spcAft>
          <a:spcPts val="681"/>
        </a:spcAft>
        <a:buClr>
          <a:schemeClr val="accent2"/>
        </a:buClr>
        <a:buFont typeface="Arial" pitchFamily="34" charset="0"/>
        <a:buChar char="•"/>
        <a:defRPr sz="1400" kern="1200" spc="-93"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068891" indent="-186262" algn="l" defTabSz="1038910" rtl="0" eaLnBrk="1" latinLnBrk="0" hangingPunct="1">
        <a:lnSpc>
          <a:spcPct val="90000"/>
        </a:lnSpc>
        <a:spcBef>
          <a:spcPts val="0"/>
        </a:spcBef>
        <a:spcAft>
          <a:spcPts val="681"/>
        </a:spcAft>
        <a:buClr>
          <a:schemeClr val="accent2"/>
        </a:buClr>
        <a:buFont typeface="Courier New" panose="02070309020205020404" pitchFamily="49" charset="0"/>
        <a:buChar char="o"/>
        <a:defRPr sz="1400" kern="1200" spc="-93"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917" indent="-220048" algn="l" defTabSz="1038910" rtl="0" eaLnBrk="1" latinLnBrk="0" hangingPunct="1">
        <a:spcBef>
          <a:spcPts val="0"/>
        </a:spcBef>
        <a:buClr>
          <a:srgbClr val="B1B1B1"/>
        </a:buClr>
        <a:buFont typeface="Arial" pitchFamily="34" charset="0"/>
        <a:buChar char="–"/>
        <a:defRPr sz="1867" kern="1200">
          <a:solidFill>
            <a:srgbClr val="494949"/>
          </a:solidFill>
          <a:latin typeface="+mn-lt"/>
          <a:ea typeface="+mn-ea"/>
          <a:cs typeface="+mn-cs"/>
        </a:defRPr>
      </a:lvl5pPr>
      <a:lvl6pPr marL="2857005" indent="-259728" algn="l" defTabSz="1038910"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460" indent="-259728" algn="l" defTabSz="1038910"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5915" indent="-259728" algn="l" defTabSz="1038910"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370" indent="-259728" algn="l" defTabSz="1038910" rtl="0" eaLnBrk="1" latinLnBrk="0" hangingPunct="1">
        <a:spcBef>
          <a:spcPct val="20000"/>
        </a:spcBef>
        <a:buFont typeface="Arial" pitchFamily="34" charset="0"/>
        <a:buChar char="•"/>
        <a:defRPr sz="2267" kern="1200">
          <a:solidFill>
            <a:schemeClr val="tx1"/>
          </a:solidFill>
          <a:latin typeface="+mn-lt"/>
          <a:ea typeface="+mn-ea"/>
          <a:cs typeface="+mn-cs"/>
        </a:defRPr>
      </a:lvl9pPr>
    </p:bodyStyle>
    <p:otherStyle>
      <a:defPPr>
        <a:defRPr lang="fr-FR"/>
      </a:defPPr>
      <a:lvl1pPr marL="0" algn="l" defTabSz="1038910" rtl="0" eaLnBrk="1" latinLnBrk="0" hangingPunct="1">
        <a:defRPr sz="2000" kern="1200">
          <a:solidFill>
            <a:schemeClr val="tx1"/>
          </a:solidFill>
          <a:latin typeface="+mn-lt"/>
          <a:ea typeface="+mn-ea"/>
          <a:cs typeface="+mn-cs"/>
        </a:defRPr>
      </a:lvl1pPr>
      <a:lvl2pPr marL="519455" algn="l" defTabSz="1038910" rtl="0" eaLnBrk="1" latinLnBrk="0" hangingPunct="1">
        <a:defRPr sz="2000" kern="1200">
          <a:solidFill>
            <a:schemeClr val="tx1"/>
          </a:solidFill>
          <a:latin typeface="+mn-lt"/>
          <a:ea typeface="+mn-ea"/>
          <a:cs typeface="+mn-cs"/>
        </a:defRPr>
      </a:lvl2pPr>
      <a:lvl3pPr marL="1038910" algn="l" defTabSz="1038910" rtl="0" eaLnBrk="1" latinLnBrk="0" hangingPunct="1">
        <a:defRPr sz="2000" kern="1200">
          <a:solidFill>
            <a:schemeClr val="tx1"/>
          </a:solidFill>
          <a:latin typeface="+mn-lt"/>
          <a:ea typeface="+mn-ea"/>
          <a:cs typeface="+mn-cs"/>
        </a:defRPr>
      </a:lvl3pPr>
      <a:lvl4pPr marL="1558365" algn="l" defTabSz="1038910" rtl="0" eaLnBrk="1" latinLnBrk="0" hangingPunct="1">
        <a:defRPr sz="2000" kern="1200">
          <a:solidFill>
            <a:schemeClr val="tx1"/>
          </a:solidFill>
          <a:latin typeface="+mn-lt"/>
          <a:ea typeface="+mn-ea"/>
          <a:cs typeface="+mn-cs"/>
        </a:defRPr>
      </a:lvl4pPr>
      <a:lvl5pPr marL="2077821" algn="l" defTabSz="1038910" rtl="0" eaLnBrk="1" latinLnBrk="0" hangingPunct="1">
        <a:defRPr sz="2000" kern="1200">
          <a:solidFill>
            <a:schemeClr val="tx1"/>
          </a:solidFill>
          <a:latin typeface="+mn-lt"/>
          <a:ea typeface="+mn-ea"/>
          <a:cs typeface="+mn-cs"/>
        </a:defRPr>
      </a:lvl5pPr>
      <a:lvl6pPr marL="2597276" algn="l" defTabSz="1038910" rtl="0" eaLnBrk="1" latinLnBrk="0" hangingPunct="1">
        <a:defRPr sz="2000" kern="1200">
          <a:solidFill>
            <a:schemeClr val="tx1"/>
          </a:solidFill>
          <a:latin typeface="+mn-lt"/>
          <a:ea typeface="+mn-ea"/>
          <a:cs typeface="+mn-cs"/>
        </a:defRPr>
      </a:lvl6pPr>
      <a:lvl7pPr marL="3116731" algn="l" defTabSz="1038910" rtl="0" eaLnBrk="1" latinLnBrk="0" hangingPunct="1">
        <a:defRPr sz="2000" kern="1200">
          <a:solidFill>
            <a:schemeClr val="tx1"/>
          </a:solidFill>
          <a:latin typeface="+mn-lt"/>
          <a:ea typeface="+mn-ea"/>
          <a:cs typeface="+mn-cs"/>
        </a:defRPr>
      </a:lvl7pPr>
      <a:lvl8pPr marL="3636188" algn="l" defTabSz="1038910" rtl="0" eaLnBrk="1" latinLnBrk="0" hangingPunct="1">
        <a:defRPr sz="2000" kern="1200">
          <a:solidFill>
            <a:schemeClr val="tx1"/>
          </a:solidFill>
          <a:latin typeface="+mn-lt"/>
          <a:ea typeface="+mn-ea"/>
          <a:cs typeface="+mn-cs"/>
        </a:defRPr>
      </a:lvl8pPr>
      <a:lvl9pPr marL="4155643" algn="l" defTabSz="103891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3.jp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16.svg"/><Relationship Id="rId12" Type="http://schemas.openxmlformats.org/officeDocument/2006/relationships/image" Target="../media/image31.png"/><Relationship Id="rId2" Type="http://schemas.openxmlformats.org/officeDocument/2006/relationships/image" Target="../media/image26.jpeg"/><Relationship Id="rId1" Type="http://schemas.openxmlformats.org/officeDocument/2006/relationships/slideLayout" Target="../slideLayouts/slideLayout2.xml"/><Relationship Id="rId11" Type="http://schemas.openxmlformats.org/officeDocument/2006/relationships/image" Target="../media/image17.png"/><Relationship Id="rId5" Type="http://schemas.openxmlformats.org/officeDocument/2006/relationships/hyperlink" Target="http://wccftech.com/dev-confirms-power-microsofts-azure-cloud-explains-developers-reclutant/" TargetMode="External"/><Relationship Id="rId10" Type="http://schemas.openxmlformats.org/officeDocument/2006/relationships/image" Target="../media/image30.png"/><Relationship Id="rId9" Type="http://schemas.openxmlformats.org/officeDocument/2006/relationships/image" Target="../media/image29.png"/><Relationship Id="rId14"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2286000"/>
            <a:ext cx="3706812" cy="1613647"/>
          </a:xfrm>
        </p:spPr>
        <p:txBody>
          <a:bodyPr/>
          <a:lstStyle/>
          <a:p>
            <a:pPr algn="ctr"/>
            <a:r>
              <a:rPr lang="en-GB" dirty="0" smtClean="0"/>
              <a:t>Dynamic </a:t>
            </a:r>
            <a:r>
              <a:rPr lang="en-GB" dirty="0" smtClean="0"/>
              <a:t>Data Wrangling with </a:t>
            </a:r>
            <a:r>
              <a:rPr lang="en-GB" dirty="0" smtClean="0"/>
              <a:t>Azure Data Bricks</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913" y="96135"/>
            <a:ext cx="4404817" cy="425533"/>
          </a:xfrm>
        </p:spPr>
        <p:txBody>
          <a:bodyPr/>
          <a:lstStyle/>
          <a:p>
            <a:r>
              <a:rPr lang="en-US" dirty="0" smtClean="0"/>
              <a:t>HLD For DQ Engine</a:t>
            </a:r>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584" y="4175661"/>
            <a:ext cx="1600200" cy="16002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2705100"/>
            <a:ext cx="2438400" cy="2438400"/>
          </a:xfrm>
          <a:prstGeom prst="rect">
            <a:avLst/>
          </a:prstGeom>
        </p:spPr>
      </p:pic>
      <p:pic>
        <p:nvPicPr>
          <p:cNvPr id="7" name="Picture 6"/>
          <p:cNvPicPr>
            <a:picLocks noChangeAspect="1"/>
          </p:cNvPicPr>
          <p:nvPr/>
        </p:nvPicPr>
        <p:blipFill>
          <a:blip r:embed="rId4"/>
          <a:stretch>
            <a:fillRect/>
          </a:stretch>
        </p:blipFill>
        <p:spPr>
          <a:xfrm>
            <a:off x="8897615" y="4085802"/>
            <a:ext cx="1597290" cy="1603387"/>
          </a:xfrm>
          <a:prstGeom prst="rect">
            <a:avLst/>
          </a:prstGeom>
        </p:spPr>
      </p:pic>
      <p:sp>
        <p:nvSpPr>
          <p:cNvPr id="8" name="Right Arrow 7"/>
          <p:cNvSpPr/>
          <p:nvPr/>
        </p:nvSpPr>
        <p:spPr>
          <a:xfrm>
            <a:off x="2692483" y="3642261"/>
            <a:ext cx="1629888" cy="5334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ln w="0"/>
                <a:solidFill>
                  <a:schemeClr val="tx1"/>
                </a:solidFill>
                <a:effectLst>
                  <a:outerShdw blurRad="38100" dist="19050" dir="2700000" algn="tl" rotWithShape="0">
                    <a:schemeClr val="dk1">
                      <a:alpha val="40000"/>
                    </a:schemeClr>
                  </a:outerShdw>
                </a:effectLst>
              </a:rPr>
              <a:t>Ingestion</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11" name="Right Arrow 10"/>
          <p:cNvSpPr/>
          <p:nvPr/>
        </p:nvSpPr>
        <p:spPr>
          <a:xfrm>
            <a:off x="7052459" y="3657600"/>
            <a:ext cx="1500744" cy="5334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smtClean="0"/>
              <a:t>Dumping</a:t>
            </a:r>
            <a:endParaRPr lang="en-US" sz="1400" dirty="0"/>
          </a:p>
        </p:txBody>
      </p:sp>
      <p:sp>
        <p:nvSpPr>
          <p:cNvPr id="12" name="Rectangle 11"/>
          <p:cNvSpPr/>
          <p:nvPr/>
        </p:nvSpPr>
        <p:spPr>
          <a:xfrm>
            <a:off x="3311234" y="1255055"/>
            <a:ext cx="1601809" cy="4015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columnInfo</a:t>
            </a:r>
            <a:endParaRPr lang="en-US" dirty="0"/>
          </a:p>
        </p:txBody>
      </p:sp>
      <p:sp>
        <p:nvSpPr>
          <p:cNvPr id="13" name="Rectangle 12"/>
          <p:cNvSpPr/>
          <p:nvPr/>
        </p:nvSpPr>
        <p:spPr>
          <a:xfrm>
            <a:off x="4985655" y="1426153"/>
            <a:ext cx="1905000" cy="41143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ruleInfo</a:t>
            </a:r>
            <a:endParaRPr lang="en-US" dirty="0"/>
          </a:p>
        </p:txBody>
      </p:sp>
      <p:sp>
        <p:nvSpPr>
          <p:cNvPr id="14" name="Rectangle 13"/>
          <p:cNvSpPr/>
          <p:nvPr/>
        </p:nvSpPr>
        <p:spPr>
          <a:xfrm>
            <a:off x="7168427" y="1561729"/>
            <a:ext cx="1676400" cy="4015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mappingInfo</a:t>
            </a:r>
            <a:endParaRPr lang="en-US" dirty="0"/>
          </a:p>
        </p:txBody>
      </p:sp>
      <p:cxnSp>
        <p:nvCxnSpPr>
          <p:cNvPr id="16" name="Straight Arrow Connector 15"/>
          <p:cNvCxnSpPr/>
          <p:nvPr/>
        </p:nvCxnSpPr>
        <p:spPr>
          <a:xfrm>
            <a:off x="2692483" y="1066800"/>
            <a:ext cx="607051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2"/>
          </p:cNvCxnSpPr>
          <p:nvPr/>
        </p:nvCxnSpPr>
        <p:spPr>
          <a:xfrm>
            <a:off x="4112139" y="1656589"/>
            <a:ext cx="1273566"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3" idx="2"/>
          </p:cNvCxnSpPr>
          <p:nvPr/>
        </p:nvCxnSpPr>
        <p:spPr>
          <a:xfrm>
            <a:off x="5938155" y="1837583"/>
            <a:ext cx="1980" cy="1133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4" idx="2"/>
          </p:cNvCxnSpPr>
          <p:nvPr/>
        </p:nvCxnSpPr>
        <p:spPr>
          <a:xfrm flipH="1">
            <a:off x="6537797" y="1963263"/>
            <a:ext cx="146883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686300" y="654133"/>
            <a:ext cx="2264970" cy="375805"/>
          </a:xfrm>
          <a:prstGeom prst="rect">
            <a:avLst/>
          </a:prstGeom>
          <a:noFill/>
        </p:spPr>
        <p:txBody>
          <a:bodyPr wrap="square" rtlCol="0">
            <a:spAutoFit/>
          </a:bodyPr>
          <a:lstStyle/>
          <a:p>
            <a:r>
              <a:rPr lang="en-US" dirty="0" smtClean="0"/>
              <a:t>Metadata tables</a:t>
            </a:r>
            <a:endParaRPr lang="en-US" dirty="0"/>
          </a:p>
        </p:txBody>
      </p:sp>
      <p:sp>
        <p:nvSpPr>
          <p:cNvPr id="32" name="TextBox 31"/>
          <p:cNvSpPr txBox="1"/>
          <p:nvPr/>
        </p:nvSpPr>
        <p:spPr>
          <a:xfrm>
            <a:off x="652868" y="3733616"/>
            <a:ext cx="2438400" cy="369332"/>
          </a:xfrm>
          <a:prstGeom prst="rect">
            <a:avLst/>
          </a:prstGeom>
          <a:noFill/>
        </p:spPr>
        <p:txBody>
          <a:bodyPr wrap="square" rtlCol="0">
            <a:spAutoFit/>
          </a:bodyPr>
          <a:lstStyle/>
          <a:p>
            <a:r>
              <a:rPr lang="en-US" dirty="0" smtClean="0"/>
              <a:t>Azure Storages</a:t>
            </a:r>
            <a:endParaRPr lang="en-US" dirty="0"/>
          </a:p>
        </p:txBody>
      </p:sp>
      <p:sp>
        <p:nvSpPr>
          <p:cNvPr id="33" name="TextBox 32"/>
          <p:cNvSpPr txBox="1"/>
          <p:nvPr/>
        </p:nvSpPr>
        <p:spPr>
          <a:xfrm>
            <a:off x="8747662" y="3719255"/>
            <a:ext cx="2410691" cy="379412"/>
          </a:xfrm>
          <a:prstGeom prst="rect">
            <a:avLst/>
          </a:prstGeom>
          <a:noFill/>
        </p:spPr>
        <p:txBody>
          <a:bodyPr wrap="square" rtlCol="0">
            <a:spAutoFit/>
          </a:bodyPr>
          <a:lstStyle/>
          <a:p>
            <a:r>
              <a:rPr lang="en-US" dirty="0" smtClean="0"/>
              <a:t>Azure Storages</a:t>
            </a:r>
            <a:endParaRPr lang="en-US" dirty="0"/>
          </a:p>
        </p:txBody>
      </p:sp>
      <p:sp>
        <p:nvSpPr>
          <p:cNvPr id="34" name="TextBox 33"/>
          <p:cNvSpPr txBox="1"/>
          <p:nvPr/>
        </p:nvSpPr>
        <p:spPr>
          <a:xfrm>
            <a:off x="4557217" y="5052663"/>
            <a:ext cx="2163165" cy="369332"/>
          </a:xfrm>
          <a:prstGeom prst="rect">
            <a:avLst/>
          </a:prstGeom>
          <a:noFill/>
        </p:spPr>
        <p:txBody>
          <a:bodyPr wrap="square" rtlCol="0">
            <a:spAutoFit/>
          </a:bodyPr>
          <a:lstStyle/>
          <a:p>
            <a:r>
              <a:rPr lang="en-US" dirty="0" smtClean="0"/>
              <a:t>Azure Databricks</a:t>
            </a:r>
            <a:endParaRPr lang="en-US" dirty="0"/>
          </a:p>
        </p:txBody>
      </p:sp>
      <p:sp>
        <p:nvSpPr>
          <p:cNvPr id="35" name="Left-Right Arrow 34"/>
          <p:cNvSpPr/>
          <p:nvPr/>
        </p:nvSpPr>
        <p:spPr>
          <a:xfrm>
            <a:off x="3773631" y="5281263"/>
            <a:ext cx="3678631" cy="1576737"/>
          </a:xfrm>
          <a:prstGeom prst="lef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Dynamic data transform using Pyspark</a:t>
            </a:r>
            <a:endParaRPr lang="en-US" dirty="0"/>
          </a:p>
        </p:txBody>
      </p:sp>
      <p:pic>
        <p:nvPicPr>
          <p:cNvPr id="82946" name="Picture 2" descr="Image result for azure data lake storage ic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8756" y="2460280"/>
            <a:ext cx="1327839" cy="132783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p:cNvPicPr>
            <a:picLocks noChangeAspect="1"/>
          </p:cNvPicPr>
          <p:nvPr/>
        </p:nvPicPr>
        <p:blipFill>
          <a:blip r:embed="rId6"/>
          <a:stretch>
            <a:fillRect/>
          </a:stretch>
        </p:blipFill>
        <p:spPr>
          <a:xfrm>
            <a:off x="9031738" y="2447801"/>
            <a:ext cx="1329043" cy="1329043"/>
          </a:xfrm>
          <a:prstGeom prst="rect">
            <a:avLst/>
          </a:prstGeom>
        </p:spPr>
      </p:pic>
      <p:sp>
        <p:nvSpPr>
          <p:cNvPr id="23" name="Rectangle 22"/>
          <p:cNvSpPr/>
          <p:nvPr/>
        </p:nvSpPr>
        <p:spPr>
          <a:xfrm>
            <a:off x="2611830" y="2021699"/>
            <a:ext cx="1371600" cy="4015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fileInfo</a:t>
            </a:r>
            <a:endParaRPr lang="en-US" dirty="0"/>
          </a:p>
        </p:txBody>
      </p:sp>
      <p:cxnSp>
        <p:nvCxnSpPr>
          <p:cNvPr id="3" name="Straight Arrow Connector 2"/>
          <p:cNvCxnSpPr/>
          <p:nvPr/>
        </p:nvCxnSpPr>
        <p:spPr>
          <a:xfrm>
            <a:off x="3983430" y="2411270"/>
            <a:ext cx="929614" cy="850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9106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3707" y="228600"/>
            <a:ext cx="3505201" cy="747157"/>
          </a:xfrm>
        </p:spPr>
        <p:txBody>
          <a:bodyPr/>
          <a:lstStyle/>
          <a:p>
            <a:r>
              <a:rPr lang="en-US" dirty="0" smtClean="0"/>
              <a:t>Metadata Files</a:t>
            </a:r>
            <a:endParaRPr lang="en-US" dirty="0"/>
          </a:p>
        </p:txBody>
      </p:sp>
      <p:pic>
        <p:nvPicPr>
          <p:cNvPr id="2" name="Picture 1"/>
          <p:cNvPicPr>
            <a:picLocks noChangeAspect="1"/>
          </p:cNvPicPr>
          <p:nvPr/>
        </p:nvPicPr>
        <p:blipFill>
          <a:blip r:embed="rId2"/>
          <a:stretch>
            <a:fillRect/>
          </a:stretch>
        </p:blipFill>
        <p:spPr>
          <a:xfrm>
            <a:off x="2667000" y="2133600"/>
            <a:ext cx="6903950" cy="2286000"/>
          </a:xfrm>
          <a:prstGeom prst="rect">
            <a:avLst/>
          </a:prstGeom>
        </p:spPr>
      </p:pic>
      <p:pic>
        <p:nvPicPr>
          <p:cNvPr id="10" name="Picture 9"/>
          <p:cNvPicPr>
            <a:picLocks noChangeAspect="1"/>
          </p:cNvPicPr>
          <p:nvPr/>
        </p:nvPicPr>
        <p:blipFill>
          <a:blip r:embed="rId3"/>
          <a:stretch>
            <a:fillRect/>
          </a:stretch>
        </p:blipFill>
        <p:spPr>
          <a:xfrm>
            <a:off x="10396200" y="2572927"/>
            <a:ext cx="1371719" cy="1371719"/>
          </a:xfrm>
          <a:prstGeom prst="rect">
            <a:avLst/>
          </a:prstGeom>
        </p:spPr>
      </p:pic>
      <p:sp>
        <p:nvSpPr>
          <p:cNvPr id="15" name="Right Arrow 14"/>
          <p:cNvSpPr/>
          <p:nvPr/>
        </p:nvSpPr>
        <p:spPr>
          <a:xfrm>
            <a:off x="2027150" y="3182587"/>
            <a:ext cx="8382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4"/>
          <a:stretch>
            <a:fillRect/>
          </a:stretch>
        </p:blipFill>
        <p:spPr>
          <a:xfrm flipH="1" flipV="1">
            <a:off x="9296400" y="3182587"/>
            <a:ext cx="759768" cy="168234"/>
          </a:xfrm>
          <a:prstGeom prst="rect">
            <a:avLst/>
          </a:prstGeom>
        </p:spPr>
      </p:pic>
      <p:sp>
        <p:nvSpPr>
          <p:cNvPr id="19" name="TextBox 18"/>
          <p:cNvSpPr txBox="1"/>
          <p:nvPr/>
        </p:nvSpPr>
        <p:spPr>
          <a:xfrm>
            <a:off x="1996325" y="2811022"/>
            <a:ext cx="869025" cy="400110"/>
          </a:xfrm>
          <a:prstGeom prst="rect">
            <a:avLst/>
          </a:prstGeom>
          <a:noFill/>
        </p:spPr>
        <p:txBody>
          <a:bodyPr wrap="square" rtlCol="0">
            <a:spAutoFit/>
          </a:bodyPr>
          <a:lstStyle/>
          <a:p>
            <a:r>
              <a:rPr lang="en-US" sz="1000" dirty="0" smtClean="0"/>
              <a:t>Automatic population</a:t>
            </a:r>
            <a:endParaRPr lang="en-US" sz="1000" dirty="0"/>
          </a:p>
        </p:txBody>
      </p:sp>
      <p:pic>
        <p:nvPicPr>
          <p:cNvPr id="21" name="Picture 20"/>
          <p:cNvPicPr>
            <a:picLocks noChangeAspect="1"/>
          </p:cNvPicPr>
          <p:nvPr/>
        </p:nvPicPr>
        <p:blipFill>
          <a:blip r:embed="rId5"/>
          <a:stretch>
            <a:fillRect/>
          </a:stretch>
        </p:blipFill>
        <p:spPr>
          <a:xfrm>
            <a:off x="9054964" y="2971578"/>
            <a:ext cx="1341236" cy="274344"/>
          </a:xfrm>
          <a:prstGeom prst="rect">
            <a:avLst/>
          </a:prstGeom>
        </p:spPr>
      </p:pic>
      <p:sp>
        <p:nvSpPr>
          <p:cNvPr id="23" name="TextBox 22"/>
          <p:cNvSpPr txBox="1"/>
          <p:nvPr/>
        </p:nvSpPr>
        <p:spPr>
          <a:xfrm>
            <a:off x="4495800" y="2333441"/>
            <a:ext cx="228600" cy="246221"/>
          </a:xfrm>
          <a:prstGeom prst="rect">
            <a:avLst/>
          </a:prstGeom>
          <a:noFill/>
        </p:spPr>
        <p:txBody>
          <a:bodyPr wrap="square" rtlCol="0">
            <a:spAutoFit/>
          </a:bodyPr>
          <a:lstStyle/>
          <a:p>
            <a:r>
              <a:rPr lang="en-US" sz="1000" b="1" dirty="0" smtClean="0"/>
              <a:t>1</a:t>
            </a:r>
            <a:endParaRPr lang="en-US" sz="1000" b="1" dirty="0"/>
          </a:p>
        </p:txBody>
      </p:sp>
      <p:pic>
        <p:nvPicPr>
          <p:cNvPr id="24" name="Picture 23"/>
          <p:cNvPicPr>
            <a:picLocks noChangeAspect="1"/>
          </p:cNvPicPr>
          <p:nvPr/>
        </p:nvPicPr>
        <p:blipFill>
          <a:blip r:embed="rId6"/>
          <a:stretch>
            <a:fillRect/>
          </a:stretch>
        </p:blipFill>
        <p:spPr>
          <a:xfrm>
            <a:off x="7391401" y="2388969"/>
            <a:ext cx="228600" cy="244929"/>
          </a:xfrm>
          <a:prstGeom prst="rect">
            <a:avLst/>
          </a:prstGeom>
        </p:spPr>
      </p:pic>
      <p:sp>
        <p:nvSpPr>
          <p:cNvPr id="25" name="TextBox 24"/>
          <p:cNvSpPr txBox="1"/>
          <p:nvPr/>
        </p:nvSpPr>
        <p:spPr>
          <a:xfrm>
            <a:off x="5191284" y="2344698"/>
            <a:ext cx="281825" cy="246221"/>
          </a:xfrm>
          <a:prstGeom prst="rect">
            <a:avLst/>
          </a:prstGeom>
          <a:noFill/>
        </p:spPr>
        <p:txBody>
          <a:bodyPr wrap="square" rtlCol="0">
            <a:spAutoFit/>
          </a:bodyPr>
          <a:lstStyle/>
          <a:p>
            <a:r>
              <a:rPr lang="en-US" sz="1000" b="1" dirty="0" smtClean="0"/>
              <a:t>M</a:t>
            </a:r>
            <a:endParaRPr lang="en-US" sz="1000" b="1" dirty="0"/>
          </a:p>
        </p:txBody>
      </p:sp>
      <p:sp>
        <p:nvSpPr>
          <p:cNvPr id="27" name="TextBox 26"/>
          <p:cNvSpPr txBox="1"/>
          <p:nvPr/>
        </p:nvSpPr>
        <p:spPr>
          <a:xfrm>
            <a:off x="2582093" y="4792418"/>
            <a:ext cx="7027814" cy="584775"/>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smtClean="0">
                <a:solidFill>
                  <a:schemeClr val="accent1"/>
                </a:solidFill>
                <a:latin typeface="+mj-lt"/>
                <a:ea typeface="+mj-ea"/>
                <a:cs typeface="+mj-cs"/>
              </a:rPr>
              <a:t>Multiple rules can be applied to one particular column, conversely one rule can also be applied to multiple columns.</a:t>
            </a:r>
            <a:endParaRPr lang="en-US" sz="1600" dirty="0">
              <a:solidFill>
                <a:schemeClr val="accent1"/>
              </a:solidFill>
              <a:latin typeface="+mj-lt"/>
              <a:ea typeface="+mj-ea"/>
              <a:cs typeface="+mj-cs"/>
            </a:endParaRPr>
          </a:p>
        </p:txBody>
      </p:sp>
      <p:sp>
        <p:nvSpPr>
          <p:cNvPr id="36" name="TextBox 35"/>
          <p:cNvSpPr txBox="1"/>
          <p:nvPr/>
        </p:nvSpPr>
        <p:spPr>
          <a:xfrm>
            <a:off x="6648739" y="2349580"/>
            <a:ext cx="281825" cy="246221"/>
          </a:xfrm>
          <a:prstGeom prst="rect">
            <a:avLst/>
          </a:prstGeom>
          <a:noFill/>
        </p:spPr>
        <p:txBody>
          <a:bodyPr wrap="square" rtlCol="0">
            <a:spAutoFit/>
          </a:bodyPr>
          <a:lstStyle/>
          <a:p>
            <a:r>
              <a:rPr lang="en-US" sz="1000" b="1" dirty="0" smtClean="0"/>
              <a:t>M</a:t>
            </a:r>
            <a:endParaRPr lang="en-US" sz="1000" b="1" dirty="0"/>
          </a:p>
        </p:txBody>
      </p:sp>
      <p:sp>
        <p:nvSpPr>
          <p:cNvPr id="37" name="Rectangle 36">
            <a:extLst>
              <a:ext uri="{FF2B5EF4-FFF2-40B4-BE49-F238E27FC236}">
                <a16:creationId xmlns="" xmlns:a16="http://schemas.microsoft.com/office/drawing/2014/main" id="{D9A00D3C-3A1D-4955-9238-3D0192C3AB1F}"/>
              </a:ext>
            </a:extLst>
          </p:cNvPr>
          <p:cNvSpPr/>
          <p:nvPr/>
        </p:nvSpPr>
        <p:spPr>
          <a:xfrm>
            <a:off x="5029200" y="2133600"/>
            <a:ext cx="6859884" cy="21336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088239"/>
            <a:endParaRPr lang="en-IN" sz="2133" dirty="0">
              <a:solidFill>
                <a:prstClr val="white"/>
              </a:solidFill>
            </a:endParaRPr>
          </a:p>
        </p:txBody>
      </p:sp>
      <p:sp>
        <p:nvSpPr>
          <p:cNvPr id="38" name="Rectangle 37">
            <a:extLst>
              <a:ext uri="{FF2B5EF4-FFF2-40B4-BE49-F238E27FC236}">
                <a16:creationId xmlns="" xmlns:a16="http://schemas.microsoft.com/office/drawing/2014/main" id="{D9A00D3C-3A1D-4955-9238-3D0192C3AB1F}"/>
              </a:ext>
            </a:extLst>
          </p:cNvPr>
          <p:cNvSpPr/>
          <p:nvPr/>
        </p:nvSpPr>
        <p:spPr>
          <a:xfrm>
            <a:off x="202718" y="2133601"/>
            <a:ext cx="4648534" cy="21336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088239"/>
            <a:endParaRPr lang="en-IN" sz="2133" dirty="0">
              <a:solidFill>
                <a:prstClr val="white"/>
              </a:solidFill>
            </a:endParaRPr>
          </a:p>
        </p:txBody>
      </p:sp>
      <p:pic>
        <p:nvPicPr>
          <p:cNvPr id="30" name="Picture 2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3707" y="2451219"/>
            <a:ext cx="1493427" cy="1493427"/>
          </a:xfrm>
          <a:prstGeom prst="rect">
            <a:avLst/>
          </a:prstGeom>
        </p:spPr>
      </p:pic>
    </p:spTree>
    <p:extLst>
      <p:ext uri="{BB962C8B-B14F-4D97-AF65-F5344CB8AC3E}">
        <p14:creationId xmlns:p14="http://schemas.microsoft.com/office/powerpoint/2010/main" val="2660147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9831" y="3436778"/>
            <a:ext cx="2438400" cy="381000"/>
          </a:xfrm>
        </p:spPr>
        <p:txBody>
          <a:bodyPr vert="horz" lIns="0" tIns="0" rIns="0" bIns="0" rtlCol="0" anchor="ctr">
            <a:noAutofit/>
          </a:bodyPr>
          <a:lstStyle/>
          <a:p>
            <a:r>
              <a:rPr lang="en-US" sz="1600" dirty="0"/>
              <a:t>mappingInfo.csv</a:t>
            </a:r>
            <a:r>
              <a:rPr lang="en-US" sz="1800" dirty="0"/>
              <a:t/>
            </a:r>
            <a:br>
              <a:rPr lang="en-US" sz="1800" dirty="0"/>
            </a:br>
            <a:endParaRPr lang="en-US" sz="1800"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850" y="3962830"/>
            <a:ext cx="2813195" cy="116211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134" y="3673681"/>
            <a:ext cx="3689540" cy="175269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0600" y="3673681"/>
            <a:ext cx="1676486" cy="1924149"/>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57069" y="1794032"/>
            <a:ext cx="4946904" cy="997001"/>
          </a:xfrm>
          <a:prstGeom prst="rect">
            <a:avLst/>
          </a:prstGeom>
        </p:spPr>
      </p:pic>
      <p:sp>
        <p:nvSpPr>
          <p:cNvPr id="16" name="Title 1"/>
          <p:cNvSpPr txBox="1">
            <a:spLocks/>
          </p:cNvSpPr>
          <p:nvPr/>
        </p:nvSpPr>
        <p:spPr>
          <a:xfrm>
            <a:off x="355998" y="381000"/>
            <a:ext cx="5030451" cy="3810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r>
              <a:rPr lang="en-US" smtClean="0"/>
              <a:t>Metadata Files</a:t>
            </a:r>
            <a:endParaRPr lang="en-US"/>
          </a:p>
        </p:txBody>
      </p:sp>
      <p:sp>
        <p:nvSpPr>
          <p:cNvPr id="18" name="Title 1"/>
          <p:cNvSpPr txBox="1">
            <a:spLocks/>
          </p:cNvSpPr>
          <p:nvPr/>
        </p:nvSpPr>
        <p:spPr>
          <a:xfrm>
            <a:off x="5038479" y="1654475"/>
            <a:ext cx="2438400" cy="3810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r>
              <a:rPr lang="en-US" sz="1600" dirty="0" smtClean="0"/>
              <a:t>fileinfo.csv</a:t>
            </a:r>
            <a:r>
              <a:rPr lang="en-US" sz="2000" dirty="0" smtClean="0"/>
              <a:t/>
            </a:r>
            <a:br>
              <a:rPr lang="en-US" sz="2000" dirty="0" smtClean="0"/>
            </a:br>
            <a:endParaRPr lang="en-US" sz="2000" dirty="0"/>
          </a:p>
        </p:txBody>
      </p:sp>
      <p:sp>
        <p:nvSpPr>
          <p:cNvPr id="19" name="Title 1"/>
          <p:cNvSpPr txBox="1">
            <a:spLocks/>
          </p:cNvSpPr>
          <p:nvPr/>
        </p:nvSpPr>
        <p:spPr>
          <a:xfrm>
            <a:off x="1525497" y="3772330"/>
            <a:ext cx="2438400" cy="3810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r>
              <a:rPr lang="en-US" sz="1600" dirty="0" smtClean="0"/>
              <a:t>tableInfo.csv</a:t>
            </a:r>
            <a:r>
              <a:rPr lang="en-US" sz="2000" dirty="0" smtClean="0"/>
              <a:t/>
            </a:r>
            <a:br>
              <a:rPr lang="en-US" sz="2000" dirty="0" smtClean="0"/>
            </a:br>
            <a:endParaRPr lang="en-US" sz="2000" dirty="0"/>
          </a:p>
        </p:txBody>
      </p:sp>
      <p:sp>
        <p:nvSpPr>
          <p:cNvPr id="20" name="Title 1"/>
          <p:cNvSpPr txBox="1">
            <a:spLocks/>
          </p:cNvSpPr>
          <p:nvPr/>
        </p:nvSpPr>
        <p:spPr>
          <a:xfrm>
            <a:off x="5065911" y="3483181"/>
            <a:ext cx="2438400" cy="3810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r>
              <a:rPr lang="en-US" sz="1600" dirty="0" smtClean="0"/>
              <a:t>ruleInfo.csv</a:t>
            </a:r>
            <a:r>
              <a:rPr lang="en-US" sz="2000" dirty="0" smtClean="0"/>
              <a:t/>
            </a:r>
            <a:br>
              <a:rPr lang="en-US" sz="2000" dirty="0" smtClean="0"/>
            </a:br>
            <a:endParaRPr lang="en-US" sz="2000" dirty="0"/>
          </a:p>
        </p:txBody>
      </p:sp>
    </p:spTree>
    <p:extLst>
      <p:ext uri="{BB962C8B-B14F-4D97-AF65-F5344CB8AC3E}">
        <p14:creationId xmlns:p14="http://schemas.microsoft.com/office/powerpoint/2010/main" val="28426120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7626" y="3479553"/>
            <a:ext cx="1303383" cy="977538"/>
          </a:xfrm>
          <a:prstGeom prst="rect">
            <a:avLst/>
          </a:prstGeom>
        </p:spPr>
      </p:pic>
      <p:sp>
        <p:nvSpPr>
          <p:cNvPr id="36" name="Title 2">
            <a:extLst>
              <a:ext uri="{FF2B5EF4-FFF2-40B4-BE49-F238E27FC236}">
                <a16:creationId xmlns="" xmlns:a16="http://schemas.microsoft.com/office/drawing/2014/main" id="{E3CDF410-F1AF-47C3-9EEC-DC02B4178108}"/>
              </a:ext>
            </a:extLst>
          </p:cNvPr>
          <p:cNvSpPr>
            <a:spLocks noGrp="1"/>
          </p:cNvSpPr>
          <p:nvPr>
            <p:ph type="title"/>
          </p:nvPr>
        </p:nvSpPr>
        <p:spPr>
          <a:xfrm>
            <a:off x="228600" y="193329"/>
            <a:ext cx="4165270" cy="554074"/>
          </a:xfrm>
        </p:spPr>
        <p:txBody>
          <a:bodyPr/>
          <a:lstStyle/>
          <a:p>
            <a:r>
              <a:rPr lang="en-US" dirty="0" smtClean="0"/>
              <a:t>Architecture Design</a:t>
            </a:r>
            <a:endParaRPr lang="en-US" dirty="0"/>
          </a:p>
        </p:txBody>
      </p:sp>
      <p:sp>
        <p:nvSpPr>
          <p:cNvPr id="37" name="Rectangle 36">
            <a:extLst>
              <a:ext uri="{FF2B5EF4-FFF2-40B4-BE49-F238E27FC236}">
                <a16:creationId xmlns="" xmlns:a16="http://schemas.microsoft.com/office/drawing/2014/main" id="{362DAAAE-F08E-4F24-B324-A80118D22CCF}"/>
              </a:ext>
            </a:extLst>
          </p:cNvPr>
          <p:cNvSpPr/>
          <p:nvPr/>
        </p:nvSpPr>
        <p:spPr>
          <a:xfrm>
            <a:off x="3092793" y="1217010"/>
            <a:ext cx="5930575" cy="45720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8239"/>
            <a:endParaRPr lang="en-US" sz="2133" dirty="0">
              <a:solidFill>
                <a:prstClr val="white"/>
              </a:solidFill>
            </a:endParaRPr>
          </a:p>
        </p:txBody>
      </p:sp>
      <p:sp>
        <p:nvSpPr>
          <p:cNvPr id="38" name="Rectangle 37">
            <a:extLst>
              <a:ext uri="{FF2B5EF4-FFF2-40B4-BE49-F238E27FC236}">
                <a16:creationId xmlns="" xmlns:a16="http://schemas.microsoft.com/office/drawing/2014/main" id="{D9A00D3C-3A1D-4955-9238-3D0192C3AB1F}"/>
              </a:ext>
            </a:extLst>
          </p:cNvPr>
          <p:cNvSpPr/>
          <p:nvPr/>
        </p:nvSpPr>
        <p:spPr>
          <a:xfrm>
            <a:off x="228600" y="1217010"/>
            <a:ext cx="2452826" cy="45720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088239"/>
            <a:endParaRPr lang="en-IN" sz="2133" dirty="0">
              <a:solidFill>
                <a:prstClr val="white"/>
              </a:solidFill>
            </a:endParaRPr>
          </a:p>
        </p:txBody>
      </p:sp>
      <p:sp>
        <p:nvSpPr>
          <p:cNvPr id="39" name="Rectangle 38">
            <a:extLst>
              <a:ext uri="{FF2B5EF4-FFF2-40B4-BE49-F238E27FC236}">
                <a16:creationId xmlns="" xmlns:a16="http://schemas.microsoft.com/office/drawing/2014/main" id="{CCA5B8DE-E5D6-4B96-A021-2EF391FB7199}"/>
              </a:ext>
            </a:extLst>
          </p:cNvPr>
          <p:cNvSpPr/>
          <p:nvPr/>
        </p:nvSpPr>
        <p:spPr>
          <a:xfrm>
            <a:off x="746887" y="1884722"/>
            <a:ext cx="1336937" cy="355273"/>
          </a:xfrm>
          <a:prstGeom prst="rect">
            <a:avLst/>
          </a:prstGeom>
          <a:noFill/>
          <a:ln w="10795" cap="flat" cmpd="sng" algn="ctr">
            <a:noFill/>
            <a:prstDash val="solid"/>
          </a:ln>
          <a:effectLst/>
        </p:spPr>
        <p:txBody>
          <a:bodyPr rtlCol="0" anchor="ctr"/>
          <a:lstStyle/>
          <a:p>
            <a:pPr algn="ctr" defTabSz="457200">
              <a:defRPr/>
            </a:pPr>
            <a:r>
              <a:rPr lang="en-IN" sz="1200" kern="0" dirty="0" smtClean="0">
                <a:solidFill>
                  <a:srgbClr val="000000"/>
                </a:solidFill>
                <a:latin typeface="Corbel" panose="020B0503020204020204"/>
              </a:rPr>
              <a:t>Raw Layer</a:t>
            </a:r>
            <a:endParaRPr lang="en-IN" kern="0" dirty="0">
              <a:solidFill>
                <a:srgbClr val="000000"/>
              </a:solidFill>
              <a:latin typeface="Corbel" panose="020B0503020204020204"/>
            </a:endParaRPr>
          </a:p>
        </p:txBody>
      </p:sp>
      <p:sp>
        <p:nvSpPr>
          <p:cNvPr id="40" name="Rectangle 39">
            <a:extLst>
              <a:ext uri="{FF2B5EF4-FFF2-40B4-BE49-F238E27FC236}">
                <a16:creationId xmlns="" xmlns:a16="http://schemas.microsoft.com/office/drawing/2014/main" id="{08FDA67C-3037-46D4-AB11-C46C7783A750}"/>
              </a:ext>
            </a:extLst>
          </p:cNvPr>
          <p:cNvSpPr/>
          <p:nvPr/>
        </p:nvSpPr>
        <p:spPr>
          <a:xfrm>
            <a:off x="3298679" y="3613509"/>
            <a:ext cx="5655037" cy="2013504"/>
          </a:xfrm>
          <a:prstGeom prst="rect">
            <a:avLst/>
          </a:prstGeom>
          <a:solidFill>
            <a:srgbClr val="FFFFFF"/>
          </a:solidFill>
          <a:ln w="10795" cap="flat" cmpd="sng" algn="ctr">
            <a:solidFill>
              <a:schemeClr val="accent1"/>
            </a:solidFill>
            <a:prstDash val="solid"/>
          </a:ln>
          <a:effectLst/>
        </p:spPr>
        <p:txBody>
          <a:bodyPr rtlCol="0" anchor="ctr"/>
          <a:lstStyle/>
          <a:p>
            <a:pPr algn="ctr" defTabSz="457200">
              <a:defRPr/>
            </a:pPr>
            <a:endParaRPr lang="en-IN" kern="0" dirty="0">
              <a:solidFill>
                <a:srgbClr val="000000"/>
              </a:solidFill>
              <a:latin typeface="Corbel" panose="020B0503020204020204"/>
            </a:endParaRPr>
          </a:p>
        </p:txBody>
      </p:sp>
      <p:graphicFrame>
        <p:nvGraphicFramePr>
          <p:cNvPr id="42" name="Table 41">
            <a:extLst>
              <a:ext uri="{FF2B5EF4-FFF2-40B4-BE49-F238E27FC236}">
                <a16:creationId xmlns="" xmlns:a16="http://schemas.microsoft.com/office/drawing/2014/main" id="{760120B7-E521-46B2-96BD-820D058F5107}"/>
              </a:ext>
            </a:extLst>
          </p:cNvPr>
          <p:cNvGraphicFramePr>
            <a:graphicFrameLocks noGrp="1"/>
          </p:cNvGraphicFramePr>
          <p:nvPr>
            <p:extLst>
              <p:ext uri="{D42A27DB-BD31-4B8C-83A1-F6EECF244321}">
                <p14:modId xmlns:p14="http://schemas.microsoft.com/office/powerpoint/2010/main" val="214240377"/>
              </p:ext>
            </p:extLst>
          </p:nvPr>
        </p:nvGraphicFramePr>
        <p:xfrm>
          <a:off x="800234" y="2424001"/>
          <a:ext cx="1230244" cy="798376"/>
        </p:xfrm>
        <a:graphic>
          <a:graphicData uri="http://schemas.openxmlformats.org/drawingml/2006/table">
            <a:tbl>
              <a:tblPr/>
              <a:tblGrid>
                <a:gridCol w="1230244">
                  <a:extLst>
                    <a:ext uri="{9D8B030D-6E8A-4147-A177-3AD203B41FA5}">
                      <a16:colId xmlns="" xmlns:a16="http://schemas.microsoft.com/office/drawing/2014/main" val="783979473"/>
                    </a:ext>
                  </a:extLst>
                </a:gridCol>
              </a:tblGrid>
              <a:tr h="798376">
                <a:tc>
                  <a:txBody>
                    <a:bodyPr/>
                    <a:lstStyle>
                      <a:lvl1pPr marL="0" algn="l" defTabSz="914400" rtl="0" eaLnBrk="1" latinLnBrk="0" hangingPunct="1">
                        <a:defRPr sz="1800" kern="1200">
                          <a:solidFill>
                            <a:schemeClr val="dk1"/>
                          </a:solidFill>
                          <a:latin typeface="Corbel" panose="020B0503020204020204"/>
                        </a:defRPr>
                      </a:lvl1pPr>
                      <a:lvl2pPr marL="457200" algn="l" defTabSz="914400" rtl="0" eaLnBrk="1" latinLnBrk="0" hangingPunct="1">
                        <a:defRPr sz="1800" kern="1200">
                          <a:solidFill>
                            <a:schemeClr val="dk1"/>
                          </a:solidFill>
                          <a:latin typeface="Corbel" panose="020B0503020204020204"/>
                        </a:defRPr>
                      </a:lvl2pPr>
                      <a:lvl3pPr marL="914400" algn="l" defTabSz="914400" rtl="0" eaLnBrk="1" latinLnBrk="0" hangingPunct="1">
                        <a:defRPr sz="1800" kern="1200">
                          <a:solidFill>
                            <a:schemeClr val="dk1"/>
                          </a:solidFill>
                          <a:latin typeface="Corbel" panose="020B0503020204020204"/>
                        </a:defRPr>
                      </a:lvl3pPr>
                      <a:lvl4pPr marL="1371600" algn="l" defTabSz="914400" rtl="0" eaLnBrk="1" latinLnBrk="0" hangingPunct="1">
                        <a:defRPr sz="1800" kern="1200">
                          <a:solidFill>
                            <a:schemeClr val="dk1"/>
                          </a:solidFill>
                          <a:latin typeface="Corbel" panose="020B0503020204020204"/>
                        </a:defRPr>
                      </a:lvl4pPr>
                      <a:lvl5pPr marL="1828800" algn="l" defTabSz="914400" rtl="0" eaLnBrk="1" latinLnBrk="0" hangingPunct="1">
                        <a:defRPr sz="1800" kern="1200">
                          <a:solidFill>
                            <a:schemeClr val="dk1"/>
                          </a:solidFill>
                          <a:latin typeface="Corbel" panose="020B0503020204020204"/>
                        </a:defRPr>
                      </a:lvl5pPr>
                      <a:lvl6pPr marL="2286000" algn="l" defTabSz="914400" rtl="0" eaLnBrk="1" latinLnBrk="0" hangingPunct="1">
                        <a:defRPr sz="1800" kern="1200">
                          <a:solidFill>
                            <a:schemeClr val="dk1"/>
                          </a:solidFill>
                          <a:latin typeface="Corbel" panose="020B0503020204020204"/>
                        </a:defRPr>
                      </a:lvl6pPr>
                      <a:lvl7pPr marL="2743200" algn="l" defTabSz="914400" rtl="0" eaLnBrk="1" latinLnBrk="0" hangingPunct="1">
                        <a:defRPr sz="1800" kern="1200">
                          <a:solidFill>
                            <a:schemeClr val="dk1"/>
                          </a:solidFill>
                          <a:latin typeface="Corbel" panose="020B0503020204020204"/>
                        </a:defRPr>
                      </a:lvl7pPr>
                      <a:lvl8pPr marL="3200400" algn="l" defTabSz="914400" rtl="0" eaLnBrk="1" latinLnBrk="0" hangingPunct="1">
                        <a:defRPr sz="1800" kern="1200">
                          <a:solidFill>
                            <a:schemeClr val="dk1"/>
                          </a:solidFill>
                          <a:latin typeface="Corbel" panose="020B0503020204020204"/>
                        </a:defRPr>
                      </a:lvl8pPr>
                      <a:lvl9pPr marL="3657600" algn="l" defTabSz="914400" rtl="0" eaLnBrk="1" latinLnBrk="0" hangingPunct="1">
                        <a:defRPr sz="1800" kern="1200">
                          <a:solidFill>
                            <a:schemeClr val="dk1"/>
                          </a:solidFill>
                          <a:latin typeface="Corbel" panose="020B0503020204020204"/>
                        </a:defRPr>
                      </a:lvl9pPr>
                    </a:lstStyle>
                    <a:p>
                      <a:pPr algn="ctr" fontAlgn="t"/>
                      <a:endParaRPr lang="en-IN" sz="1200" u="none" strike="noStrike" dirty="0" smtClean="0">
                        <a:effectLst>
                          <a:outerShdw blurRad="38100" dist="38100" dir="2700000" algn="tl">
                            <a:srgbClr val="000000">
                              <a:alpha val="43137"/>
                            </a:srgbClr>
                          </a:outerShdw>
                        </a:effectLst>
                      </a:endParaRPr>
                    </a:p>
                    <a:p>
                      <a:pPr algn="ctr" fontAlgn="t"/>
                      <a:endParaRPr lang="en-IN" sz="1200" u="none" strike="noStrike" dirty="0" smtClean="0">
                        <a:effectLst>
                          <a:outerShdw blurRad="38100" dist="38100" dir="2700000" algn="tl">
                            <a:srgbClr val="000000">
                              <a:alpha val="43137"/>
                            </a:srgbClr>
                          </a:outerShdw>
                        </a:effectLst>
                      </a:endParaRPr>
                    </a:p>
                    <a:p>
                      <a:pPr algn="ctr" fontAlgn="t"/>
                      <a:r>
                        <a:rPr lang="en-IN" sz="1200" u="none" strike="noStrike" dirty="0" smtClean="0">
                          <a:effectLst>
                            <a:outerShdw blurRad="38100" dist="38100" dir="2700000" algn="tl">
                              <a:srgbClr val="000000">
                                <a:alpha val="43137"/>
                              </a:srgbClr>
                            </a:outerShdw>
                          </a:effectLst>
                        </a:rPr>
                        <a:t>Data Source 1</a:t>
                      </a:r>
                      <a:endParaRPr lang="en-IN" sz="1200" b="0" i="0" u="none" strike="noStrike" dirty="0" smtClean="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txBody>
                  <a:tcPr marL="0" marR="0"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5454">
                        <a:lumMod val="20000"/>
                        <a:lumOff val="80000"/>
                      </a:srgbClr>
                    </a:solidFill>
                  </a:tcPr>
                </a:tc>
                <a:extLst>
                  <a:ext uri="{0D108BD9-81ED-4DB2-BD59-A6C34878D82A}">
                    <a16:rowId xmlns="" xmlns:a16="http://schemas.microsoft.com/office/drawing/2014/main" val="3179139563"/>
                  </a:ext>
                </a:extLst>
              </a:tr>
            </a:tbl>
          </a:graphicData>
        </a:graphic>
      </p:graphicFrame>
      <p:pic>
        <p:nvPicPr>
          <p:cNvPr id="50" name="Graphic 12" descr="Building" title="On Premises">
            <a:extLst>
              <a:ext uri="{FF2B5EF4-FFF2-40B4-BE49-F238E27FC236}">
                <a16:creationId xmlns="" xmlns:a16="http://schemas.microsoft.com/office/drawing/2014/main" id="{71E6320A-2E78-4002-94AC-6A9F524DA912}"/>
              </a:ext>
            </a:extLst>
          </p:cNvPr>
          <p:cNvPicPr>
            <a:picLocks noChangeAspect="1"/>
          </p:cNvPicPr>
          <p:nvPr/>
        </p:nvPicPr>
        <p:blipFill>
          <a:blip r:embed="rId3">
            <a:extLst>
              <a:ext uri="{96DAC541-7B7A-43D3-8B79-37D633B846F1}">
                <asvg:svgBlip xmlns="" xmlns:asvg="http://schemas.microsoft.com/office/drawing/2016/SVG/main" r:embed="rId7"/>
              </a:ext>
            </a:extLst>
          </a:blip>
          <a:stretch>
            <a:fillRect/>
          </a:stretch>
        </p:blipFill>
        <p:spPr>
          <a:xfrm>
            <a:off x="1071061" y="1332301"/>
            <a:ext cx="648569" cy="648569"/>
          </a:xfrm>
          <a:prstGeom prst="rect">
            <a:avLst/>
          </a:prstGeom>
        </p:spPr>
      </p:pic>
      <p:pic>
        <p:nvPicPr>
          <p:cNvPr id="49" name="Content Placeholder 8">
            <a:extLst>
              <a:ext uri="{FF2B5EF4-FFF2-40B4-BE49-F238E27FC236}">
                <a16:creationId xmlns="" xmlns:a16="http://schemas.microsoft.com/office/drawing/2014/main" id="{39BA9D37-90ED-4F0C-89A6-BBCBA997C7FC}"/>
              </a:ext>
            </a:extLst>
          </p:cNvPr>
          <p:cNvPicPr>
            <a:picLocks noChangeAspect="1"/>
          </p:cNvPicPr>
          <p:nvPr/>
        </p:nvPicPr>
        <p:blipFill>
          <a:blip r:embed="rId8">
            <a:extLst>
              <a:ext uri="{837473B0-CC2E-450A-ABE3-18F120FF3D39}">
                <a1611:picAttrSrcUrl xmlns="" xmlns:a1611="http://schemas.microsoft.com/office/drawing/2016/11/main" r:id="rId5"/>
              </a:ext>
            </a:extLst>
          </a:blip>
          <a:stretch>
            <a:fillRect/>
          </a:stretch>
        </p:blipFill>
        <p:spPr>
          <a:xfrm>
            <a:off x="1868357" y="939662"/>
            <a:ext cx="1075392" cy="614509"/>
          </a:xfrm>
          <a:prstGeom prst="rect">
            <a:avLst/>
          </a:prstGeom>
        </p:spPr>
      </p:pic>
      <p:cxnSp>
        <p:nvCxnSpPr>
          <p:cNvPr id="51" name="Elbow Connector 26">
            <a:extLst>
              <a:ext uri="{FF2B5EF4-FFF2-40B4-BE49-F238E27FC236}">
                <a16:creationId xmlns="" xmlns:a16="http://schemas.microsoft.com/office/drawing/2014/main" id="{9736AF4B-FC05-40EB-A855-DF780B119CB2}"/>
              </a:ext>
            </a:extLst>
          </p:cNvPr>
          <p:cNvCxnSpPr>
            <a:cxnSpLocks/>
            <a:stCxn id="80" idx="2"/>
            <a:endCxn id="40" idx="0"/>
          </p:cNvCxnSpPr>
          <p:nvPr/>
        </p:nvCxnSpPr>
        <p:spPr>
          <a:xfrm rot="16200000" flipH="1">
            <a:off x="5958287" y="3445598"/>
            <a:ext cx="267704" cy="68118"/>
          </a:xfrm>
          <a:prstGeom prst="bentConnector3">
            <a:avLst>
              <a:gd name="adj1" fmla="val 50000"/>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52" name="TextBox 51">
            <a:extLst>
              <a:ext uri="{FF2B5EF4-FFF2-40B4-BE49-F238E27FC236}">
                <a16:creationId xmlns="" xmlns:a16="http://schemas.microsoft.com/office/drawing/2014/main" id="{87BAB29B-5EDE-4636-8399-705672B2E41F}"/>
              </a:ext>
            </a:extLst>
          </p:cNvPr>
          <p:cNvSpPr txBox="1"/>
          <p:nvPr/>
        </p:nvSpPr>
        <p:spPr>
          <a:xfrm>
            <a:off x="4577095" y="4704727"/>
            <a:ext cx="668423" cy="429604"/>
          </a:xfrm>
          <a:prstGeom prst="rect">
            <a:avLst/>
          </a:prstGeom>
          <a:ln w="3175">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defTabSz="932597">
              <a:defRPr sz="800" b="1" kern="0">
                <a:gradFill>
                  <a:gsLst>
                    <a:gs pos="1250">
                      <a:srgbClr val="00264A"/>
                    </a:gs>
                    <a:gs pos="100000">
                      <a:srgbClr val="00264A"/>
                    </a:gs>
                  </a:gsLst>
                  <a:lin ang="5400000" scaled="0"/>
                </a:gradFill>
              </a:defRPr>
            </a:lvl1pPr>
            <a:lvl2pPr marL="466371" defTabSz="932742">
              <a:defRPr>
                <a:solidFill>
                  <a:schemeClr val="dk1"/>
                </a:solidFill>
              </a:defRPr>
            </a:lvl2pPr>
            <a:lvl3pPr marL="932742" defTabSz="932742">
              <a:defRPr>
                <a:solidFill>
                  <a:schemeClr val="dk1"/>
                </a:solidFill>
              </a:defRPr>
            </a:lvl3pPr>
            <a:lvl4pPr marL="1399113" defTabSz="932742">
              <a:defRPr>
                <a:solidFill>
                  <a:schemeClr val="dk1"/>
                </a:solidFill>
              </a:defRPr>
            </a:lvl4pPr>
            <a:lvl5pPr marL="1865484" defTabSz="932742">
              <a:defRPr>
                <a:solidFill>
                  <a:schemeClr val="dk1"/>
                </a:solidFill>
              </a:defRPr>
            </a:lvl5pPr>
            <a:lvl6pPr marL="2331856" defTabSz="932742">
              <a:defRPr>
                <a:solidFill>
                  <a:schemeClr val="dk1"/>
                </a:solidFill>
              </a:defRPr>
            </a:lvl6pPr>
            <a:lvl7pPr marL="2798226" defTabSz="932742">
              <a:defRPr>
                <a:solidFill>
                  <a:schemeClr val="dk1"/>
                </a:solidFill>
              </a:defRPr>
            </a:lvl7pPr>
            <a:lvl8pPr marL="3264597" defTabSz="932742">
              <a:defRPr>
                <a:solidFill>
                  <a:schemeClr val="dk1"/>
                </a:solidFill>
              </a:defRPr>
            </a:lvl8pPr>
            <a:lvl9pPr marL="3730969" defTabSz="932742">
              <a:defRPr>
                <a:solidFill>
                  <a:schemeClr val="dk1"/>
                </a:solidFill>
              </a:defRPr>
            </a:lvl9pPr>
          </a:lstStyle>
          <a:p>
            <a:r>
              <a:rPr lang="en-US" dirty="0" smtClean="0"/>
              <a:t>Rule fetching</a:t>
            </a:r>
            <a:endParaRPr lang="en-US" dirty="0"/>
          </a:p>
        </p:txBody>
      </p:sp>
      <p:graphicFrame>
        <p:nvGraphicFramePr>
          <p:cNvPr id="60" name="Table 59">
            <a:extLst>
              <a:ext uri="{FF2B5EF4-FFF2-40B4-BE49-F238E27FC236}">
                <a16:creationId xmlns="" xmlns:a16="http://schemas.microsoft.com/office/drawing/2014/main" id="{0E33DB6F-0BCA-4E3D-8840-4EBEDE408E57}"/>
              </a:ext>
            </a:extLst>
          </p:cNvPr>
          <p:cNvGraphicFramePr>
            <a:graphicFrameLocks noGrp="1"/>
          </p:cNvGraphicFramePr>
          <p:nvPr>
            <p:extLst>
              <p:ext uri="{D42A27DB-BD31-4B8C-83A1-F6EECF244321}">
                <p14:modId xmlns:p14="http://schemas.microsoft.com/office/powerpoint/2010/main" val="1119073029"/>
              </p:ext>
            </p:extLst>
          </p:nvPr>
        </p:nvGraphicFramePr>
        <p:xfrm>
          <a:off x="800234" y="3585793"/>
          <a:ext cx="1230244" cy="798376"/>
        </p:xfrm>
        <a:graphic>
          <a:graphicData uri="http://schemas.openxmlformats.org/drawingml/2006/table">
            <a:tbl>
              <a:tblPr/>
              <a:tblGrid>
                <a:gridCol w="1230244">
                  <a:extLst>
                    <a:ext uri="{9D8B030D-6E8A-4147-A177-3AD203B41FA5}">
                      <a16:colId xmlns="" xmlns:a16="http://schemas.microsoft.com/office/drawing/2014/main" val="783979473"/>
                    </a:ext>
                  </a:extLst>
                </a:gridCol>
              </a:tblGrid>
              <a:tr h="798376">
                <a:tc>
                  <a:txBody>
                    <a:bodyPr/>
                    <a:lstStyle>
                      <a:lvl1pPr marL="0" algn="l" defTabSz="914400" rtl="0" eaLnBrk="1" latinLnBrk="0" hangingPunct="1">
                        <a:defRPr sz="1800" kern="1200">
                          <a:solidFill>
                            <a:schemeClr val="dk1"/>
                          </a:solidFill>
                          <a:latin typeface="Corbel" panose="020B0503020204020204"/>
                        </a:defRPr>
                      </a:lvl1pPr>
                      <a:lvl2pPr marL="457200" algn="l" defTabSz="914400" rtl="0" eaLnBrk="1" latinLnBrk="0" hangingPunct="1">
                        <a:defRPr sz="1800" kern="1200">
                          <a:solidFill>
                            <a:schemeClr val="dk1"/>
                          </a:solidFill>
                          <a:latin typeface="Corbel" panose="020B0503020204020204"/>
                        </a:defRPr>
                      </a:lvl2pPr>
                      <a:lvl3pPr marL="914400" algn="l" defTabSz="914400" rtl="0" eaLnBrk="1" latinLnBrk="0" hangingPunct="1">
                        <a:defRPr sz="1800" kern="1200">
                          <a:solidFill>
                            <a:schemeClr val="dk1"/>
                          </a:solidFill>
                          <a:latin typeface="Corbel" panose="020B0503020204020204"/>
                        </a:defRPr>
                      </a:lvl3pPr>
                      <a:lvl4pPr marL="1371600" algn="l" defTabSz="914400" rtl="0" eaLnBrk="1" latinLnBrk="0" hangingPunct="1">
                        <a:defRPr sz="1800" kern="1200">
                          <a:solidFill>
                            <a:schemeClr val="dk1"/>
                          </a:solidFill>
                          <a:latin typeface="Corbel" panose="020B0503020204020204"/>
                        </a:defRPr>
                      </a:lvl4pPr>
                      <a:lvl5pPr marL="1828800" algn="l" defTabSz="914400" rtl="0" eaLnBrk="1" latinLnBrk="0" hangingPunct="1">
                        <a:defRPr sz="1800" kern="1200">
                          <a:solidFill>
                            <a:schemeClr val="dk1"/>
                          </a:solidFill>
                          <a:latin typeface="Corbel" panose="020B0503020204020204"/>
                        </a:defRPr>
                      </a:lvl5pPr>
                      <a:lvl6pPr marL="2286000" algn="l" defTabSz="914400" rtl="0" eaLnBrk="1" latinLnBrk="0" hangingPunct="1">
                        <a:defRPr sz="1800" kern="1200">
                          <a:solidFill>
                            <a:schemeClr val="dk1"/>
                          </a:solidFill>
                          <a:latin typeface="Corbel" panose="020B0503020204020204"/>
                        </a:defRPr>
                      </a:lvl6pPr>
                      <a:lvl7pPr marL="2743200" algn="l" defTabSz="914400" rtl="0" eaLnBrk="1" latinLnBrk="0" hangingPunct="1">
                        <a:defRPr sz="1800" kern="1200">
                          <a:solidFill>
                            <a:schemeClr val="dk1"/>
                          </a:solidFill>
                          <a:latin typeface="Corbel" panose="020B0503020204020204"/>
                        </a:defRPr>
                      </a:lvl7pPr>
                      <a:lvl8pPr marL="3200400" algn="l" defTabSz="914400" rtl="0" eaLnBrk="1" latinLnBrk="0" hangingPunct="1">
                        <a:defRPr sz="1800" kern="1200">
                          <a:solidFill>
                            <a:schemeClr val="dk1"/>
                          </a:solidFill>
                          <a:latin typeface="Corbel" panose="020B0503020204020204"/>
                        </a:defRPr>
                      </a:lvl8pPr>
                      <a:lvl9pPr marL="3657600" algn="l" defTabSz="914400" rtl="0" eaLnBrk="1" latinLnBrk="0" hangingPunct="1">
                        <a:defRPr sz="1800" kern="1200">
                          <a:solidFill>
                            <a:schemeClr val="dk1"/>
                          </a:solidFill>
                          <a:latin typeface="Corbel" panose="020B0503020204020204"/>
                        </a:defRPr>
                      </a:lvl9pPr>
                    </a:lstStyle>
                    <a:p>
                      <a:pPr algn="ctr" fontAlgn="t"/>
                      <a:endParaRPr lang="en-IN" sz="1200" u="none" strike="noStrike" dirty="0">
                        <a:effectLst>
                          <a:outerShdw blurRad="38100" dist="38100" dir="2700000" algn="tl">
                            <a:srgbClr val="000000">
                              <a:alpha val="43137"/>
                            </a:srgbClr>
                          </a:outerShdw>
                        </a:effectLst>
                      </a:endParaRPr>
                    </a:p>
                    <a:p>
                      <a:pPr algn="ctr" fontAlgn="t"/>
                      <a:endParaRPr lang="en-IN" sz="1200" u="none" strike="noStrike" dirty="0">
                        <a:effectLst>
                          <a:outerShdw blurRad="38100" dist="38100" dir="2700000" algn="tl">
                            <a:srgbClr val="000000">
                              <a:alpha val="43137"/>
                            </a:srgbClr>
                          </a:outerShdw>
                        </a:effectLst>
                      </a:endParaRPr>
                    </a:p>
                    <a:p>
                      <a:pPr algn="ctr" fontAlgn="t"/>
                      <a:r>
                        <a:rPr lang="en-IN" sz="1200" u="none" strike="noStrike" dirty="0" smtClean="0">
                          <a:effectLst>
                            <a:outerShdw blurRad="38100" dist="38100" dir="2700000" algn="tl">
                              <a:srgbClr val="000000">
                                <a:alpha val="43137"/>
                              </a:srgbClr>
                            </a:outerShdw>
                          </a:effectLst>
                        </a:rPr>
                        <a:t>Data Source 2</a:t>
                      </a:r>
                      <a:endParaRPr lang="en-IN" sz="1200" b="0" i="0" u="none" strike="noStrike" dirty="0" smtClean="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txBody>
                  <a:tcPr marL="0" marR="0"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5454">
                        <a:lumMod val="20000"/>
                        <a:lumOff val="80000"/>
                      </a:srgbClr>
                    </a:solidFill>
                  </a:tcPr>
                </a:tc>
                <a:extLst>
                  <a:ext uri="{0D108BD9-81ED-4DB2-BD59-A6C34878D82A}">
                    <a16:rowId xmlns="" xmlns:a16="http://schemas.microsoft.com/office/drawing/2014/main" val="3179139563"/>
                  </a:ext>
                </a:extLst>
              </a:tr>
            </a:tbl>
          </a:graphicData>
        </a:graphic>
      </p:graphicFrame>
      <p:graphicFrame>
        <p:nvGraphicFramePr>
          <p:cNvPr id="61" name="Table 60">
            <a:extLst>
              <a:ext uri="{FF2B5EF4-FFF2-40B4-BE49-F238E27FC236}">
                <a16:creationId xmlns="" xmlns:a16="http://schemas.microsoft.com/office/drawing/2014/main" id="{17667ACB-83E3-4192-A15D-2A56E7F8BD0A}"/>
              </a:ext>
            </a:extLst>
          </p:cNvPr>
          <p:cNvGraphicFramePr>
            <a:graphicFrameLocks noGrp="1"/>
          </p:cNvGraphicFramePr>
          <p:nvPr>
            <p:extLst>
              <p:ext uri="{D42A27DB-BD31-4B8C-83A1-F6EECF244321}">
                <p14:modId xmlns:p14="http://schemas.microsoft.com/office/powerpoint/2010/main" val="3851042860"/>
              </p:ext>
            </p:extLst>
          </p:nvPr>
        </p:nvGraphicFramePr>
        <p:xfrm>
          <a:off x="800234" y="4752285"/>
          <a:ext cx="1230244" cy="798376"/>
        </p:xfrm>
        <a:graphic>
          <a:graphicData uri="http://schemas.openxmlformats.org/drawingml/2006/table">
            <a:tbl>
              <a:tblPr/>
              <a:tblGrid>
                <a:gridCol w="1230244">
                  <a:extLst>
                    <a:ext uri="{9D8B030D-6E8A-4147-A177-3AD203B41FA5}">
                      <a16:colId xmlns="" xmlns:a16="http://schemas.microsoft.com/office/drawing/2014/main" val="783979473"/>
                    </a:ext>
                  </a:extLst>
                </a:gridCol>
              </a:tblGrid>
              <a:tr h="798376">
                <a:tc>
                  <a:txBody>
                    <a:bodyPr/>
                    <a:lstStyle>
                      <a:lvl1pPr marL="0" algn="l" defTabSz="914400" rtl="0" eaLnBrk="1" latinLnBrk="0" hangingPunct="1">
                        <a:defRPr sz="1800" kern="1200">
                          <a:solidFill>
                            <a:schemeClr val="dk1"/>
                          </a:solidFill>
                          <a:latin typeface="Corbel" panose="020B0503020204020204"/>
                        </a:defRPr>
                      </a:lvl1pPr>
                      <a:lvl2pPr marL="457200" algn="l" defTabSz="914400" rtl="0" eaLnBrk="1" latinLnBrk="0" hangingPunct="1">
                        <a:defRPr sz="1800" kern="1200">
                          <a:solidFill>
                            <a:schemeClr val="dk1"/>
                          </a:solidFill>
                          <a:latin typeface="Corbel" panose="020B0503020204020204"/>
                        </a:defRPr>
                      </a:lvl2pPr>
                      <a:lvl3pPr marL="914400" algn="l" defTabSz="914400" rtl="0" eaLnBrk="1" latinLnBrk="0" hangingPunct="1">
                        <a:defRPr sz="1800" kern="1200">
                          <a:solidFill>
                            <a:schemeClr val="dk1"/>
                          </a:solidFill>
                          <a:latin typeface="Corbel" panose="020B0503020204020204"/>
                        </a:defRPr>
                      </a:lvl3pPr>
                      <a:lvl4pPr marL="1371600" algn="l" defTabSz="914400" rtl="0" eaLnBrk="1" latinLnBrk="0" hangingPunct="1">
                        <a:defRPr sz="1800" kern="1200">
                          <a:solidFill>
                            <a:schemeClr val="dk1"/>
                          </a:solidFill>
                          <a:latin typeface="Corbel" panose="020B0503020204020204"/>
                        </a:defRPr>
                      </a:lvl4pPr>
                      <a:lvl5pPr marL="1828800" algn="l" defTabSz="914400" rtl="0" eaLnBrk="1" latinLnBrk="0" hangingPunct="1">
                        <a:defRPr sz="1800" kern="1200">
                          <a:solidFill>
                            <a:schemeClr val="dk1"/>
                          </a:solidFill>
                          <a:latin typeface="Corbel" panose="020B0503020204020204"/>
                        </a:defRPr>
                      </a:lvl5pPr>
                      <a:lvl6pPr marL="2286000" algn="l" defTabSz="914400" rtl="0" eaLnBrk="1" latinLnBrk="0" hangingPunct="1">
                        <a:defRPr sz="1800" kern="1200">
                          <a:solidFill>
                            <a:schemeClr val="dk1"/>
                          </a:solidFill>
                          <a:latin typeface="Corbel" panose="020B0503020204020204"/>
                        </a:defRPr>
                      </a:lvl6pPr>
                      <a:lvl7pPr marL="2743200" algn="l" defTabSz="914400" rtl="0" eaLnBrk="1" latinLnBrk="0" hangingPunct="1">
                        <a:defRPr sz="1800" kern="1200">
                          <a:solidFill>
                            <a:schemeClr val="dk1"/>
                          </a:solidFill>
                          <a:latin typeface="Corbel" panose="020B0503020204020204"/>
                        </a:defRPr>
                      </a:lvl7pPr>
                      <a:lvl8pPr marL="3200400" algn="l" defTabSz="914400" rtl="0" eaLnBrk="1" latinLnBrk="0" hangingPunct="1">
                        <a:defRPr sz="1800" kern="1200">
                          <a:solidFill>
                            <a:schemeClr val="dk1"/>
                          </a:solidFill>
                          <a:latin typeface="Corbel" panose="020B0503020204020204"/>
                        </a:defRPr>
                      </a:lvl8pPr>
                      <a:lvl9pPr marL="3657600" algn="l" defTabSz="914400" rtl="0" eaLnBrk="1" latinLnBrk="0" hangingPunct="1">
                        <a:defRPr sz="1800" kern="1200">
                          <a:solidFill>
                            <a:schemeClr val="dk1"/>
                          </a:solidFill>
                          <a:latin typeface="Corbel" panose="020B0503020204020204"/>
                        </a:defRPr>
                      </a:lvl9pPr>
                    </a:lstStyle>
                    <a:p>
                      <a:pPr algn="ctr" fontAlgn="t"/>
                      <a:endParaRPr lang="en-IN" sz="1200" u="none" strike="noStrike" dirty="0">
                        <a:effectLst>
                          <a:outerShdw blurRad="38100" dist="38100" dir="2700000" algn="tl">
                            <a:srgbClr val="000000">
                              <a:alpha val="43137"/>
                            </a:srgbClr>
                          </a:outerShdw>
                        </a:effectLst>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r>
                        <a:rPr lang="en-IN" sz="1200" u="none" strike="noStrike" dirty="0" smtClean="0">
                          <a:effectLst>
                            <a:outerShdw blurRad="38100" dist="38100" dir="2700000" algn="tl">
                              <a:srgbClr val="000000">
                                <a:alpha val="43137"/>
                              </a:srgbClr>
                            </a:outerShdw>
                          </a:effectLst>
                        </a:rPr>
                        <a:t>Data Source 3</a:t>
                      </a:r>
                      <a:endParaRPr lang="en-IN" sz="1200" b="0" i="0" u="none" strike="noStrike" dirty="0" smtClean="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txBody>
                  <a:tcPr marL="0" marR="0"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5454">
                        <a:lumMod val="20000"/>
                        <a:lumOff val="80000"/>
                      </a:srgbClr>
                    </a:solidFill>
                  </a:tcPr>
                </a:tc>
                <a:extLst>
                  <a:ext uri="{0D108BD9-81ED-4DB2-BD59-A6C34878D82A}">
                    <a16:rowId xmlns="" xmlns:a16="http://schemas.microsoft.com/office/drawing/2014/main" val="3179139563"/>
                  </a:ext>
                </a:extLst>
              </a:tr>
            </a:tbl>
          </a:graphicData>
        </a:graphic>
      </p:graphicFrame>
      <p:cxnSp>
        <p:nvCxnSpPr>
          <p:cNvPr id="62" name="Elbow Connector 26">
            <a:extLst>
              <a:ext uri="{FF2B5EF4-FFF2-40B4-BE49-F238E27FC236}">
                <a16:creationId xmlns="" xmlns:a16="http://schemas.microsoft.com/office/drawing/2014/main" id="{6B0C1B89-2A53-43F9-B673-891A02A95667}"/>
              </a:ext>
            </a:extLst>
          </p:cNvPr>
          <p:cNvCxnSpPr>
            <a:cxnSpLocks/>
          </p:cNvCxnSpPr>
          <p:nvPr/>
        </p:nvCxnSpPr>
        <p:spPr>
          <a:xfrm>
            <a:off x="9012261" y="3496111"/>
            <a:ext cx="408107" cy="812"/>
          </a:xfrm>
          <a:prstGeom prst="bentConnector3">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64" name="TextBox 63">
            <a:extLst>
              <a:ext uri="{FF2B5EF4-FFF2-40B4-BE49-F238E27FC236}">
                <a16:creationId xmlns="" xmlns:a16="http://schemas.microsoft.com/office/drawing/2014/main" id="{2307215F-EEC9-46B9-A061-CFA171536DB5}"/>
              </a:ext>
            </a:extLst>
          </p:cNvPr>
          <p:cNvSpPr txBox="1"/>
          <p:nvPr/>
        </p:nvSpPr>
        <p:spPr>
          <a:xfrm>
            <a:off x="4656939" y="5875485"/>
            <a:ext cx="3404379" cy="523220"/>
          </a:xfrm>
          <a:prstGeom prst="rect">
            <a:avLst/>
          </a:prstGeom>
          <a:solidFill>
            <a:schemeClr val="bg1"/>
          </a:solidFill>
        </p:spPr>
        <p:txBody>
          <a:bodyPr wrap="square" rtlCol="0">
            <a:spAutoFit/>
          </a:bodyPr>
          <a:lstStyle/>
          <a:p>
            <a:pPr defTabSz="1088239"/>
            <a:endParaRPr lang="en-IN" sz="1400" dirty="0">
              <a:solidFill>
                <a:srgbClr val="0070AD">
                  <a:lumMod val="50000"/>
                </a:srgbClr>
              </a:solidFill>
            </a:endParaRPr>
          </a:p>
          <a:p>
            <a:pPr defTabSz="1088239"/>
            <a:endParaRPr lang="en-IN" sz="1400" dirty="0" err="1">
              <a:solidFill>
                <a:srgbClr val="0070AD">
                  <a:lumMod val="50000"/>
                </a:srgbClr>
              </a:solidFill>
            </a:endParaRPr>
          </a:p>
        </p:txBody>
      </p:sp>
      <p:sp>
        <p:nvSpPr>
          <p:cNvPr id="67" name="Rectangle 66">
            <a:extLst>
              <a:ext uri="{FF2B5EF4-FFF2-40B4-BE49-F238E27FC236}">
                <a16:creationId xmlns="" xmlns:a16="http://schemas.microsoft.com/office/drawing/2014/main" id="{D9A00D3C-3A1D-4955-9238-3D0192C3AB1F}"/>
              </a:ext>
            </a:extLst>
          </p:cNvPr>
          <p:cNvSpPr/>
          <p:nvPr/>
        </p:nvSpPr>
        <p:spPr>
          <a:xfrm>
            <a:off x="9436258" y="1246916"/>
            <a:ext cx="2452826" cy="45720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1088239"/>
            <a:endParaRPr lang="en-IN" sz="2133" dirty="0">
              <a:solidFill>
                <a:prstClr val="white"/>
              </a:solidFill>
            </a:endParaRPr>
          </a:p>
        </p:txBody>
      </p:sp>
      <p:sp>
        <p:nvSpPr>
          <p:cNvPr id="68" name="Rectangle 67">
            <a:extLst>
              <a:ext uri="{FF2B5EF4-FFF2-40B4-BE49-F238E27FC236}">
                <a16:creationId xmlns="" xmlns:a16="http://schemas.microsoft.com/office/drawing/2014/main" id="{CCA5B8DE-E5D6-4B96-A021-2EF391FB7199}"/>
              </a:ext>
            </a:extLst>
          </p:cNvPr>
          <p:cNvSpPr/>
          <p:nvPr/>
        </p:nvSpPr>
        <p:spPr>
          <a:xfrm>
            <a:off x="9999782" y="1912438"/>
            <a:ext cx="1336937" cy="355273"/>
          </a:xfrm>
          <a:prstGeom prst="rect">
            <a:avLst/>
          </a:prstGeom>
          <a:noFill/>
          <a:ln w="10795" cap="flat" cmpd="sng" algn="ctr">
            <a:noFill/>
            <a:prstDash val="solid"/>
          </a:ln>
          <a:effectLst/>
        </p:spPr>
        <p:txBody>
          <a:bodyPr rtlCol="0" anchor="ctr"/>
          <a:lstStyle/>
          <a:p>
            <a:pPr algn="ctr" defTabSz="457200">
              <a:defRPr/>
            </a:pPr>
            <a:r>
              <a:rPr lang="en-IN" sz="1200" kern="0" dirty="0" smtClean="0">
                <a:solidFill>
                  <a:srgbClr val="000000"/>
                </a:solidFill>
                <a:latin typeface="Corbel" panose="020B0503020204020204"/>
              </a:rPr>
              <a:t>Curated Layer</a:t>
            </a:r>
            <a:endParaRPr lang="en-IN" kern="0" dirty="0">
              <a:solidFill>
                <a:srgbClr val="000000"/>
              </a:solidFill>
              <a:latin typeface="Corbel" panose="020B0503020204020204"/>
            </a:endParaRPr>
          </a:p>
        </p:txBody>
      </p:sp>
      <p:graphicFrame>
        <p:nvGraphicFramePr>
          <p:cNvPr id="70" name="Table 69">
            <a:extLst>
              <a:ext uri="{FF2B5EF4-FFF2-40B4-BE49-F238E27FC236}">
                <a16:creationId xmlns="" xmlns:a16="http://schemas.microsoft.com/office/drawing/2014/main" id="{760120B7-E521-46B2-96BD-820D058F5107}"/>
              </a:ext>
            </a:extLst>
          </p:cNvPr>
          <p:cNvGraphicFramePr>
            <a:graphicFrameLocks noGrp="1"/>
          </p:cNvGraphicFramePr>
          <p:nvPr>
            <p:extLst>
              <p:ext uri="{D42A27DB-BD31-4B8C-83A1-F6EECF244321}">
                <p14:modId xmlns:p14="http://schemas.microsoft.com/office/powerpoint/2010/main" val="2214612566"/>
              </p:ext>
            </p:extLst>
          </p:nvPr>
        </p:nvGraphicFramePr>
        <p:xfrm>
          <a:off x="10053129" y="2451717"/>
          <a:ext cx="1230244" cy="798376"/>
        </p:xfrm>
        <a:graphic>
          <a:graphicData uri="http://schemas.openxmlformats.org/drawingml/2006/table">
            <a:tbl>
              <a:tblPr/>
              <a:tblGrid>
                <a:gridCol w="1230244">
                  <a:extLst>
                    <a:ext uri="{9D8B030D-6E8A-4147-A177-3AD203B41FA5}">
                      <a16:colId xmlns="" xmlns:a16="http://schemas.microsoft.com/office/drawing/2014/main" val="783979473"/>
                    </a:ext>
                  </a:extLst>
                </a:gridCol>
              </a:tblGrid>
              <a:tr h="798376">
                <a:tc>
                  <a:txBody>
                    <a:bodyPr/>
                    <a:lstStyle>
                      <a:lvl1pPr marL="0" algn="l" defTabSz="914400" rtl="0" eaLnBrk="1" latinLnBrk="0" hangingPunct="1">
                        <a:defRPr sz="1800" kern="1200">
                          <a:solidFill>
                            <a:schemeClr val="dk1"/>
                          </a:solidFill>
                          <a:latin typeface="Corbel" panose="020B0503020204020204"/>
                        </a:defRPr>
                      </a:lvl1pPr>
                      <a:lvl2pPr marL="457200" algn="l" defTabSz="914400" rtl="0" eaLnBrk="1" latinLnBrk="0" hangingPunct="1">
                        <a:defRPr sz="1800" kern="1200">
                          <a:solidFill>
                            <a:schemeClr val="dk1"/>
                          </a:solidFill>
                          <a:latin typeface="Corbel" panose="020B0503020204020204"/>
                        </a:defRPr>
                      </a:lvl2pPr>
                      <a:lvl3pPr marL="914400" algn="l" defTabSz="914400" rtl="0" eaLnBrk="1" latinLnBrk="0" hangingPunct="1">
                        <a:defRPr sz="1800" kern="1200">
                          <a:solidFill>
                            <a:schemeClr val="dk1"/>
                          </a:solidFill>
                          <a:latin typeface="Corbel" panose="020B0503020204020204"/>
                        </a:defRPr>
                      </a:lvl3pPr>
                      <a:lvl4pPr marL="1371600" algn="l" defTabSz="914400" rtl="0" eaLnBrk="1" latinLnBrk="0" hangingPunct="1">
                        <a:defRPr sz="1800" kern="1200">
                          <a:solidFill>
                            <a:schemeClr val="dk1"/>
                          </a:solidFill>
                          <a:latin typeface="Corbel" panose="020B0503020204020204"/>
                        </a:defRPr>
                      </a:lvl4pPr>
                      <a:lvl5pPr marL="1828800" algn="l" defTabSz="914400" rtl="0" eaLnBrk="1" latinLnBrk="0" hangingPunct="1">
                        <a:defRPr sz="1800" kern="1200">
                          <a:solidFill>
                            <a:schemeClr val="dk1"/>
                          </a:solidFill>
                          <a:latin typeface="Corbel" panose="020B0503020204020204"/>
                        </a:defRPr>
                      </a:lvl5pPr>
                      <a:lvl6pPr marL="2286000" algn="l" defTabSz="914400" rtl="0" eaLnBrk="1" latinLnBrk="0" hangingPunct="1">
                        <a:defRPr sz="1800" kern="1200">
                          <a:solidFill>
                            <a:schemeClr val="dk1"/>
                          </a:solidFill>
                          <a:latin typeface="Corbel" panose="020B0503020204020204"/>
                        </a:defRPr>
                      </a:lvl6pPr>
                      <a:lvl7pPr marL="2743200" algn="l" defTabSz="914400" rtl="0" eaLnBrk="1" latinLnBrk="0" hangingPunct="1">
                        <a:defRPr sz="1800" kern="1200">
                          <a:solidFill>
                            <a:schemeClr val="dk1"/>
                          </a:solidFill>
                          <a:latin typeface="Corbel" panose="020B0503020204020204"/>
                        </a:defRPr>
                      </a:lvl7pPr>
                      <a:lvl8pPr marL="3200400" algn="l" defTabSz="914400" rtl="0" eaLnBrk="1" latinLnBrk="0" hangingPunct="1">
                        <a:defRPr sz="1800" kern="1200">
                          <a:solidFill>
                            <a:schemeClr val="dk1"/>
                          </a:solidFill>
                          <a:latin typeface="Corbel" panose="020B0503020204020204"/>
                        </a:defRPr>
                      </a:lvl8pPr>
                      <a:lvl9pPr marL="3657600" algn="l" defTabSz="914400" rtl="0" eaLnBrk="1" latinLnBrk="0" hangingPunct="1">
                        <a:defRPr sz="1800" kern="1200">
                          <a:solidFill>
                            <a:schemeClr val="dk1"/>
                          </a:solidFill>
                          <a:latin typeface="Corbel" panose="020B0503020204020204"/>
                        </a:defRPr>
                      </a:lvl9pPr>
                    </a:lstStyle>
                    <a:p>
                      <a:pPr algn="ctr" fontAlgn="t"/>
                      <a:endParaRPr lang="en-IN" sz="1200" u="none" strike="noStrike" dirty="0" smtClean="0">
                        <a:effectLst>
                          <a:outerShdw blurRad="38100" dist="38100" dir="2700000" algn="tl">
                            <a:srgbClr val="000000">
                              <a:alpha val="43137"/>
                            </a:srgbClr>
                          </a:outerShdw>
                        </a:effectLst>
                      </a:endParaRPr>
                    </a:p>
                    <a:p>
                      <a:pPr algn="ctr" fontAlgn="t"/>
                      <a:endParaRPr lang="en-IN" sz="1200" u="none" strike="noStrike" dirty="0" smtClean="0">
                        <a:effectLst>
                          <a:outerShdw blurRad="38100" dist="38100" dir="2700000" algn="tl">
                            <a:srgbClr val="000000">
                              <a:alpha val="43137"/>
                            </a:srgbClr>
                          </a:outerShdw>
                        </a:effectLst>
                      </a:endParaRPr>
                    </a:p>
                    <a:p>
                      <a:pPr algn="ctr" fontAlgn="t"/>
                      <a:r>
                        <a:rPr lang="en-IN" sz="1200" u="none" strike="noStrike" dirty="0" smtClean="0">
                          <a:effectLst>
                            <a:outerShdw blurRad="38100" dist="38100" dir="2700000" algn="tl">
                              <a:srgbClr val="000000">
                                <a:alpha val="43137"/>
                              </a:srgbClr>
                            </a:outerShdw>
                          </a:effectLst>
                        </a:rPr>
                        <a:t>Data Sink 1</a:t>
                      </a:r>
                      <a:endParaRPr lang="en-IN" sz="1200" b="0" i="0" u="none" strike="noStrike" dirty="0" smtClean="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txBody>
                  <a:tcPr marL="0" marR="0"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5454">
                        <a:lumMod val="20000"/>
                        <a:lumOff val="80000"/>
                      </a:srgbClr>
                    </a:solidFill>
                  </a:tcPr>
                </a:tc>
                <a:extLst>
                  <a:ext uri="{0D108BD9-81ED-4DB2-BD59-A6C34878D82A}">
                    <a16:rowId xmlns="" xmlns:a16="http://schemas.microsoft.com/office/drawing/2014/main" val="3179139563"/>
                  </a:ext>
                </a:extLst>
              </a:tr>
            </a:tbl>
          </a:graphicData>
        </a:graphic>
      </p:graphicFrame>
      <p:pic>
        <p:nvPicPr>
          <p:cNvPr id="71" name="Graphic 12" descr="Building" title="On Premises">
            <a:extLst>
              <a:ext uri="{FF2B5EF4-FFF2-40B4-BE49-F238E27FC236}">
                <a16:creationId xmlns="" xmlns:a16="http://schemas.microsoft.com/office/drawing/2014/main" id="{71E6320A-2E78-4002-94AC-6A9F524DA912}"/>
              </a:ext>
            </a:extLst>
          </p:cNvPr>
          <p:cNvPicPr>
            <a:picLocks noChangeAspect="1"/>
          </p:cNvPicPr>
          <p:nvPr/>
        </p:nvPicPr>
        <p:blipFill>
          <a:blip r:embed="rId3">
            <a:extLst>
              <a:ext uri="{96DAC541-7B7A-43D3-8B79-37D633B846F1}">
                <asvg:svgBlip xmlns="" xmlns:asvg="http://schemas.microsoft.com/office/drawing/2016/SVG/main" r:embed="rId7"/>
              </a:ext>
            </a:extLst>
          </a:blip>
          <a:stretch>
            <a:fillRect/>
          </a:stretch>
        </p:blipFill>
        <p:spPr>
          <a:xfrm>
            <a:off x="10323956" y="1360017"/>
            <a:ext cx="648569" cy="648569"/>
          </a:xfrm>
          <a:prstGeom prst="rect">
            <a:avLst/>
          </a:prstGeom>
        </p:spPr>
      </p:pic>
      <p:graphicFrame>
        <p:nvGraphicFramePr>
          <p:cNvPr id="72" name="Table 71">
            <a:extLst>
              <a:ext uri="{FF2B5EF4-FFF2-40B4-BE49-F238E27FC236}">
                <a16:creationId xmlns="" xmlns:a16="http://schemas.microsoft.com/office/drawing/2014/main" id="{0E33DB6F-0BCA-4E3D-8840-4EBEDE408E57}"/>
              </a:ext>
            </a:extLst>
          </p:cNvPr>
          <p:cNvGraphicFramePr>
            <a:graphicFrameLocks noGrp="1"/>
          </p:cNvGraphicFramePr>
          <p:nvPr>
            <p:extLst>
              <p:ext uri="{D42A27DB-BD31-4B8C-83A1-F6EECF244321}">
                <p14:modId xmlns:p14="http://schemas.microsoft.com/office/powerpoint/2010/main" val="193931074"/>
              </p:ext>
            </p:extLst>
          </p:nvPr>
        </p:nvGraphicFramePr>
        <p:xfrm>
          <a:off x="10053129" y="3613509"/>
          <a:ext cx="1230244" cy="798376"/>
        </p:xfrm>
        <a:graphic>
          <a:graphicData uri="http://schemas.openxmlformats.org/drawingml/2006/table">
            <a:tbl>
              <a:tblPr/>
              <a:tblGrid>
                <a:gridCol w="1230244">
                  <a:extLst>
                    <a:ext uri="{9D8B030D-6E8A-4147-A177-3AD203B41FA5}">
                      <a16:colId xmlns="" xmlns:a16="http://schemas.microsoft.com/office/drawing/2014/main" val="783979473"/>
                    </a:ext>
                  </a:extLst>
                </a:gridCol>
              </a:tblGrid>
              <a:tr h="798376">
                <a:tc>
                  <a:txBody>
                    <a:bodyPr/>
                    <a:lstStyle>
                      <a:lvl1pPr marL="0" algn="l" defTabSz="914400" rtl="0" eaLnBrk="1" latinLnBrk="0" hangingPunct="1">
                        <a:defRPr sz="1800" kern="1200">
                          <a:solidFill>
                            <a:schemeClr val="dk1"/>
                          </a:solidFill>
                          <a:latin typeface="Corbel" panose="020B0503020204020204"/>
                        </a:defRPr>
                      </a:lvl1pPr>
                      <a:lvl2pPr marL="457200" algn="l" defTabSz="914400" rtl="0" eaLnBrk="1" latinLnBrk="0" hangingPunct="1">
                        <a:defRPr sz="1800" kern="1200">
                          <a:solidFill>
                            <a:schemeClr val="dk1"/>
                          </a:solidFill>
                          <a:latin typeface="Corbel" panose="020B0503020204020204"/>
                        </a:defRPr>
                      </a:lvl2pPr>
                      <a:lvl3pPr marL="914400" algn="l" defTabSz="914400" rtl="0" eaLnBrk="1" latinLnBrk="0" hangingPunct="1">
                        <a:defRPr sz="1800" kern="1200">
                          <a:solidFill>
                            <a:schemeClr val="dk1"/>
                          </a:solidFill>
                          <a:latin typeface="Corbel" panose="020B0503020204020204"/>
                        </a:defRPr>
                      </a:lvl3pPr>
                      <a:lvl4pPr marL="1371600" algn="l" defTabSz="914400" rtl="0" eaLnBrk="1" latinLnBrk="0" hangingPunct="1">
                        <a:defRPr sz="1800" kern="1200">
                          <a:solidFill>
                            <a:schemeClr val="dk1"/>
                          </a:solidFill>
                          <a:latin typeface="Corbel" panose="020B0503020204020204"/>
                        </a:defRPr>
                      </a:lvl4pPr>
                      <a:lvl5pPr marL="1828800" algn="l" defTabSz="914400" rtl="0" eaLnBrk="1" latinLnBrk="0" hangingPunct="1">
                        <a:defRPr sz="1800" kern="1200">
                          <a:solidFill>
                            <a:schemeClr val="dk1"/>
                          </a:solidFill>
                          <a:latin typeface="Corbel" panose="020B0503020204020204"/>
                        </a:defRPr>
                      </a:lvl5pPr>
                      <a:lvl6pPr marL="2286000" algn="l" defTabSz="914400" rtl="0" eaLnBrk="1" latinLnBrk="0" hangingPunct="1">
                        <a:defRPr sz="1800" kern="1200">
                          <a:solidFill>
                            <a:schemeClr val="dk1"/>
                          </a:solidFill>
                          <a:latin typeface="Corbel" panose="020B0503020204020204"/>
                        </a:defRPr>
                      </a:lvl6pPr>
                      <a:lvl7pPr marL="2743200" algn="l" defTabSz="914400" rtl="0" eaLnBrk="1" latinLnBrk="0" hangingPunct="1">
                        <a:defRPr sz="1800" kern="1200">
                          <a:solidFill>
                            <a:schemeClr val="dk1"/>
                          </a:solidFill>
                          <a:latin typeface="Corbel" panose="020B0503020204020204"/>
                        </a:defRPr>
                      </a:lvl7pPr>
                      <a:lvl8pPr marL="3200400" algn="l" defTabSz="914400" rtl="0" eaLnBrk="1" latinLnBrk="0" hangingPunct="1">
                        <a:defRPr sz="1800" kern="1200">
                          <a:solidFill>
                            <a:schemeClr val="dk1"/>
                          </a:solidFill>
                          <a:latin typeface="Corbel" panose="020B0503020204020204"/>
                        </a:defRPr>
                      </a:lvl8pPr>
                      <a:lvl9pPr marL="3657600" algn="l" defTabSz="914400" rtl="0" eaLnBrk="1" latinLnBrk="0" hangingPunct="1">
                        <a:defRPr sz="1800" kern="1200">
                          <a:solidFill>
                            <a:schemeClr val="dk1"/>
                          </a:solidFill>
                          <a:latin typeface="Corbel" panose="020B0503020204020204"/>
                        </a:defRPr>
                      </a:lvl9pPr>
                    </a:lstStyle>
                    <a:p>
                      <a:pPr algn="ctr" fontAlgn="t"/>
                      <a:endParaRPr lang="en-IN" sz="1200" u="none" strike="noStrike" dirty="0">
                        <a:effectLst>
                          <a:outerShdw blurRad="38100" dist="38100" dir="2700000" algn="tl">
                            <a:srgbClr val="000000">
                              <a:alpha val="43137"/>
                            </a:srgbClr>
                          </a:outerShdw>
                        </a:effectLst>
                      </a:endParaRPr>
                    </a:p>
                    <a:p>
                      <a:pPr algn="ctr" fontAlgn="t"/>
                      <a:endParaRPr lang="en-IN" sz="1200" u="none" strike="noStrike" dirty="0">
                        <a:effectLst>
                          <a:outerShdw blurRad="38100" dist="38100" dir="2700000" algn="tl">
                            <a:srgbClr val="000000">
                              <a:alpha val="43137"/>
                            </a:srgbClr>
                          </a:outerShdw>
                        </a:effectLst>
                      </a:endParaRPr>
                    </a:p>
                    <a:p>
                      <a:pPr algn="ctr" fontAlgn="t"/>
                      <a:r>
                        <a:rPr lang="en-IN" sz="1200" u="none" strike="noStrike" dirty="0" smtClean="0">
                          <a:effectLst>
                            <a:outerShdw blurRad="38100" dist="38100" dir="2700000" algn="tl">
                              <a:srgbClr val="000000">
                                <a:alpha val="43137"/>
                              </a:srgbClr>
                            </a:outerShdw>
                          </a:effectLst>
                        </a:rPr>
                        <a:t>Data Sink 2</a:t>
                      </a:r>
                      <a:endParaRPr lang="en-IN" sz="1200" b="0" i="0" u="none" strike="noStrike" dirty="0" smtClean="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txBody>
                  <a:tcPr marL="0" marR="0"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5454">
                        <a:lumMod val="20000"/>
                        <a:lumOff val="80000"/>
                      </a:srgbClr>
                    </a:solidFill>
                  </a:tcPr>
                </a:tc>
                <a:extLst>
                  <a:ext uri="{0D108BD9-81ED-4DB2-BD59-A6C34878D82A}">
                    <a16:rowId xmlns="" xmlns:a16="http://schemas.microsoft.com/office/drawing/2014/main" val="3179139563"/>
                  </a:ext>
                </a:extLst>
              </a:tr>
            </a:tbl>
          </a:graphicData>
        </a:graphic>
      </p:graphicFrame>
      <p:graphicFrame>
        <p:nvGraphicFramePr>
          <p:cNvPr id="73" name="Table 72">
            <a:extLst>
              <a:ext uri="{FF2B5EF4-FFF2-40B4-BE49-F238E27FC236}">
                <a16:creationId xmlns="" xmlns:a16="http://schemas.microsoft.com/office/drawing/2014/main" id="{17667ACB-83E3-4192-A15D-2A56E7F8BD0A}"/>
              </a:ext>
            </a:extLst>
          </p:cNvPr>
          <p:cNvGraphicFramePr>
            <a:graphicFrameLocks noGrp="1"/>
          </p:cNvGraphicFramePr>
          <p:nvPr>
            <p:extLst>
              <p:ext uri="{D42A27DB-BD31-4B8C-83A1-F6EECF244321}">
                <p14:modId xmlns:p14="http://schemas.microsoft.com/office/powerpoint/2010/main" val="2473049226"/>
              </p:ext>
            </p:extLst>
          </p:nvPr>
        </p:nvGraphicFramePr>
        <p:xfrm>
          <a:off x="10053129" y="4780001"/>
          <a:ext cx="1230244" cy="798376"/>
        </p:xfrm>
        <a:graphic>
          <a:graphicData uri="http://schemas.openxmlformats.org/drawingml/2006/table">
            <a:tbl>
              <a:tblPr/>
              <a:tblGrid>
                <a:gridCol w="1230244">
                  <a:extLst>
                    <a:ext uri="{9D8B030D-6E8A-4147-A177-3AD203B41FA5}">
                      <a16:colId xmlns="" xmlns:a16="http://schemas.microsoft.com/office/drawing/2014/main" val="783979473"/>
                    </a:ext>
                  </a:extLst>
                </a:gridCol>
              </a:tblGrid>
              <a:tr h="798376">
                <a:tc>
                  <a:txBody>
                    <a:bodyPr/>
                    <a:lstStyle>
                      <a:lvl1pPr marL="0" algn="l" defTabSz="914400" rtl="0" eaLnBrk="1" latinLnBrk="0" hangingPunct="1">
                        <a:defRPr sz="1800" kern="1200">
                          <a:solidFill>
                            <a:schemeClr val="dk1"/>
                          </a:solidFill>
                          <a:latin typeface="Corbel" panose="020B0503020204020204"/>
                        </a:defRPr>
                      </a:lvl1pPr>
                      <a:lvl2pPr marL="457200" algn="l" defTabSz="914400" rtl="0" eaLnBrk="1" latinLnBrk="0" hangingPunct="1">
                        <a:defRPr sz="1800" kern="1200">
                          <a:solidFill>
                            <a:schemeClr val="dk1"/>
                          </a:solidFill>
                          <a:latin typeface="Corbel" panose="020B0503020204020204"/>
                        </a:defRPr>
                      </a:lvl2pPr>
                      <a:lvl3pPr marL="914400" algn="l" defTabSz="914400" rtl="0" eaLnBrk="1" latinLnBrk="0" hangingPunct="1">
                        <a:defRPr sz="1800" kern="1200">
                          <a:solidFill>
                            <a:schemeClr val="dk1"/>
                          </a:solidFill>
                          <a:latin typeface="Corbel" panose="020B0503020204020204"/>
                        </a:defRPr>
                      </a:lvl3pPr>
                      <a:lvl4pPr marL="1371600" algn="l" defTabSz="914400" rtl="0" eaLnBrk="1" latinLnBrk="0" hangingPunct="1">
                        <a:defRPr sz="1800" kern="1200">
                          <a:solidFill>
                            <a:schemeClr val="dk1"/>
                          </a:solidFill>
                          <a:latin typeface="Corbel" panose="020B0503020204020204"/>
                        </a:defRPr>
                      </a:lvl4pPr>
                      <a:lvl5pPr marL="1828800" algn="l" defTabSz="914400" rtl="0" eaLnBrk="1" latinLnBrk="0" hangingPunct="1">
                        <a:defRPr sz="1800" kern="1200">
                          <a:solidFill>
                            <a:schemeClr val="dk1"/>
                          </a:solidFill>
                          <a:latin typeface="Corbel" panose="020B0503020204020204"/>
                        </a:defRPr>
                      </a:lvl5pPr>
                      <a:lvl6pPr marL="2286000" algn="l" defTabSz="914400" rtl="0" eaLnBrk="1" latinLnBrk="0" hangingPunct="1">
                        <a:defRPr sz="1800" kern="1200">
                          <a:solidFill>
                            <a:schemeClr val="dk1"/>
                          </a:solidFill>
                          <a:latin typeface="Corbel" panose="020B0503020204020204"/>
                        </a:defRPr>
                      </a:lvl6pPr>
                      <a:lvl7pPr marL="2743200" algn="l" defTabSz="914400" rtl="0" eaLnBrk="1" latinLnBrk="0" hangingPunct="1">
                        <a:defRPr sz="1800" kern="1200">
                          <a:solidFill>
                            <a:schemeClr val="dk1"/>
                          </a:solidFill>
                          <a:latin typeface="Corbel" panose="020B0503020204020204"/>
                        </a:defRPr>
                      </a:lvl7pPr>
                      <a:lvl8pPr marL="3200400" algn="l" defTabSz="914400" rtl="0" eaLnBrk="1" latinLnBrk="0" hangingPunct="1">
                        <a:defRPr sz="1800" kern="1200">
                          <a:solidFill>
                            <a:schemeClr val="dk1"/>
                          </a:solidFill>
                          <a:latin typeface="Corbel" panose="020B0503020204020204"/>
                        </a:defRPr>
                      </a:lvl8pPr>
                      <a:lvl9pPr marL="3657600" algn="l" defTabSz="914400" rtl="0" eaLnBrk="1" latinLnBrk="0" hangingPunct="1">
                        <a:defRPr sz="1800" kern="1200">
                          <a:solidFill>
                            <a:schemeClr val="dk1"/>
                          </a:solidFill>
                          <a:latin typeface="Corbel" panose="020B0503020204020204"/>
                        </a:defRPr>
                      </a:lvl9pPr>
                    </a:lstStyle>
                    <a:p>
                      <a:pPr algn="ctr" fontAlgn="t"/>
                      <a:endParaRPr lang="en-IN" sz="1200" u="none" strike="noStrike" dirty="0">
                        <a:effectLst>
                          <a:outerShdw blurRad="38100" dist="38100" dir="2700000" algn="tl">
                            <a:srgbClr val="000000">
                              <a:alpha val="43137"/>
                            </a:srgbClr>
                          </a:outerShdw>
                        </a:effectLst>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r>
                        <a:rPr lang="en-IN" sz="1200" u="none" strike="noStrike" dirty="0" smtClean="0">
                          <a:effectLst>
                            <a:outerShdw blurRad="38100" dist="38100" dir="2700000" algn="tl">
                              <a:srgbClr val="000000">
                                <a:alpha val="43137"/>
                              </a:srgbClr>
                            </a:outerShdw>
                          </a:effectLst>
                        </a:rPr>
                        <a:t>Data Sink 3</a:t>
                      </a:r>
                      <a:endParaRPr lang="en-IN" sz="1200" b="0" i="0" u="none" strike="noStrike" dirty="0" smtClean="0">
                        <a:solidFill>
                          <a:srgbClr val="000000"/>
                        </a:solidFill>
                        <a:effectLst>
                          <a:outerShdw blurRad="38100" dist="38100" dir="2700000" algn="tl">
                            <a:srgbClr val="000000">
                              <a:alpha val="43137"/>
                            </a:srgbClr>
                          </a:outerShdw>
                        </a:effectLst>
                        <a:latin typeface="Calibri" panose="020F0502020204030204" pitchFamily="34" charset="0"/>
                      </a:endParaRPr>
                    </a:p>
                    <a:p>
                      <a:pPr algn="ctr" fontAlgn="t"/>
                      <a:endParaRPr lang="en-IN" sz="1200" b="0" i="0" u="none" strike="noStrike" dirty="0">
                        <a:solidFill>
                          <a:srgbClr val="000000"/>
                        </a:solidFill>
                        <a:effectLst>
                          <a:outerShdw blurRad="38100" dist="38100" dir="2700000" algn="tl">
                            <a:srgbClr val="000000">
                              <a:alpha val="43137"/>
                            </a:srgbClr>
                          </a:outerShdw>
                        </a:effectLst>
                        <a:latin typeface="Calibri" panose="020F0502020204030204" pitchFamily="34" charset="0"/>
                      </a:endParaRPr>
                    </a:p>
                  </a:txBody>
                  <a:tcPr marL="0" marR="0"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45454">
                        <a:lumMod val="20000"/>
                        <a:lumOff val="80000"/>
                      </a:srgbClr>
                    </a:solidFill>
                  </a:tcPr>
                </a:tc>
                <a:extLst>
                  <a:ext uri="{0D108BD9-81ED-4DB2-BD59-A6C34878D82A}">
                    <a16:rowId xmlns="" xmlns:a16="http://schemas.microsoft.com/office/drawing/2014/main" val="3179139563"/>
                  </a:ext>
                </a:extLst>
              </a:tr>
            </a:tbl>
          </a:graphicData>
        </a:graphic>
      </p:graphicFrame>
      <p:sp>
        <p:nvSpPr>
          <p:cNvPr id="80" name="Rectangle 79">
            <a:extLst>
              <a:ext uri="{FF2B5EF4-FFF2-40B4-BE49-F238E27FC236}">
                <a16:creationId xmlns="" xmlns:a16="http://schemas.microsoft.com/office/drawing/2014/main" id="{08FDA67C-3037-46D4-AB11-C46C7783A750}"/>
              </a:ext>
            </a:extLst>
          </p:cNvPr>
          <p:cNvSpPr/>
          <p:nvPr/>
        </p:nvSpPr>
        <p:spPr>
          <a:xfrm>
            <a:off x="3230561" y="1332301"/>
            <a:ext cx="5655037" cy="2013504"/>
          </a:xfrm>
          <a:prstGeom prst="rect">
            <a:avLst/>
          </a:prstGeom>
          <a:solidFill>
            <a:srgbClr val="FFFFFF"/>
          </a:solidFill>
          <a:ln w="10795" cap="flat" cmpd="sng" algn="ctr">
            <a:solidFill>
              <a:schemeClr val="accent1"/>
            </a:solidFill>
            <a:prstDash val="solid"/>
          </a:ln>
          <a:effectLst/>
        </p:spPr>
        <p:txBody>
          <a:bodyPr rtlCol="0" anchor="ctr"/>
          <a:lstStyle/>
          <a:p>
            <a:pPr algn="ctr" defTabSz="457200">
              <a:defRPr/>
            </a:pPr>
            <a:endParaRPr lang="en-IN" kern="0" dirty="0">
              <a:solidFill>
                <a:srgbClr val="000000"/>
              </a:solidFill>
              <a:latin typeface="Corbel" panose="020B0503020204020204"/>
            </a:endParaRPr>
          </a:p>
        </p:txBody>
      </p:sp>
      <p:pic>
        <p:nvPicPr>
          <p:cNvPr id="74" name="Picture 73"/>
          <p:cNvPicPr>
            <a:picLocks noChangeAspect="1"/>
          </p:cNvPicPr>
          <p:nvPr/>
        </p:nvPicPr>
        <p:blipFill>
          <a:blip r:embed="rId9"/>
          <a:stretch>
            <a:fillRect/>
          </a:stretch>
        </p:blipFill>
        <p:spPr>
          <a:xfrm>
            <a:off x="10955970" y="969588"/>
            <a:ext cx="1074209" cy="612299"/>
          </a:xfrm>
          <a:prstGeom prst="rect">
            <a:avLst/>
          </a:prstGeom>
        </p:spPr>
      </p:pic>
      <p:cxnSp>
        <p:nvCxnSpPr>
          <p:cNvPr id="87" name="Straight Connector 86"/>
          <p:cNvCxnSpPr/>
          <p:nvPr/>
        </p:nvCxnSpPr>
        <p:spPr>
          <a:xfrm>
            <a:off x="3229028" y="1828800"/>
            <a:ext cx="56550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3229027" y="4191000"/>
            <a:ext cx="5655037"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 xmlns:a16="http://schemas.microsoft.com/office/drawing/2014/main" id="{667698EB-EB46-4976-B416-469308FD85A2}"/>
              </a:ext>
            </a:extLst>
          </p:cNvPr>
          <p:cNvSpPr/>
          <p:nvPr/>
        </p:nvSpPr>
        <p:spPr>
          <a:xfrm>
            <a:off x="5295675" y="1506716"/>
            <a:ext cx="1521745" cy="235609"/>
          </a:xfrm>
          <a:prstGeom prst="rect">
            <a:avLst/>
          </a:prstGeom>
          <a:ln w="3175">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marL="0" algn="l" defTabSz="932742" rtl="0" eaLnBrk="1" latinLnBrk="0" hangingPunct="1">
              <a:defRPr sz="1800" kern="1200">
                <a:solidFill>
                  <a:schemeClr val="dk1"/>
                </a:solidFill>
                <a:latin typeface="+mn-lt"/>
                <a:ea typeface="+mn-ea"/>
                <a:cs typeface="+mn-cs"/>
              </a:defRPr>
            </a:lvl1pPr>
            <a:lvl2pPr marL="466371" algn="l" defTabSz="932742" rtl="0" eaLnBrk="1" latinLnBrk="0" hangingPunct="1">
              <a:defRPr sz="1800" kern="1200">
                <a:solidFill>
                  <a:schemeClr val="dk1"/>
                </a:solidFill>
                <a:latin typeface="+mn-lt"/>
                <a:ea typeface="+mn-ea"/>
                <a:cs typeface="+mn-cs"/>
              </a:defRPr>
            </a:lvl2pPr>
            <a:lvl3pPr marL="932742" algn="l" defTabSz="932742" rtl="0" eaLnBrk="1" latinLnBrk="0" hangingPunct="1">
              <a:defRPr sz="1800" kern="1200">
                <a:solidFill>
                  <a:schemeClr val="dk1"/>
                </a:solidFill>
                <a:latin typeface="+mn-lt"/>
                <a:ea typeface="+mn-ea"/>
                <a:cs typeface="+mn-cs"/>
              </a:defRPr>
            </a:lvl3pPr>
            <a:lvl4pPr marL="1399113" algn="l" defTabSz="932742" rtl="0" eaLnBrk="1" latinLnBrk="0" hangingPunct="1">
              <a:defRPr sz="1800" kern="1200">
                <a:solidFill>
                  <a:schemeClr val="dk1"/>
                </a:solidFill>
                <a:latin typeface="+mn-lt"/>
                <a:ea typeface="+mn-ea"/>
                <a:cs typeface="+mn-cs"/>
              </a:defRPr>
            </a:lvl4pPr>
            <a:lvl5pPr marL="1865484" algn="l" defTabSz="932742" rtl="0" eaLnBrk="1" latinLnBrk="0" hangingPunct="1">
              <a:defRPr sz="1800" kern="1200">
                <a:solidFill>
                  <a:schemeClr val="dk1"/>
                </a:solidFill>
                <a:latin typeface="+mn-lt"/>
                <a:ea typeface="+mn-ea"/>
                <a:cs typeface="+mn-cs"/>
              </a:defRPr>
            </a:lvl5pPr>
            <a:lvl6pPr marL="2331856" algn="l" defTabSz="932742" rtl="0" eaLnBrk="1" latinLnBrk="0" hangingPunct="1">
              <a:defRPr sz="1800" kern="1200">
                <a:solidFill>
                  <a:schemeClr val="dk1"/>
                </a:solidFill>
                <a:latin typeface="+mn-lt"/>
                <a:ea typeface="+mn-ea"/>
                <a:cs typeface="+mn-cs"/>
              </a:defRPr>
            </a:lvl6pPr>
            <a:lvl7pPr marL="2798226" algn="l" defTabSz="932742" rtl="0" eaLnBrk="1" latinLnBrk="0" hangingPunct="1">
              <a:defRPr sz="1800" kern="1200">
                <a:solidFill>
                  <a:schemeClr val="dk1"/>
                </a:solidFill>
                <a:latin typeface="+mn-lt"/>
                <a:ea typeface="+mn-ea"/>
                <a:cs typeface="+mn-cs"/>
              </a:defRPr>
            </a:lvl7pPr>
            <a:lvl8pPr marL="3264597" algn="l" defTabSz="932742" rtl="0" eaLnBrk="1" latinLnBrk="0" hangingPunct="1">
              <a:defRPr sz="1800" kern="1200">
                <a:solidFill>
                  <a:schemeClr val="dk1"/>
                </a:solidFill>
                <a:latin typeface="+mn-lt"/>
                <a:ea typeface="+mn-ea"/>
                <a:cs typeface="+mn-cs"/>
              </a:defRPr>
            </a:lvl8pPr>
            <a:lvl9pPr marL="3730969" algn="l" defTabSz="932742" rtl="0" eaLnBrk="1" latinLnBrk="0" hangingPunct="1">
              <a:defRPr sz="1800" kern="1200">
                <a:solidFill>
                  <a:schemeClr val="dk1"/>
                </a:solidFill>
                <a:latin typeface="+mn-lt"/>
                <a:ea typeface="+mn-ea"/>
                <a:cs typeface="+mn-cs"/>
              </a:defRPr>
            </a:lvl9pPr>
          </a:lstStyle>
          <a:p>
            <a:pPr algn="ctr" defTabSz="932597">
              <a:defRPr/>
            </a:pPr>
            <a:r>
              <a:rPr lang="en-US" sz="1200" b="1" kern="0" dirty="0" smtClean="0">
                <a:gradFill>
                  <a:gsLst>
                    <a:gs pos="1250">
                      <a:srgbClr val="00264A"/>
                    </a:gs>
                    <a:gs pos="100000">
                      <a:srgbClr val="00264A"/>
                    </a:gs>
                  </a:gsLst>
                  <a:lin ang="5400000" scaled="0"/>
                </a:gradFill>
              </a:rPr>
              <a:t>Data Layer</a:t>
            </a:r>
            <a:endParaRPr lang="en-US" sz="1200" b="1" kern="0" dirty="0">
              <a:gradFill>
                <a:gsLst>
                  <a:gs pos="1250">
                    <a:srgbClr val="00264A"/>
                  </a:gs>
                  <a:gs pos="100000">
                    <a:srgbClr val="00264A"/>
                  </a:gs>
                </a:gsLst>
                <a:lin ang="5400000" scaled="0"/>
              </a:gradFill>
            </a:endParaRPr>
          </a:p>
        </p:txBody>
      </p:sp>
      <p:sp>
        <p:nvSpPr>
          <p:cNvPr id="93" name="Rectangle 92">
            <a:extLst>
              <a:ext uri="{FF2B5EF4-FFF2-40B4-BE49-F238E27FC236}">
                <a16:creationId xmlns="" xmlns:a16="http://schemas.microsoft.com/office/drawing/2014/main" id="{667698EB-EB46-4976-B416-469308FD85A2}"/>
              </a:ext>
            </a:extLst>
          </p:cNvPr>
          <p:cNvSpPr/>
          <p:nvPr/>
        </p:nvSpPr>
        <p:spPr>
          <a:xfrm>
            <a:off x="5065945" y="3832924"/>
            <a:ext cx="1981200" cy="176584"/>
          </a:xfrm>
          <a:prstGeom prst="rect">
            <a:avLst/>
          </a:prstGeom>
          <a:ln w="3175">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marL="0" algn="l" defTabSz="932742" rtl="0" eaLnBrk="1" latinLnBrk="0" hangingPunct="1">
              <a:defRPr sz="1800" kern="1200">
                <a:solidFill>
                  <a:schemeClr val="dk1"/>
                </a:solidFill>
                <a:latin typeface="+mn-lt"/>
                <a:ea typeface="+mn-ea"/>
                <a:cs typeface="+mn-cs"/>
              </a:defRPr>
            </a:lvl1pPr>
            <a:lvl2pPr marL="466371" algn="l" defTabSz="932742" rtl="0" eaLnBrk="1" latinLnBrk="0" hangingPunct="1">
              <a:defRPr sz="1800" kern="1200">
                <a:solidFill>
                  <a:schemeClr val="dk1"/>
                </a:solidFill>
                <a:latin typeface="+mn-lt"/>
                <a:ea typeface="+mn-ea"/>
                <a:cs typeface="+mn-cs"/>
              </a:defRPr>
            </a:lvl2pPr>
            <a:lvl3pPr marL="932742" algn="l" defTabSz="932742" rtl="0" eaLnBrk="1" latinLnBrk="0" hangingPunct="1">
              <a:defRPr sz="1800" kern="1200">
                <a:solidFill>
                  <a:schemeClr val="dk1"/>
                </a:solidFill>
                <a:latin typeface="+mn-lt"/>
                <a:ea typeface="+mn-ea"/>
                <a:cs typeface="+mn-cs"/>
              </a:defRPr>
            </a:lvl3pPr>
            <a:lvl4pPr marL="1399113" algn="l" defTabSz="932742" rtl="0" eaLnBrk="1" latinLnBrk="0" hangingPunct="1">
              <a:defRPr sz="1800" kern="1200">
                <a:solidFill>
                  <a:schemeClr val="dk1"/>
                </a:solidFill>
                <a:latin typeface="+mn-lt"/>
                <a:ea typeface="+mn-ea"/>
                <a:cs typeface="+mn-cs"/>
              </a:defRPr>
            </a:lvl4pPr>
            <a:lvl5pPr marL="1865484" algn="l" defTabSz="932742" rtl="0" eaLnBrk="1" latinLnBrk="0" hangingPunct="1">
              <a:defRPr sz="1800" kern="1200">
                <a:solidFill>
                  <a:schemeClr val="dk1"/>
                </a:solidFill>
                <a:latin typeface="+mn-lt"/>
                <a:ea typeface="+mn-ea"/>
                <a:cs typeface="+mn-cs"/>
              </a:defRPr>
            </a:lvl5pPr>
            <a:lvl6pPr marL="2331856" algn="l" defTabSz="932742" rtl="0" eaLnBrk="1" latinLnBrk="0" hangingPunct="1">
              <a:defRPr sz="1800" kern="1200">
                <a:solidFill>
                  <a:schemeClr val="dk1"/>
                </a:solidFill>
                <a:latin typeface="+mn-lt"/>
                <a:ea typeface="+mn-ea"/>
                <a:cs typeface="+mn-cs"/>
              </a:defRPr>
            </a:lvl6pPr>
            <a:lvl7pPr marL="2798226" algn="l" defTabSz="932742" rtl="0" eaLnBrk="1" latinLnBrk="0" hangingPunct="1">
              <a:defRPr sz="1800" kern="1200">
                <a:solidFill>
                  <a:schemeClr val="dk1"/>
                </a:solidFill>
                <a:latin typeface="+mn-lt"/>
                <a:ea typeface="+mn-ea"/>
                <a:cs typeface="+mn-cs"/>
              </a:defRPr>
            </a:lvl7pPr>
            <a:lvl8pPr marL="3264597" algn="l" defTabSz="932742" rtl="0" eaLnBrk="1" latinLnBrk="0" hangingPunct="1">
              <a:defRPr sz="1800" kern="1200">
                <a:solidFill>
                  <a:schemeClr val="dk1"/>
                </a:solidFill>
                <a:latin typeface="+mn-lt"/>
                <a:ea typeface="+mn-ea"/>
                <a:cs typeface="+mn-cs"/>
              </a:defRPr>
            </a:lvl8pPr>
            <a:lvl9pPr marL="3730969" algn="l" defTabSz="932742" rtl="0" eaLnBrk="1" latinLnBrk="0" hangingPunct="1">
              <a:defRPr sz="1800" kern="1200">
                <a:solidFill>
                  <a:schemeClr val="dk1"/>
                </a:solidFill>
                <a:latin typeface="+mn-lt"/>
                <a:ea typeface="+mn-ea"/>
                <a:cs typeface="+mn-cs"/>
              </a:defRPr>
            </a:lvl9pPr>
          </a:lstStyle>
          <a:p>
            <a:pPr algn="ctr" defTabSz="932597">
              <a:defRPr/>
            </a:pPr>
            <a:r>
              <a:rPr lang="en-US" sz="1200" b="1" kern="0" dirty="0" smtClean="0">
                <a:gradFill>
                  <a:gsLst>
                    <a:gs pos="1250">
                      <a:srgbClr val="00264A"/>
                    </a:gs>
                    <a:gs pos="100000">
                      <a:srgbClr val="00264A"/>
                    </a:gs>
                  </a:gsLst>
                  <a:lin ang="5400000" scaled="0"/>
                </a:gradFill>
              </a:rPr>
              <a:t>Processing Layer</a:t>
            </a:r>
            <a:endParaRPr lang="en-US" sz="1200" b="1" kern="0" dirty="0">
              <a:gradFill>
                <a:gsLst>
                  <a:gs pos="1250">
                    <a:srgbClr val="00264A"/>
                  </a:gs>
                  <a:gs pos="100000">
                    <a:srgbClr val="00264A"/>
                  </a:gs>
                </a:gsLst>
                <a:lin ang="5400000" scaled="0"/>
              </a:gradFill>
            </a:endParaRPr>
          </a:p>
        </p:txBody>
      </p:sp>
      <p:cxnSp>
        <p:nvCxnSpPr>
          <p:cNvPr id="105" name="Elbow Connector 26">
            <a:extLst>
              <a:ext uri="{FF2B5EF4-FFF2-40B4-BE49-F238E27FC236}">
                <a16:creationId xmlns="" xmlns:a16="http://schemas.microsoft.com/office/drawing/2014/main" id="{6B0C1B89-2A53-43F9-B673-891A02A95667}"/>
              </a:ext>
            </a:extLst>
          </p:cNvPr>
          <p:cNvCxnSpPr>
            <a:cxnSpLocks/>
          </p:cNvCxnSpPr>
          <p:nvPr/>
        </p:nvCxnSpPr>
        <p:spPr>
          <a:xfrm>
            <a:off x="2669959" y="3495299"/>
            <a:ext cx="408107" cy="812"/>
          </a:xfrm>
          <a:prstGeom prst="bentConnector3">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pic>
        <p:nvPicPr>
          <p:cNvPr id="80896" name="Picture 8089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371801" y="710271"/>
            <a:ext cx="1000813" cy="1000813"/>
          </a:xfrm>
          <a:prstGeom prst="rect">
            <a:avLst/>
          </a:prstGeom>
        </p:spPr>
      </p:pic>
      <p:pic>
        <p:nvPicPr>
          <p:cNvPr id="106" name="Picture 105"/>
          <p:cNvPicPr>
            <a:picLocks noChangeAspect="1"/>
          </p:cNvPicPr>
          <p:nvPr/>
        </p:nvPicPr>
        <p:blipFill rotWithShape="1">
          <a:blip r:embed="rId11"/>
          <a:srcRect l="5527" t="16530" r="6031" b="20033"/>
          <a:stretch/>
        </p:blipFill>
        <p:spPr>
          <a:xfrm>
            <a:off x="3495869" y="2020642"/>
            <a:ext cx="5125947" cy="1217412"/>
          </a:xfrm>
          <a:prstGeom prst="rect">
            <a:avLst/>
          </a:prstGeom>
        </p:spPr>
      </p:pic>
      <p:pic>
        <p:nvPicPr>
          <p:cNvPr id="80910" name="Picture 14" descr="Image result for scala dataframe icon"/>
          <p:cNvPicPr>
            <a:picLocks noChangeAspect="1" noChangeArrowheads="1"/>
          </p:cNvPicPr>
          <p:nvPr/>
        </p:nvPicPr>
        <p:blipFill rotWithShape="1">
          <a:blip r:embed="rId12">
            <a:extLst>
              <a:ext uri="{28A0092B-C50C-407E-A947-70E740481C1C}">
                <a14:useLocalDpi xmlns:a14="http://schemas.microsoft.com/office/drawing/2010/main" val="0"/>
              </a:ext>
            </a:extLst>
          </a:blip>
          <a:srcRect l="14995" t="31909" r="54911" b="29345"/>
          <a:stretch/>
        </p:blipFill>
        <p:spPr bwMode="auto">
          <a:xfrm>
            <a:off x="3368802" y="4416898"/>
            <a:ext cx="924966" cy="828430"/>
          </a:xfrm>
          <a:prstGeom prst="rect">
            <a:avLst/>
          </a:prstGeom>
          <a:noFill/>
          <a:extLst>
            <a:ext uri="{909E8E84-426E-40DD-AFC4-6F175D3DCCD1}">
              <a14:hiddenFill xmlns:a14="http://schemas.microsoft.com/office/drawing/2010/main">
                <a:solidFill>
                  <a:srgbClr val="FFFFFF"/>
                </a:solidFill>
              </a14:hiddenFill>
            </a:ext>
          </a:extLst>
        </p:spPr>
      </p:pic>
      <p:sp>
        <p:nvSpPr>
          <p:cNvPr id="108" name="TextBox 107">
            <a:extLst>
              <a:ext uri="{FF2B5EF4-FFF2-40B4-BE49-F238E27FC236}">
                <a16:creationId xmlns="" xmlns:a16="http://schemas.microsoft.com/office/drawing/2014/main" id="{87BAB29B-5EDE-4636-8399-705672B2E41F}"/>
              </a:ext>
            </a:extLst>
          </p:cNvPr>
          <p:cNvSpPr txBox="1"/>
          <p:nvPr/>
        </p:nvSpPr>
        <p:spPr>
          <a:xfrm>
            <a:off x="3309183" y="5245328"/>
            <a:ext cx="1048301" cy="333049"/>
          </a:xfrm>
          <a:prstGeom prst="rect">
            <a:avLst/>
          </a:prstGeom>
          <a:ln w="3175">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defTabSz="932597">
              <a:defRPr sz="800" b="1" kern="0">
                <a:gradFill>
                  <a:gsLst>
                    <a:gs pos="1250">
                      <a:srgbClr val="00264A"/>
                    </a:gs>
                    <a:gs pos="100000">
                      <a:srgbClr val="00264A"/>
                    </a:gs>
                  </a:gsLst>
                  <a:lin ang="5400000" scaled="0"/>
                </a:gradFill>
              </a:defRPr>
            </a:lvl1pPr>
            <a:lvl2pPr marL="466371" defTabSz="932742">
              <a:defRPr>
                <a:solidFill>
                  <a:schemeClr val="dk1"/>
                </a:solidFill>
              </a:defRPr>
            </a:lvl2pPr>
            <a:lvl3pPr marL="932742" defTabSz="932742">
              <a:defRPr>
                <a:solidFill>
                  <a:schemeClr val="dk1"/>
                </a:solidFill>
              </a:defRPr>
            </a:lvl3pPr>
            <a:lvl4pPr marL="1399113" defTabSz="932742">
              <a:defRPr>
                <a:solidFill>
                  <a:schemeClr val="dk1"/>
                </a:solidFill>
              </a:defRPr>
            </a:lvl4pPr>
            <a:lvl5pPr marL="1865484" defTabSz="932742">
              <a:defRPr>
                <a:solidFill>
                  <a:schemeClr val="dk1"/>
                </a:solidFill>
              </a:defRPr>
            </a:lvl5pPr>
            <a:lvl6pPr marL="2331856" defTabSz="932742">
              <a:defRPr>
                <a:solidFill>
                  <a:schemeClr val="dk1"/>
                </a:solidFill>
              </a:defRPr>
            </a:lvl6pPr>
            <a:lvl7pPr marL="2798226" defTabSz="932742">
              <a:defRPr>
                <a:solidFill>
                  <a:schemeClr val="dk1"/>
                </a:solidFill>
              </a:defRPr>
            </a:lvl7pPr>
            <a:lvl8pPr marL="3264597" defTabSz="932742">
              <a:defRPr>
                <a:solidFill>
                  <a:schemeClr val="dk1"/>
                </a:solidFill>
              </a:defRPr>
            </a:lvl8pPr>
            <a:lvl9pPr marL="3730969" defTabSz="932742">
              <a:defRPr>
                <a:solidFill>
                  <a:schemeClr val="dk1"/>
                </a:solidFill>
              </a:defRPr>
            </a:lvl9pPr>
          </a:lstStyle>
          <a:p>
            <a:pPr algn="ctr"/>
            <a:r>
              <a:rPr lang="en-US" dirty="0" smtClean="0"/>
              <a:t>Raw data from data source</a:t>
            </a:r>
            <a:endParaRPr lang="en-US" dirty="0"/>
          </a:p>
        </p:txBody>
      </p:sp>
      <p:pic>
        <p:nvPicPr>
          <p:cNvPr id="116" name="Picture 14" descr="Image result for scala dataframe icon"/>
          <p:cNvPicPr>
            <a:picLocks noChangeAspect="1" noChangeArrowheads="1"/>
          </p:cNvPicPr>
          <p:nvPr/>
        </p:nvPicPr>
        <p:blipFill rotWithShape="1">
          <a:blip r:embed="rId12">
            <a:extLst>
              <a:ext uri="{28A0092B-C50C-407E-A947-70E740481C1C}">
                <a14:useLocalDpi xmlns:a14="http://schemas.microsoft.com/office/drawing/2010/main" val="0"/>
              </a:ext>
            </a:extLst>
          </a:blip>
          <a:srcRect l="14995" t="31909" r="54911" b="29345"/>
          <a:stretch/>
        </p:blipFill>
        <p:spPr bwMode="auto">
          <a:xfrm>
            <a:off x="7598835" y="4388576"/>
            <a:ext cx="924966" cy="828430"/>
          </a:xfrm>
          <a:prstGeom prst="rect">
            <a:avLst/>
          </a:prstGeom>
          <a:noFill/>
          <a:extLst>
            <a:ext uri="{909E8E84-426E-40DD-AFC4-6F175D3DCCD1}">
              <a14:hiddenFill xmlns:a14="http://schemas.microsoft.com/office/drawing/2010/main">
                <a:solidFill>
                  <a:srgbClr val="FFFFFF"/>
                </a:solidFill>
              </a14:hiddenFill>
            </a:ext>
          </a:extLst>
        </p:spPr>
      </p:pic>
      <p:sp>
        <p:nvSpPr>
          <p:cNvPr id="117" name="TextBox 116">
            <a:extLst>
              <a:ext uri="{FF2B5EF4-FFF2-40B4-BE49-F238E27FC236}">
                <a16:creationId xmlns="" xmlns:a16="http://schemas.microsoft.com/office/drawing/2014/main" id="{87BAB29B-5EDE-4636-8399-705672B2E41F}"/>
              </a:ext>
            </a:extLst>
          </p:cNvPr>
          <p:cNvSpPr txBox="1"/>
          <p:nvPr/>
        </p:nvSpPr>
        <p:spPr>
          <a:xfrm>
            <a:off x="7539216" y="5217006"/>
            <a:ext cx="1048301" cy="333049"/>
          </a:xfrm>
          <a:prstGeom prst="rect">
            <a:avLst/>
          </a:prstGeom>
          <a:ln w="3175">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defTabSz="932597">
              <a:defRPr sz="800" b="1" kern="0">
                <a:gradFill>
                  <a:gsLst>
                    <a:gs pos="1250">
                      <a:srgbClr val="00264A"/>
                    </a:gs>
                    <a:gs pos="100000">
                      <a:srgbClr val="00264A"/>
                    </a:gs>
                  </a:gsLst>
                  <a:lin ang="5400000" scaled="0"/>
                </a:gradFill>
              </a:defRPr>
            </a:lvl1pPr>
            <a:lvl2pPr marL="466371" defTabSz="932742">
              <a:defRPr>
                <a:solidFill>
                  <a:schemeClr val="dk1"/>
                </a:solidFill>
              </a:defRPr>
            </a:lvl2pPr>
            <a:lvl3pPr marL="932742" defTabSz="932742">
              <a:defRPr>
                <a:solidFill>
                  <a:schemeClr val="dk1"/>
                </a:solidFill>
              </a:defRPr>
            </a:lvl3pPr>
            <a:lvl4pPr marL="1399113" defTabSz="932742">
              <a:defRPr>
                <a:solidFill>
                  <a:schemeClr val="dk1"/>
                </a:solidFill>
              </a:defRPr>
            </a:lvl4pPr>
            <a:lvl5pPr marL="1865484" defTabSz="932742">
              <a:defRPr>
                <a:solidFill>
                  <a:schemeClr val="dk1"/>
                </a:solidFill>
              </a:defRPr>
            </a:lvl5pPr>
            <a:lvl6pPr marL="2331856" defTabSz="932742">
              <a:defRPr>
                <a:solidFill>
                  <a:schemeClr val="dk1"/>
                </a:solidFill>
              </a:defRPr>
            </a:lvl6pPr>
            <a:lvl7pPr marL="2798226" defTabSz="932742">
              <a:defRPr>
                <a:solidFill>
                  <a:schemeClr val="dk1"/>
                </a:solidFill>
              </a:defRPr>
            </a:lvl7pPr>
            <a:lvl8pPr marL="3264597" defTabSz="932742">
              <a:defRPr>
                <a:solidFill>
                  <a:schemeClr val="dk1"/>
                </a:solidFill>
              </a:defRPr>
            </a:lvl8pPr>
            <a:lvl9pPr marL="3730969" defTabSz="932742">
              <a:defRPr>
                <a:solidFill>
                  <a:schemeClr val="dk1"/>
                </a:solidFill>
              </a:defRPr>
            </a:lvl9pPr>
          </a:lstStyle>
          <a:p>
            <a:pPr algn="ctr"/>
            <a:r>
              <a:rPr lang="en-US" dirty="0" smtClean="0"/>
              <a:t>Transformed data frame</a:t>
            </a:r>
            <a:endParaRPr lang="en-US" dirty="0"/>
          </a:p>
        </p:txBody>
      </p:sp>
      <p:sp>
        <p:nvSpPr>
          <p:cNvPr id="126" name="TextBox 125">
            <a:extLst>
              <a:ext uri="{FF2B5EF4-FFF2-40B4-BE49-F238E27FC236}">
                <a16:creationId xmlns="" xmlns:a16="http://schemas.microsoft.com/office/drawing/2014/main" id="{87BAB29B-5EDE-4636-8399-705672B2E41F}"/>
              </a:ext>
            </a:extLst>
          </p:cNvPr>
          <p:cNvSpPr txBox="1"/>
          <p:nvPr/>
        </p:nvSpPr>
        <p:spPr>
          <a:xfrm>
            <a:off x="3479046" y="5945635"/>
            <a:ext cx="5154998" cy="299502"/>
          </a:xfrm>
          <a:prstGeom prst="rect">
            <a:avLst/>
          </a:prstGeom>
          <a:ln w="3175">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defTabSz="932597">
              <a:defRPr sz="800" b="1" kern="0">
                <a:gradFill>
                  <a:gsLst>
                    <a:gs pos="1250">
                      <a:srgbClr val="00264A"/>
                    </a:gs>
                    <a:gs pos="100000">
                      <a:srgbClr val="00264A"/>
                    </a:gs>
                  </a:gsLst>
                  <a:lin ang="5400000" scaled="0"/>
                </a:gradFill>
              </a:defRPr>
            </a:lvl1pPr>
            <a:lvl2pPr marL="466371" defTabSz="932742">
              <a:defRPr>
                <a:solidFill>
                  <a:schemeClr val="dk1"/>
                </a:solidFill>
              </a:defRPr>
            </a:lvl2pPr>
            <a:lvl3pPr marL="932742" defTabSz="932742">
              <a:defRPr>
                <a:solidFill>
                  <a:schemeClr val="dk1"/>
                </a:solidFill>
              </a:defRPr>
            </a:lvl3pPr>
            <a:lvl4pPr marL="1399113" defTabSz="932742">
              <a:defRPr>
                <a:solidFill>
                  <a:schemeClr val="dk1"/>
                </a:solidFill>
              </a:defRPr>
            </a:lvl4pPr>
            <a:lvl5pPr marL="1865484" defTabSz="932742">
              <a:defRPr>
                <a:solidFill>
                  <a:schemeClr val="dk1"/>
                </a:solidFill>
              </a:defRPr>
            </a:lvl5pPr>
            <a:lvl6pPr marL="2331856" defTabSz="932742">
              <a:defRPr>
                <a:solidFill>
                  <a:schemeClr val="dk1"/>
                </a:solidFill>
              </a:defRPr>
            </a:lvl6pPr>
            <a:lvl7pPr marL="2798226" defTabSz="932742">
              <a:defRPr>
                <a:solidFill>
                  <a:schemeClr val="dk1"/>
                </a:solidFill>
              </a:defRPr>
            </a:lvl7pPr>
            <a:lvl8pPr marL="3264597" defTabSz="932742">
              <a:defRPr>
                <a:solidFill>
                  <a:schemeClr val="dk1"/>
                </a:solidFill>
              </a:defRPr>
            </a:lvl8pPr>
            <a:lvl9pPr marL="3730969" defTabSz="932742">
              <a:defRPr>
                <a:solidFill>
                  <a:schemeClr val="dk1"/>
                </a:solidFill>
              </a:defRPr>
            </a:lvl9pPr>
          </a:lstStyle>
          <a:p>
            <a:pPr algn="ctr"/>
            <a:r>
              <a:rPr lang="en-US" dirty="0" smtClean="0"/>
              <a:t>Categorizing the rules as required and performing transformations accordingly.</a:t>
            </a:r>
            <a:endParaRPr lang="en-US" dirty="0"/>
          </a:p>
        </p:txBody>
      </p:sp>
      <p:cxnSp>
        <p:nvCxnSpPr>
          <p:cNvPr id="141" name="Elbow Connector 26">
            <a:extLst>
              <a:ext uri="{FF2B5EF4-FFF2-40B4-BE49-F238E27FC236}">
                <a16:creationId xmlns="" xmlns:a16="http://schemas.microsoft.com/office/drawing/2014/main" id="{6B0C1B89-2A53-43F9-B673-891A02A95667}"/>
              </a:ext>
            </a:extLst>
          </p:cNvPr>
          <p:cNvCxnSpPr>
            <a:cxnSpLocks/>
          </p:cNvCxnSpPr>
          <p:nvPr/>
        </p:nvCxnSpPr>
        <p:spPr>
          <a:xfrm flipV="1">
            <a:off x="6994552" y="4919814"/>
            <a:ext cx="647061" cy="1194"/>
          </a:xfrm>
          <a:prstGeom prst="bentConnector3">
            <a:avLst>
              <a:gd name="adj1" fmla="val 50000"/>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pic>
        <p:nvPicPr>
          <p:cNvPr id="121" name="Picture 18" descr="Related imag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655482" y="1408852"/>
            <a:ext cx="392688" cy="385893"/>
          </a:xfrm>
          <a:prstGeom prst="rect">
            <a:avLst/>
          </a:prstGeom>
          <a:noFill/>
          <a:extLst>
            <a:ext uri="{909E8E84-426E-40DD-AFC4-6F175D3DCCD1}">
              <a14:hiddenFill xmlns:a14="http://schemas.microsoft.com/office/drawing/2010/main">
                <a:solidFill>
                  <a:srgbClr val="FFFFFF"/>
                </a:solidFill>
              </a14:hiddenFill>
            </a:ext>
          </a:extLst>
        </p:spPr>
      </p:pic>
      <p:sp>
        <p:nvSpPr>
          <p:cNvPr id="183" name="TextBox 182">
            <a:extLst>
              <a:ext uri="{FF2B5EF4-FFF2-40B4-BE49-F238E27FC236}">
                <a16:creationId xmlns="" xmlns:a16="http://schemas.microsoft.com/office/drawing/2014/main" id="{87BAB29B-5EDE-4636-8399-705672B2E41F}"/>
              </a:ext>
            </a:extLst>
          </p:cNvPr>
          <p:cNvSpPr txBox="1"/>
          <p:nvPr/>
        </p:nvSpPr>
        <p:spPr>
          <a:xfrm>
            <a:off x="5658417" y="4704727"/>
            <a:ext cx="634626" cy="429604"/>
          </a:xfrm>
          <a:prstGeom prst="rect">
            <a:avLst/>
          </a:prstGeom>
          <a:ln w="3175">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defTabSz="932597">
              <a:defRPr sz="800" b="1" kern="0">
                <a:gradFill>
                  <a:gsLst>
                    <a:gs pos="1250">
                      <a:srgbClr val="00264A"/>
                    </a:gs>
                    <a:gs pos="100000">
                      <a:srgbClr val="00264A"/>
                    </a:gs>
                  </a:gsLst>
                  <a:lin ang="5400000" scaled="0"/>
                </a:gradFill>
              </a:defRPr>
            </a:lvl1pPr>
            <a:lvl2pPr marL="466371" defTabSz="932742">
              <a:defRPr>
                <a:solidFill>
                  <a:schemeClr val="dk1"/>
                </a:solidFill>
              </a:defRPr>
            </a:lvl2pPr>
            <a:lvl3pPr marL="932742" defTabSz="932742">
              <a:defRPr>
                <a:solidFill>
                  <a:schemeClr val="dk1"/>
                </a:solidFill>
              </a:defRPr>
            </a:lvl3pPr>
            <a:lvl4pPr marL="1399113" defTabSz="932742">
              <a:defRPr>
                <a:solidFill>
                  <a:schemeClr val="dk1"/>
                </a:solidFill>
              </a:defRPr>
            </a:lvl4pPr>
            <a:lvl5pPr marL="1865484" defTabSz="932742">
              <a:defRPr>
                <a:solidFill>
                  <a:schemeClr val="dk1"/>
                </a:solidFill>
              </a:defRPr>
            </a:lvl5pPr>
            <a:lvl6pPr marL="2331856" defTabSz="932742">
              <a:defRPr>
                <a:solidFill>
                  <a:schemeClr val="dk1"/>
                </a:solidFill>
              </a:defRPr>
            </a:lvl6pPr>
            <a:lvl7pPr marL="2798226" defTabSz="932742">
              <a:defRPr>
                <a:solidFill>
                  <a:schemeClr val="dk1"/>
                </a:solidFill>
              </a:defRPr>
            </a:lvl7pPr>
            <a:lvl8pPr marL="3264597" defTabSz="932742">
              <a:defRPr>
                <a:solidFill>
                  <a:schemeClr val="dk1"/>
                </a:solidFill>
              </a:defRPr>
            </a:lvl8pPr>
            <a:lvl9pPr marL="3730969" defTabSz="932742">
              <a:defRPr>
                <a:solidFill>
                  <a:schemeClr val="dk1"/>
                </a:solidFill>
              </a:defRPr>
            </a:lvl9pPr>
          </a:lstStyle>
          <a:p>
            <a:r>
              <a:rPr lang="en-US" dirty="0" smtClean="0"/>
              <a:t>Meta query parsing</a:t>
            </a:r>
            <a:endParaRPr lang="en-US" dirty="0"/>
          </a:p>
        </p:txBody>
      </p:sp>
      <p:sp>
        <p:nvSpPr>
          <p:cNvPr id="184" name="TextBox 183">
            <a:extLst>
              <a:ext uri="{FF2B5EF4-FFF2-40B4-BE49-F238E27FC236}">
                <a16:creationId xmlns="" xmlns:a16="http://schemas.microsoft.com/office/drawing/2014/main" id="{87BAB29B-5EDE-4636-8399-705672B2E41F}"/>
              </a:ext>
            </a:extLst>
          </p:cNvPr>
          <p:cNvSpPr txBox="1"/>
          <p:nvPr/>
        </p:nvSpPr>
        <p:spPr>
          <a:xfrm>
            <a:off x="6751060" y="4669369"/>
            <a:ext cx="634626" cy="429604"/>
          </a:xfrm>
          <a:prstGeom prst="rect">
            <a:avLst/>
          </a:prstGeom>
          <a:ln w="3175">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defPPr>
              <a:defRPr lang="en-US"/>
            </a:defPPr>
            <a:lvl1pPr defTabSz="932597">
              <a:defRPr sz="800" b="1" kern="0">
                <a:gradFill>
                  <a:gsLst>
                    <a:gs pos="1250">
                      <a:srgbClr val="00264A"/>
                    </a:gs>
                    <a:gs pos="100000">
                      <a:srgbClr val="00264A"/>
                    </a:gs>
                  </a:gsLst>
                  <a:lin ang="5400000" scaled="0"/>
                </a:gradFill>
              </a:defRPr>
            </a:lvl1pPr>
            <a:lvl2pPr marL="466371" defTabSz="932742">
              <a:defRPr>
                <a:solidFill>
                  <a:schemeClr val="dk1"/>
                </a:solidFill>
              </a:defRPr>
            </a:lvl2pPr>
            <a:lvl3pPr marL="932742" defTabSz="932742">
              <a:defRPr>
                <a:solidFill>
                  <a:schemeClr val="dk1"/>
                </a:solidFill>
              </a:defRPr>
            </a:lvl3pPr>
            <a:lvl4pPr marL="1399113" defTabSz="932742">
              <a:defRPr>
                <a:solidFill>
                  <a:schemeClr val="dk1"/>
                </a:solidFill>
              </a:defRPr>
            </a:lvl4pPr>
            <a:lvl5pPr marL="1865484" defTabSz="932742">
              <a:defRPr>
                <a:solidFill>
                  <a:schemeClr val="dk1"/>
                </a:solidFill>
              </a:defRPr>
            </a:lvl5pPr>
            <a:lvl6pPr marL="2331856" defTabSz="932742">
              <a:defRPr>
                <a:solidFill>
                  <a:schemeClr val="dk1"/>
                </a:solidFill>
              </a:defRPr>
            </a:lvl6pPr>
            <a:lvl7pPr marL="2798226" defTabSz="932742">
              <a:defRPr>
                <a:solidFill>
                  <a:schemeClr val="dk1"/>
                </a:solidFill>
              </a:defRPr>
            </a:lvl7pPr>
            <a:lvl8pPr marL="3264597" defTabSz="932742">
              <a:defRPr>
                <a:solidFill>
                  <a:schemeClr val="dk1"/>
                </a:solidFill>
              </a:defRPr>
            </a:lvl8pPr>
            <a:lvl9pPr marL="3730969" defTabSz="932742">
              <a:defRPr>
                <a:solidFill>
                  <a:schemeClr val="dk1"/>
                </a:solidFill>
              </a:defRPr>
            </a:lvl9pPr>
          </a:lstStyle>
          <a:p>
            <a:r>
              <a:rPr lang="en-US" dirty="0" smtClean="0"/>
              <a:t>Data transformation</a:t>
            </a:r>
            <a:endParaRPr lang="en-US" dirty="0"/>
          </a:p>
        </p:txBody>
      </p:sp>
      <p:cxnSp>
        <p:nvCxnSpPr>
          <p:cNvPr id="188" name="Elbow Connector 26">
            <a:extLst>
              <a:ext uri="{FF2B5EF4-FFF2-40B4-BE49-F238E27FC236}">
                <a16:creationId xmlns="" xmlns:a16="http://schemas.microsoft.com/office/drawing/2014/main" id="{6B0C1B89-2A53-43F9-B673-891A02A95667}"/>
              </a:ext>
            </a:extLst>
          </p:cNvPr>
          <p:cNvCxnSpPr>
            <a:cxnSpLocks/>
          </p:cNvCxnSpPr>
          <p:nvPr/>
        </p:nvCxnSpPr>
        <p:spPr>
          <a:xfrm flipV="1">
            <a:off x="6320955" y="4914663"/>
            <a:ext cx="429651" cy="1194"/>
          </a:xfrm>
          <a:prstGeom prst="bentConnector3">
            <a:avLst>
              <a:gd name="adj1" fmla="val 50000"/>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cxnSp>
        <p:nvCxnSpPr>
          <p:cNvPr id="195" name="Elbow Connector 26">
            <a:extLst>
              <a:ext uri="{FF2B5EF4-FFF2-40B4-BE49-F238E27FC236}">
                <a16:creationId xmlns="" xmlns:a16="http://schemas.microsoft.com/office/drawing/2014/main" id="{6B0C1B89-2A53-43F9-B673-891A02A95667}"/>
              </a:ext>
            </a:extLst>
          </p:cNvPr>
          <p:cNvCxnSpPr>
            <a:cxnSpLocks/>
          </p:cNvCxnSpPr>
          <p:nvPr/>
        </p:nvCxnSpPr>
        <p:spPr>
          <a:xfrm flipV="1">
            <a:off x="5245972" y="4919122"/>
            <a:ext cx="429651" cy="1194"/>
          </a:xfrm>
          <a:prstGeom prst="bentConnector3">
            <a:avLst>
              <a:gd name="adj1" fmla="val 50000"/>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cxnSp>
        <p:nvCxnSpPr>
          <p:cNvPr id="196" name="Elbow Connector 26">
            <a:extLst>
              <a:ext uri="{FF2B5EF4-FFF2-40B4-BE49-F238E27FC236}">
                <a16:creationId xmlns="" xmlns:a16="http://schemas.microsoft.com/office/drawing/2014/main" id="{6B0C1B89-2A53-43F9-B673-891A02A95667}"/>
              </a:ext>
            </a:extLst>
          </p:cNvPr>
          <p:cNvCxnSpPr>
            <a:cxnSpLocks/>
          </p:cNvCxnSpPr>
          <p:nvPr/>
        </p:nvCxnSpPr>
        <p:spPr>
          <a:xfrm>
            <a:off x="4238198" y="4906034"/>
            <a:ext cx="333275" cy="261"/>
          </a:xfrm>
          <a:prstGeom prst="bentConnector3">
            <a:avLst>
              <a:gd name="adj1" fmla="val 50000"/>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pic>
        <p:nvPicPr>
          <p:cNvPr id="5" name="Picture 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643111" y="3625792"/>
            <a:ext cx="750759" cy="563070"/>
          </a:xfrm>
          <a:prstGeom prst="rect">
            <a:avLst/>
          </a:prstGeom>
        </p:spPr>
      </p:pic>
    </p:spTree>
    <p:extLst>
      <p:ext uri="{BB962C8B-B14F-4D97-AF65-F5344CB8AC3E}">
        <p14:creationId xmlns:p14="http://schemas.microsoft.com/office/powerpoint/2010/main" val="105593068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23A5B85C-F9EE-4523-9FF0-24A1D6C76194}" vid="{5CD0F2CD-C149-47AE-9000-EEF59CE5E48D}"/>
    </a:ext>
  </a:extLst>
</a:theme>
</file>

<file path=ppt/theme/theme2.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23A5B85C-F9EE-4523-9FF0-24A1D6C76194}" vid="{BC6B8890-D991-439D-826B-DCE21B240705}"/>
    </a:ext>
  </a:extLst>
</a:theme>
</file>

<file path=ppt/theme/theme3.xml><?xml version="1.0" encoding="utf-8"?>
<a:theme xmlns:a="http://schemas.openxmlformats.org/drawingml/2006/main" name="1_2013 Capgemini Template">
  <a:themeElements>
    <a:clrScheme name="Custom 13">
      <a:dk1>
        <a:srgbClr val="000000"/>
      </a:dk1>
      <a:lt1>
        <a:sysClr val="window" lastClr="FFFFFF"/>
      </a:lt1>
      <a:dk2>
        <a:srgbClr val="0070AD"/>
      </a:dk2>
      <a:lt2>
        <a:srgbClr val="EDEDED"/>
      </a:lt2>
      <a:accent1>
        <a:srgbClr val="80B8D6"/>
      </a:accent1>
      <a:accent2>
        <a:srgbClr val="12ABDB"/>
      </a:accent2>
      <a:accent3>
        <a:srgbClr val="431060"/>
      </a:accent3>
      <a:accent4>
        <a:srgbClr val="FF304C"/>
      </a:accent4>
      <a:accent5>
        <a:srgbClr val="8EC63E"/>
      </a:accent5>
      <a:accent6>
        <a:srgbClr val="0F999C"/>
      </a:accent6>
      <a:hlink>
        <a:srgbClr val="005481"/>
      </a:hlink>
      <a:folHlink>
        <a:srgbClr val="861763"/>
      </a:folHlink>
    </a:clrScheme>
    <a:fontScheme name="Custom 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4.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ppt-template</Template>
  <TotalTime>2312</TotalTime>
  <Words>118</Words>
  <Application>Microsoft Office PowerPoint</Application>
  <PresentationFormat>Widescreen</PresentationFormat>
  <Paragraphs>54</Paragraphs>
  <Slides>5</Slides>
  <Notes>1</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5</vt:i4>
      </vt:variant>
    </vt:vector>
  </HeadingPairs>
  <TitlesOfParts>
    <vt:vector size="15" baseType="lpstr">
      <vt:lpstr>Arial</vt:lpstr>
      <vt:lpstr>Calibri</vt:lpstr>
      <vt:lpstr>Corbel</vt:lpstr>
      <vt:lpstr>Courier New</vt:lpstr>
      <vt:lpstr>Verdana</vt:lpstr>
      <vt:lpstr>Wingdings</vt:lpstr>
      <vt:lpstr>Capgemini Master</vt:lpstr>
      <vt:lpstr>Cover options</vt:lpstr>
      <vt:lpstr>1_2013 Capgemini Template</vt:lpstr>
      <vt:lpstr>think-cell Slide</vt:lpstr>
      <vt:lpstr>Dynamic Data Wrangling with Azure Data Bricks</vt:lpstr>
      <vt:lpstr>HLD For DQ Engine</vt:lpstr>
      <vt:lpstr>Metadata Files</vt:lpstr>
      <vt:lpstr>mappingInfo.csv </vt:lpstr>
      <vt:lpstr>Architecture Design</vt:lpstr>
    </vt:vector>
  </TitlesOfParts>
  <Company>Capgemini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searching and execution  using Voice Commands</dc:title>
  <dc:subject>ppt template</dc:subject>
  <dc:creator>Mitra, Rudrajit</dc:creator>
  <cp:lastModifiedBy>Choudhary, Shivam</cp:lastModifiedBy>
  <cp:revision>154</cp:revision>
  <dcterms:created xsi:type="dcterms:W3CDTF">2019-01-23T04:48:30Z</dcterms:created>
  <dcterms:modified xsi:type="dcterms:W3CDTF">2019-10-07T11:05:32Z</dcterms:modified>
</cp:coreProperties>
</file>
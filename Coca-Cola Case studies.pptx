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8" r:id="rId1"/>
    <p:sldMasterId id="2147484023" r:id="rId2"/>
  </p:sldMasterIdLst>
  <p:notesMasterIdLst>
    <p:notesMasterId r:id="rId8"/>
  </p:notesMasterIdLst>
  <p:handoutMasterIdLst>
    <p:handoutMasterId r:id="rId9"/>
  </p:handoutMasterIdLst>
  <p:sldIdLst>
    <p:sldId id="368" r:id="rId3"/>
    <p:sldId id="550" r:id="rId4"/>
    <p:sldId id="553" r:id="rId5"/>
    <p:sldId id="551" r:id="rId6"/>
    <p:sldId id="552" r:id="rId7"/>
  </p:sldIdLst>
  <p:sldSz cx="9906000" cy="6858000" type="A4"/>
  <p:notesSz cx="6797675" cy="9874250"/>
  <p:custDataLst>
    <p:tags r:id="rId10"/>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48" userDrawn="1">
          <p15:clr>
            <a:srgbClr val="A4A3A4"/>
          </p15:clr>
        </p15:guide>
        <p15:guide id="2" orient="horz" pos="825" userDrawn="1">
          <p15:clr>
            <a:srgbClr val="A4A3A4"/>
          </p15:clr>
        </p15:guide>
        <p15:guide id="3" orient="horz" pos="1056" userDrawn="1">
          <p15:clr>
            <a:srgbClr val="A4A3A4"/>
          </p15:clr>
        </p15:guide>
        <p15:guide id="4" orient="horz" pos="3620" userDrawn="1">
          <p15:clr>
            <a:srgbClr val="A4A3A4"/>
          </p15:clr>
        </p15:guide>
        <p15:guide id="5" orient="horz" pos="2374" userDrawn="1">
          <p15:clr>
            <a:srgbClr val="A4A3A4"/>
          </p15:clr>
        </p15:guide>
        <p15:guide id="6" pos="3120" userDrawn="1">
          <p15:clr>
            <a:srgbClr val="A4A3A4"/>
          </p15:clr>
        </p15:guide>
        <p15:guide id="7" pos="6026" userDrawn="1">
          <p15:clr>
            <a:srgbClr val="A4A3A4"/>
          </p15:clr>
        </p15:guide>
        <p15:guide id="8" pos="3042" userDrawn="1">
          <p15:clr>
            <a:srgbClr val="A4A3A4"/>
          </p15:clr>
        </p15:guide>
        <p15:guide id="9" pos="3198" userDrawn="1">
          <p15:clr>
            <a:srgbClr val="A4A3A4"/>
          </p15:clr>
        </p15:guide>
        <p15:guide id="10" pos="220" userDrawn="1">
          <p15:clr>
            <a:srgbClr val="A4A3A4"/>
          </p15:clr>
        </p15:guide>
        <p15:guide id="11" pos="420" userDrawn="1">
          <p15:clr>
            <a:srgbClr val="A4A3A4"/>
          </p15:clr>
        </p15:guide>
        <p15:guide id="12" pos="5819" userDrawn="1">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mugdha Kharia" initials="VK"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7D38"/>
    <a:srgbClr val="F38431"/>
    <a:srgbClr val="F45D20"/>
    <a:srgbClr val="FCDBBA"/>
    <a:srgbClr val="E9FCFF"/>
    <a:srgbClr val="EEEDFF"/>
    <a:srgbClr val="E4FBFF"/>
    <a:srgbClr val="C6FFFE"/>
    <a:srgbClr val="DDFFE9"/>
    <a:srgbClr val="700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2" autoAdjust="0"/>
    <p:restoredTop sz="96341" autoAdjust="0"/>
  </p:normalViewPr>
  <p:slideViewPr>
    <p:cSldViewPr snapToGrid="0">
      <p:cViewPr varScale="1">
        <p:scale>
          <a:sx n="63" d="100"/>
          <a:sy n="63" d="100"/>
        </p:scale>
        <p:origin x="1420" y="48"/>
      </p:cViewPr>
      <p:guideLst>
        <p:guide orient="horz" pos="3948"/>
        <p:guide orient="horz" pos="825"/>
        <p:guide orient="horz" pos="1056"/>
        <p:guide orient="horz" pos="3620"/>
        <p:guide orient="horz" pos="2374"/>
        <p:guide pos="3120"/>
        <p:guide pos="6026"/>
        <p:guide pos="3042"/>
        <p:guide pos="3198"/>
        <p:guide pos="220"/>
        <p:guide pos="420"/>
        <p:guide pos="5819"/>
      </p:guideLst>
    </p:cSldViewPr>
  </p:slideViewPr>
  <p:outlineViewPr>
    <p:cViewPr>
      <p:scale>
        <a:sx n="33" d="100"/>
        <a:sy n="33" d="100"/>
      </p:scale>
      <p:origin x="0" y="-8656"/>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2" d="100"/>
          <a:sy n="72" d="100"/>
        </p:scale>
        <p:origin x="-3246" y="-102"/>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 Target="slides/slide2.xml"/><Relationship Id="rId9" Type="http://schemas.openxmlformats.org/officeDocument/2006/relationships/handoutMaster" Target="handoutMasters/handoutMaster1.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a:latin typeface="Arial" pitchFamily="34" charset="0"/>
                <a:cs typeface="Arial" pitchFamily="34" charset="0"/>
              </a:rPr>
              <a:t>© 2012 Capgemini. All </a:t>
            </a:r>
            <a:r>
              <a:rPr lang="de-DE" sz="800" dirty="0" err="1">
                <a:latin typeface="Arial" pitchFamily="34" charset="0"/>
                <a:cs typeface="Arial" pitchFamily="34" charset="0"/>
              </a:rPr>
              <a:t>rights</a:t>
            </a:r>
            <a:r>
              <a:rPr lang="de-DE" sz="800" dirty="0">
                <a:latin typeface="Arial" pitchFamily="34" charset="0"/>
                <a:cs typeface="Arial" pitchFamily="34" charset="0"/>
              </a:rPr>
              <a:t> </a:t>
            </a:r>
            <a:r>
              <a:rPr lang="de-DE" sz="800" dirty="0" err="1">
                <a:latin typeface="Arial" pitchFamily="34" charset="0"/>
                <a:cs typeface="Arial" pitchFamily="34" charset="0"/>
              </a:rPr>
              <a:t>reserved</a:t>
            </a:r>
            <a:r>
              <a:rPr lang="de-DE" sz="800" dirty="0">
                <a:latin typeface="Arial" pitchFamily="34" charset="0"/>
                <a:cs typeface="Arial" pitchFamily="34" charset="0"/>
              </a:rPr>
              <a:t>.</a:t>
            </a: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3450032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3/26/2019</a:t>
            </a:fld>
            <a:endParaRPr lang="en-US" dirty="0"/>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377301607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en-US"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dirty="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15427623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2.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www.capgemini.com/optimize-your-business-and-it-operations" TargetMode="External"/><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2.sv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www.capgemini.com/optimize-your-business-and-it-operations" TargetMode="Externa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21.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9.png"/><Relationship Id="rId14" Type="http://schemas.openxmlformats.org/officeDocument/2006/relationships/hyperlink" Target="http://www.capgemini.com/"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24.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2.vml"/><Relationship Id="rId5" Type="http://schemas.openxmlformats.org/officeDocument/2006/relationships/image" Target="../media/image25.emf"/><Relationship Id="rId4" Type="http://schemas.openxmlformats.org/officeDocument/2006/relationships/oleObject" Target="../embeddings/oleObject2.bin"/></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2.svg"/><Relationship Id="rId4"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hyperlink" Target="https://www.capgemini.com/optimize-your-business-and-it-operations" TargetMode="External"/></Relationships>
</file>

<file path=ppt/slideLayouts/_rels/slideLayout3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hyperlink" Target="https://www.capgemini.com/optimize-your-business-and-it-operations" TargetMode="Externa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www.capgemini.com/optimize-your-business-and-it-operations" TargetMode="External"/></Relationships>
</file>

<file path=ppt/slideLayouts/_rels/slideLayout4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 Id="rId4" Type="http://schemas.openxmlformats.org/officeDocument/2006/relationships/hyperlink" Target="https://www.capgemini.com/optimize-your-business-and-it-operations" TargetMode="External"/></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tags" Target="../tags/tag6.xml"/><Relationship Id="rId7" Type="http://schemas.openxmlformats.org/officeDocument/2006/relationships/oleObject" Target="../embeddings/oleObject3.bin"/><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slideMaster" Target="../slideMasters/slideMaster2.xml"/><Relationship Id="rId5" Type="http://schemas.openxmlformats.org/officeDocument/2006/relationships/tags" Target="../tags/tag8.xml"/><Relationship Id="rId4"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ext with Shapes - Layout1">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23077" b="19676"/>
          <a:stretch/>
        </p:blipFill>
        <p:spPr>
          <a:xfrm rot="16200000">
            <a:off x="3755151" y="707148"/>
            <a:ext cx="6857997" cy="5443701"/>
          </a:xfrm>
          <a:prstGeom prst="rect">
            <a:avLst/>
          </a:prstGeom>
        </p:spPr>
      </p:pic>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501118" y="2708920"/>
            <a:ext cx="2691299" cy="720080"/>
          </a:xfrm>
          <a:prstGeom prst="rect">
            <a:avLst/>
          </a:prstGeom>
        </p:spPr>
        <p:txBody>
          <a:bodyPr anchor="ctr">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501118" y="3645024"/>
            <a:ext cx="2691299" cy="720080"/>
          </a:xfrm>
          <a:prstGeom prst="rect">
            <a:avLst/>
          </a:prstGeom>
        </p:spPr>
        <p:txBody>
          <a:bodyPr anchor="ctr">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5324476" y="2060576"/>
            <a:ext cx="3989488" cy="2722563"/>
          </a:xfrm>
          <a:prstGeom prst="rect">
            <a:avLst/>
          </a:prstGeom>
        </p:spPr>
        <p:txBody>
          <a:bodyPr anchor="ctr"/>
          <a:lstStyle>
            <a:lvl1pPr algn="ctr">
              <a:defRPr/>
            </a:lvl1pPr>
          </a:lstStyle>
          <a:p>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501118" y="4630276"/>
            <a:ext cx="2691299" cy="720080"/>
          </a:xfrm>
          <a:prstGeom prst="rect">
            <a:avLst/>
          </a:prstGeom>
        </p:spPr>
        <p:txBody>
          <a:bodyPr anchor="ctr">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014887"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81836" t="-4713" b="16530"/>
          <a:stretch/>
        </p:blipFill>
        <p:spPr>
          <a:xfrm>
            <a:off x="9336779" y="164829"/>
            <a:ext cx="344789" cy="459624"/>
          </a:xfrm>
          <a:prstGeom prst="rect">
            <a:avLst/>
          </a:prstGeom>
        </p:spPr>
      </p:pic>
      <p:cxnSp>
        <p:nvCxnSpPr>
          <p:cNvPr id="11"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6"/>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9468465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10984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Grey">
    <p:spTree>
      <p:nvGrpSpPr>
        <p:cNvPr id="1" name=""/>
        <p:cNvGrpSpPr/>
        <p:nvPr/>
      </p:nvGrpSpPr>
      <p:grpSpPr>
        <a:xfrm>
          <a:off x="0" y="0"/>
          <a:ext cx="0" cy="0"/>
          <a:chOff x="0" y="0"/>
          <a:chExt cx="0" cy="0"/>
        </a:xfrm>
      </p:grpSpPr>
      <p:sp>
        <p:nvSpPr>
          <p:cNvPr id="6" name="Rectangle 5"/>
          <p:cNvSpPr/>
          <p:nvPr/>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0"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77566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 Charts">
    <p:bg>
      <p:bgRef idx="1001">
        <a:schemeClr val="bg1"/>
      </p:bgRef>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B710EB7-4E56-449A-B5D4-12A5A50A258D}"/>
              </a:ext>
            </a:extLst>
          </p:cNvPr>
          <p:cNvSpPr>
            <a:spLocks noGrp="1"/>
          </p:cNvSpPr>
          <p:nvPr>
            <p:ph type="body" sz="quarter" idx="14" hasCustomPrompt="1"/>
          </p:nvPr>
        </p:nvSpPr>
        <p:spPr>
          <a:xfrm>
            <a:off x="331492" y="1428076"/>
            <a:ext cx="4504135"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7" name="Chart Placeholder 16">
            <a:extLst>
              <a:ext uri="{FF2B5EF4-FFF2-40B4-BE49-F238E27FC236}">
                <a16:creationId xmlns:a16="http://schemas.microsoft.com/office/drawing/2014/main" id="{6093AB2F-A9E2-4259-8D2A-0E33C88FF1BC}"/>
              </a:ext>
            </a:extLst>
          </p:cNvPr>
          <p:cNvSpPr>
            <a:spLocks noGrp="1"/>
          </p:cNvSpPr>
          <p:nvPr>
            <p:ph type="chart" sz="quarter" idx="10"/>
          </p:nvPr>
        </p:nvSpPr>
        <p:spPr>
          <a:xfrm>
            <a:off x="331492" y="1824707"/>
            <a:ext cx="4504135" cy="1963739"/>
          </a:xfrm>
          <a:prstGeom prst="rect">
            <a:avLst/>
          </a:prstGeom>
        </p:spPr>
        <p:txBody>
          <a:bodyPr anchor="ctr"/>
          <a:lstStyle>
            <a:lvl1pPr algn="ctr">
              <a:defRPr/>
            </a:lvl1pPr>
          </a:lstStyle>
          <a:p>
            <a:endParaRPr lang="pt-PT"/>
          </a:p>
        </p:txBody>
      </p:sp>
      <p:sp>
        <p:nvSpPr>
          <p:cNvPr id="18" name="Chart Placeholder 16">
            <a:extLst>
              <a:ext uri="{FF2B5EF4-FFF2-40B4-BE49-F238E27FC236}">
                <a16:creationId xmlns:a16="http://schemas.microsoft.com/office/drawing/2014/main" id="{FFC514B9-95FB-485B-B1AD-4193B2310907}"/>
              </a:ext>
            </a:extLst>
          </p:cNvPr>
          <p:cNvSpPr>
            <a:spLocks noGrp="1"/>
          </p:cNvSpPr>
          <p:nvPr>
            <p:ph type="chart" sz="quarter" idx="11"/>
          </p:nvPr>
        </p:nvSpPr>
        <p:spPr>
          <a:xfrm>
            <a:off x="5070378" y="1824707"/>
            <a:ext cx="4504135" cy="1963739"/>
          </a:xfrm>
          <a:prstGeom prst="rect">
            <a:avLst/>
          </a:prstGeom>
        </p:spPr>
        <p:txBody>
          <a:bodyPr anchor="ctr"/>
          <a:lstStyle>
            <a:lvl1pPr algn="ctr">
              <a:defRPr/>
            </a:lvl1pPr>
          </a:lstStyle>
          <a:p>
            <a:endParaRPr lang="pt-PT"/>
          </a:p>
        </p:txBody>
      </p:sp>
      <p:sp>
        <p:nvSpPr>
          <p:cNvPr id="22" name="Text Placeholder 4">
            <a:extLst>
              <a:ext uri="{FF2B5EF4-FFF2-40B4-BE49-F238E27FC236}">
                <a16:creationId xmlns:a16="http://schemas.microsoft.com/office/drawing/2014/main" id="{212267A8-F086-40EB-BC5F-D9FE81725052}"/>
              </a:ext>
            </a:extLst>
          </p:cNvPr>
          <p:cNvSpPr>
            <a:spLocks noGrp="1"/>
          </p:cNvSpPr>
          <p:nvPr>
            <p:ph type="body" sz="quarter" idx="15" hasCustomPrompt="1"/>
          </p:nvPr>
        </p:nvSpPr>
        <p:spPr>
          <a:xfrm>
            <a:off x="5070378" y="1412876"/>
            <a:ext cx="4504135"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2"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5" name="Text Placeholder 4">
            <a:extLst>
              <a:ext uri="{FF2B5EF4-FFF2-40B4-BE49-F238E27FC236}">
                <a16:creationId xmlns:a16="http://schemas.microsoft.com/office/drawing/2014/main" id="{7B710EB7-4E56-449A-B5D4-12A5A50A258D}"/>
              </a:ext>
            </a:extLst>
          </p:cNvPr>
          <p:cNvSpPr>
            <a:spLocks noGrp="1"/>
          </p:cNvSpPr>
          <p:nvPr>
            <p:ph type="body" sz="quarter" idx="16" hasCustomPrompt="1"/>
          </p:nvPr>
        </p:nvSpPr>
        <p:spPr>
          <a:xfrm>
            <a:off x="331492" y="4081448"/>
            <a:ext cx="4504135"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6" name="Chart Placeholder 16">
            <a:extLst>
              <a:ext uri="{FF2B5EF4-FFF2-40B4-BE49-F238E27FC236}">
                <a16:creationId xmlns:a16="http://schemas.microsoft.com/office/drawing/2014/main" id="{6093AB2F-A9E2-4259-8D2A-0E33C88FF1BC}"/>
              </a:ext>
            </a:extLst>
          </p:cNvPr>
          <p:cNvSpPr>
            <a:spLocks noGrp="1"/>
          </p:cNvSpPr>
          <p:nvPr>
            <p:ph type="chart" sz="quarter" idx="17"/>
          </p:nvPr>
        </p:nvSpPr>
        <p:spPr>
          <a:xfrm>
            <a:off x="331492" y="4478079"/>
            <a:ext cx="4504135" cy="1963739"/>
          </a:xfrm>
          <a:prstGeom prst="rect">
            <a:avLst/>
          </a:prstGeom>
        </p:spPr>
        <p:txBody>
          <a:bodyPr anchor="ctr"/>
          <a:lstStyle>
            <a:lvl1pPr algn="ctr">
              <a:defRPr/>
            </a:lvl1pPr>
          </a:lstStyle>
          <a:p>
            <a:endParaRPr lang="pt-PT"/>
          </a:p>
        </p:txBody>
      </p:sp>
      <p:sp>
        <p:nvSpPr>
          <p:cNvPr id="27" name="Chart Placeholder 16">
            <a:extLst>
              <a:ext uri="{FF2B5EF4-FFF2-40B4-BE49-F238E27FC236}">
                <a16:creationId xmlns:a16="http://schemas.microsoft.com/office/drawing/2014/main" id="{FFC514B9-95FB-485B-B1AD-4193B2310907}"/>
              </a:ext>
            </a:extLst>
          </p:cNvPr>
          <p:cNvSpPr>
            <a:spLocks noGrp="1"/>
          </p:cNvSpPr>
          <p:nvPr>
            <p:ph type="chart" sz="quarter" idx="18"/>
          </p:nvPr>
        </p:nvSpPr>
        <p:spPr>
          <a:xfrm>
            <a:off x="5070378" y="4478079"/>
            <a:ext cx="4504135" cy="1963739"/>
          </a:xfrm>
          <a:prstGeom prst="rect">
            <a:avLst/>
          </a:prstGeom>
        </p:spPr>
        <p:txBody>
          <a:bodyPr anchor="ctr"/>
          <a:lstStyle>
            <a:lvl1pPr algn="ctr">
              <a:defRPr/>
            </a:lvl1pPr>
          </a:lstStyle>
          <a:p>
            <a:endParaRPr lang="pt-PT"/>
          </a:p>
        </p:txBody>
      </p:sp>
      <p:sp>
        <p:nvSpPr>
          <p:cNvPr id="28" name="Text Placeholder 4">
            <a:extLst>
              <a:ext uri="{FF2B5EF4-FFF2-40B4-BE49-F238E27FC236}">
                <a16:creationId xmlns:a16="http://schemas.microsoft.com/office/drawing/2014/main" id="{212267A8-F086-40EB-BC5F-D9FE81725052}"/>
              </a:ext>
            </a:extLst>
          </p:cNvPr>
          <p:cNvSpPr>
            <a:spLocks noGrp="1"/>
          </p:cNvSpPr>
          <p:nvPr>
            <p:ph type="body" sz="quarter" idx="19" hasCustomPrompt="1"/>
          </p:nvPr>
        </p:nvSpPr>
        <p:spPr>
          <a:xfrm>
            <a:off x="5070378" y="4066248"/>
            <a:ext cx="4504135"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9"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67239993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with Bullets">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0113F8D-52D8-4246-B9BC-1A6D3EF8C72C}"/>
              </a:ext>
            </a:extLst>
          </p:cNvPr>
          <p:cNvPicPr>
            <a:picLocks noChangeAspect="1"/>
          </p:cNvPicPr>
          <p:nvPr/>
        </p:nvPicPr>
        <p:blipFill>
          <a:blip r:embed="rId2">
            <a:extLst>
              <a:ext uri="{96DAC541-7B7A-43D3-8B79-37D633B846F1}">
                <asvg:svgBlip xmlns:asvg="http://schemas.microsoft.com/office/drawing/2016/SVG/main" r:embed="rId3"/>
              </a:ext>
            </a:extLst>
          </a:blip>
          <a:srcRect b="25000"/>
          <a:stretch>
            <a:fillRect/>
          </a:stretch>
        </p:blipFill>
        <p:spPr>
          <a:xfrm>
            <a:off x="1" y="1485902"/>
            <a:ext cx="5218768" cy="5372100"/>
          </a:xfrm>
          <a:custGeom>
            <a:avLst/>
            <a:gdLst>
              <a:gd name="connsiteX0" fmla="*/ 0 w 6149773"/>
              <a:gd name="connsiteY0" fmla="*/ 0 h 5143500"/>
              <a:gd name="connsiteX1" fmla="*/ 6149773 w 6149773"/>
              <a:gd name="connsiteY1" fmla="*/ 0 h 5143500"/>
              <a:gd name="connsiteX2" fmla="*/ 6149773 w 6149773"/>
              <a:gd name="connsiteY2" fmla="*/ 5143500 h 5143500"/>
              <a:gd name="connsiteX3" fmla="*/ 0 w 6149773"/>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6149773" h="5143500">
                <a:moveTo>
                  <a:pt x="0" y="0"/>
                </a:moveTo>
                <a:lnTo>
                  <a:pt x="6149773" y="0"/>
                </a:lnTo>
                <a:lnTo>
                  <a:pt x="6149773" y="5143500"/>
                </a:lnTo>
                <a:lnTo>
                  <a:pt x="0" y="5143500"/>
                </a:lnTo>
                <a:close/>
              </a:path>
            </a:pathLst>
          </a:custGeom>
        </p:spPr>
      </p:pic>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561435" y="1268413"/>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561435" y="1927539"/>
            <a:ext cx="3013076" cy="555448"/>
          </a:xfrm>
          <a:prstGeom prst="rect">
            <a:avLst/>
          </a:prstGeom>
        </p:spPr>
        <p:txBody>
          <a:bodyPr anchor="ctr">
            <a:noAutofit/>
          </a:bodyPr>
          <a:lstStyle>
            <a:lvl1pPr marL="0" marR="0" indent="0" algn="l" defTabSz="914377" rtl="0" eaLnBrk="1" fontAlgn="auto" latinLnBrk="0" hangingPunct="1">
              <a:lnSpc>
                <a:spcPts val="1600"/>
              </a:lnSpc>
              <a:spcBef>
                <a:spcPts val="0"/>
              </a:spcBef>
              <a:spcAft>
                <a:spcPts val="600"/>
              </a:spcAft>
              <a:buClrTx/>
              <a:buSzTx/>
              <a:buFont typeface="Arial" panose="020B0604020202020204" pitchFamily="34" charset="0"/>
              <a:buNone/>
              <a:tabLs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1"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561435" y="2586663"/>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2"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561435" y="3245788"/>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561435" y="3904913"/>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4"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561435" y="4564039"/>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5"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561435" y="5223163"/>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6"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561435" y="5882287"/>
            <a:ext cx="3013076"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8" name="Picture Placeholder 47">
            <a:extLst>
              <a:ext uri="{FF2B5EF4-FFF2-40B4-BE49-F238E27FC236}">
                <a16:creationId xmlns:a16="http://schemas.microsoft.com/office/drawing/2014/main" id="{51CA337D-4B25-44C1-847A-AC0D74277B60}"/>
              </a:ext>
            </a:extLst>
          </p:cNvPr>
          <p:cNvSpPr>
            <a:spLocks noGrp="1"/>
          </p:cNvSpPr>
          <p:nvPr>
            <p:ph type="pic" sz="quarter" idx="19"/>
          </p:nvPr>
        </p:nvSpPr>
        <p:spPr>
          <a:xfrm>
            <a:off x="0" y="1381125"/>
            <a:ext cx="6089353" cy="5476875"/>
          </a:xfrm>
          <a:prstGeom prst="rect">
            <a:avLst/>
          </a:prstGeom>
        </p:spPr>
        <p:txBody>
          <a:bodyPr anchor="ctr"/>
          <a:lstStyle>
            <a:lvl1pPr algn="ctr">
              <a:defRPr/>
            </a:lvl1pPr>
          </a:lstStyle>
          <a:p>
            <a:endParaRPr lang="pt-PT"/>
          </a:p>
        </p:txBody>
      </p:sp>
      <p:sp>
        <p:nvSpPr>
          <p:cNvPr id="1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5"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4"/>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880176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p:nvSpPr>
        <p:spPr>
          <a:xfrm>
            <a:off x="4509475" y="732975"/>
            <a:ext cx="5396527"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1661319" y="3913792"/>
            <a:ext cx="2432982"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1661319" y="5111407"/>
            <a:ext cx="2432982"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331491" y="1413991"/>
            <a:ext cx="5117040" cy="894840"/>
          </a:xfrm>
          <a:prstGeom prst="rect">
            <a:avLst/>
          </a:prstGeom>
        </p:spPr>
        <p:txBody>
          <a:bodyPr>
            <a:noAutofit/>
          </a:bodyPr>
          <a:lstStyle>
            <a:lvl1pPr>
              <a:lnSpc>
                <a:spcPts val="2200"/>
              </a:lnSpc>
              <a:defRPr sz="1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1661319" y="2611604"/>
            <a:ext cx="2432982"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6006118" y="5276722"/>
            <a:ext cx="3568395" cy="729525"/>
          </a:xfrm>
          <a:prstGeom prst="rect">
            <a:avLst/>
          </a:prstGeom>
        </p:spPr>
        <p:txBody>
          <a:bodyPr>
            <a:noAutofit/>
          </a:bodyPr>
          <a:lstStyle>
            <a:lvl1pPr algn="r">
              <a:lnSpc>
                <a:spcPts val="1800"/>
              </a:lnSpc>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6006118" y="4140764"/>
            <a:ext cx="3568395" cy="974725"/>
          </a:xfrm>
          <a:prstGeom prst="rect">
            <a:avLst/>
          </a:prstGeom>
        </p:spPr>
        <p:txBody>
          <a:bodyPr anchor="b">
            <a:noAutofit/>
          </a:bodyPr>
          <a:lstStyle>
            <a:lvl1pPr algn="r">
              <a:lnSpc>
                <a:spcPts val="3000"/>
              </a:lnSpc>
              <a:defRPr sz="2600">
                <a:solidFill>
                  <a:schemeClr val="bg1"/>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1"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575649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a:off x="1" y="2698315"/>
            <a:ext cx="5087991" cy="4159687"/>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dirty="0"/>
          </a:p>
        </p:txBody>
      </p:sp>
      <p:sp>
        <p:nvSpPr>
          <p:cNvPr id="36" name="Text Placeholder 30">
            <a:extLst>
              <a:ext uri="{FF2B5EF4-FFF2-40B4-BE49-F238E27FC236}">
                <a16:creationId xmlns:a16="http://schemas.microsoft.com/office/drawing/2014/main" id="{A694DB54-BE04-4A4E-A6EE-DAEE5E62E607}"/>
              </a:ext>
            </a:extLst>
          </p:cNvPr>
          <p:cNvSpPr>
            <a:spLocks noGrp="1"/>
          </p:cNvSpPr>
          <p:nvPr>
            <p:ph type="body" sz="quarter" idx="22" hasCustomPrompt="1"/>
          </p:nvPr>
        </p:nvSpPr>
        <p:spPr>
          <a:xfrm>
            <a:off x="7122777" y="1370345"/>
            <a:ext cx="2451735" cy="4684811"/>
          </a:xfrm>
          <a:prstGeom prst="rect">
            <a:avLst/>
          </a:prstGeom>
        </p:spPr>
        <p:txBody>
          <a:bodyPr>
            <a:noAutofit/>
          </a:bodyPr>
          <a:lstStyle>
            <a:lvl1pPr marL="285744" marR="0" indent="-285744" algn="l" defTabSz="914377"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35" name="Text Placeholder 4">
            <a:extLst>
              <a:ext uri="{FF2B5EF4-FFF2-40B4-BE49-F238E27FC236}">
                <a16:creationId xmlns:a16="http://schemas.microsoft.com/office/drawing/2014/main" id="{E2060C84-FD71-4961-82B4-7C268461CC65}"/>
              </a:ext>
            </a:extLst>
          </p:cNvPr>
          <p:cNvSpPr>
            <a:spLocks noGrp="1"/>
          </p:cNvSpPr>
          <p:nvPr>
            <p:ph type="body" sz="quarter" idx="21" hasCustomPrompt="1"/>
          </p:nvPr>
        </p:nvSpPr>
        <p:spPr>
          <a:xfrm>
            <a:off x="7122777" y="948200"/>
            <a:ext cx="2451735"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2" name="Text Placeholder 4">
            <a:extLst>
              <a:ext uri="{FF2B5EF4-FFF2-40B4-BE49-F238E27FC236}">
                <a16:creationId xmlns:a16="http://schemas.microsoft.com/office/drawing/2014/main" id="{2004AAFC-35BA-48A1-8C05-845440E48D80}"/>
              </a:ext>
            </a:extLst>
          </p:cNvPr>
          <p:cNvSpPr>
            <a:spLocks noGrp="1"/>
          </p:cNvSpPr>
          <p:nvPr>
            <p:ph type="body" sz="quarter" idx="18" hasCustomPrompt="1"/>
          </p:nvPr>
        </p:nvSpPr>
        <p:spPr>
          <a:xfrm>
            <a:off x="4384168" y="948200"/>
            <a:ext cx="2451735"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636294" y="4963915"/>
            <a:ext cx="2678526" cy="331987"/>
          </a:xfrm>
          <a:prstGeom prst="rect">
            <a:avLst/>
          </a:prstGeom>
          <a:noFill/>
        </p:spPr>
        <p:txBody>
          <a:bodyPr anchor="ctr">
            <a:noAutofit/>
          </a:bodyPr>
          <a:lstStyle>
            <a:lvl1pPr algn="l">
              <a:defRPr sz="1600" b="1">
                <a:solidFill>
                  <a:schemeClr val="bg1"/>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636294" y="3601840"/>
            <a:ext cx="2678526" cy="412363"/>
          </a:xfrm>
          <a:prstGeom prst="rect">
            <a:avLst/>
          </a:prstGeom>
          <a:noFill/>
        </p:spPr>
        <p:txBody>
          <a:bodyPr anchor="ctr">
            <a:noAutofit/>
          </a:bodyPr>
          <a:lstStyle>
            <a:lvl1pPr algn="l">
              <a:spcAft>
                <a:spcPts val="0"/>
              </a:spcAft>
              <a:defRPr sz="1800" b="1">
                <a:solidFill>
                  <a:schemeClr val="bg1"/>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635442" y="4029587"/>
            <a:ext cx="2684617" cy="894840"/>
          </a:xfrm>
          <a:prstGeom prst="rect">
            <a:avLst/>
          </a:prstGeom>
        </p:spPr>
        <p:txBody>
          <a:bodyPr>
            <a:noAutofit/>
          </a:bodyPr>
          <a:lstStyle>
            <a:lvl1pPr>
              <a:lnSpc>
                <a:spcPct val="100000"/>
              </a:lnSpc>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635442" y="5286887"/>
            <a:ext cx="2679377" cy="713864"/>
          </a:xfrm>
          <a:prstGeom prst="rect">
            <a:avLst/>
          </a:prstGeom>
        </p:spPr>
        <p:txBody>
          <a:bodyPr>
            <a:noAutofit/>
          </a:bodyPr>
          <a:lstStyle>
            <a:lvl1pPr>
              <a:lnSpc>
                <a:spcPct val="100000"/>
              </a:lnSpc>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31" name="Text Placeholder 30">
            <a:extLst>
              <a:ext uri="{FF2B5EF4-FFF2-40B4-BE49-F238E27FC236}">
                <a16:creationId xmlns:a16="http://schemas.microsoft.com/office/drawing/2014/main" id="{2F5FD05B-1971-40EF-87B3-AD5F161F8514}"/>
              </a:ext>
            </a:extLst>
          </p:cNvPr>
          <p:cNvSpPr>
            <a:spLocks noGrp="1"/>
          </p:cNvSpPr>
          <p:nvPr>
            <p:ph type="body" sz="quarter" idx="17" hasCustomPrompt="1"/>
          </p:nvPr>
        </p:nvSpPr>
        <p:spPr>
          <a:xfrm>
            <a:off x="4382442" y="1370346"/>
            <a:ext cx="2451735" cy="1951039"/>
          </a:xfrm>
          <a:prstGeom prst="rect">
            <a:avLst/>
          </a:prstGeom>
        </p:spPr>
        <p:txBody>
          <a:bodyPr>
            <a:noAutofit/>
          </a:bodyPr>
          <a:lstStyle>
            <a:lvl1pPr marL="233357" marR="0" indent="-233357" algn="l" defTabSz="914377"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33" name="Text Placeholder 4">
            <a:extLst>
              <a:ext uri="{FF2B5EF4-FFF2-40B4-BE49-F238E27FC236}">
                <a16:creationId xmlns:a16="http://schemas.microsoft.com/office/drawing/2014/main" id="{C387DD03-5B9B-4915-A35C-BA24C495D5E3}"/>
              </a:ext>
            </a:extLst>
          </p:cNvPr>
          <p:cNvSpPr>
            <a:spLocks noGrp="1"/>
          </p:cNvSpPr>
          <p:nvPr>
            <p:ph type="body" sz="quarter" idx="19" hasCustomPrompt="1"/>
          </p:nvPr>
        </p:nvSpPr>
        <p:spPr>
          <a:xfrm>
            <a:off x="4393104" y="3683544"/>
            <a:ext cx="2451735"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4" name="Text Placeholder 30">
            <a:extLst>
              <a:ext uri="{FF2B5EF4-FFF2-40B4-BE49-F238E27FC236}">
                <a16:creationId xmlns:a16="http://schemas.microsoft.com/office/drawing/2014/main" id="{F174517F-7F9E-4498-9850-A8027203156A}"/>
              </a:ext>
            </a:extLst>
          </p:cNvPr>
          <p:cNvSpPr>
            <a:spLocks noGrp="1"/>
          </p:cNvSpPr>
          <p:nvPr>
            <p:ph type="body" sz="quarter" idx="20" hasCustomPrompt="1"/>
          </p:nvPr>
        </p:nvSpPr>
        <p:spPr>
          <a:xfrm>
            <a:off x="4391378" y="4105693"/>
            <a:ext cx="2451735" cy="1951039"/>
          </a:xfrm>
          <a:prstGeom prst="rect">
            <a:avLst/>
          </a:prstGeom>
        </p:spPr>
        <p:txBody>
          <a:bodyPr>
            <a:noAutofit/>
          </a:bodyPr>
          <a:lstStyle>
            <a:lvl1pPr marL="285744" marR="0" indent="-285744" algn="l" defTabSz="914377"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44" marR="0" lvl="0" indent="-285744" algn="l" defTabSz="914377"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13" name="Oval 20">
            <a:extLst>
              <a:ext uri="{FF2B5EF4-FFF2-40B4-BE49-F238E27FC236}">
                <a16:creationId xmlns:a16="http://schemas.microsoft.com/office/drawing/2014/main" id="{1EFB3510-D39A-47CF-8191-109DDF9E53D5}"/>
              </a:ext>
            </a:extLst>
          </p:cNvPr>
          <p:cNvSpPr/>
          <p:nvPr/>
        </p:nvSpPr>
        <p:spPr>
          <a:xfrm>
            <a:off x="619636" y="1028252"/>
            <a:ext cx="2119994"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4"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chemeClr val="tx2"/>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829680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with Filled Backgroun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1" y="0"/>
            <a:ext cx="3607351" cy="68961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Placeholder 10">
            <a:extLst>
              <a:ext uri="{FF2B5EF4-FFF2-40B4-BE49-F238E27FC236}">
                <a16:creationId xmlns:a16="http://schemas.microsoft.com/office/drawing/2014/main" id="{709E13E3-3323-4A67-80E2-F91981229839}"/>
              </a:ext>
            </a:extLst>
          </p:cNvPr>
          <p:cNvPicPr>
            <a:picLocks noChangeAspect="1"/>
          </p:cNvPicPr>
          <p:nvPr/>
        </p:nvPicPr>
        <p:blipFill rotWithShape="1">
          <a:blip r:embed="rId2">
            <a:extLst>
              <a:ext uri="{28A0092B-C50C-407E-A947-70E740481C1C}">
                <a14:useLocalDpi xmlns:a14="http://schemas.microsoft.com/office/drawing/2010/main" val="0"/>
              </a:ext>
            </a:extLst>
          </a:blip>
          <a:srcRect l="2839" r="32420"/>
          <a:stretch/>
        </p:blipFill>
        <p:spPr>
          <a:xfrm>
            <a:off x="3456203" y="-2147"/>
            <a:ext cx="6449797" cy="6898276"/>
          </a:xfrm>
          <a:prstGeom prst="rect">
            <a:avLst/>
          </a:prstGeom>
        </p:spPr>
      </p:pic>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331491" y="3068962"/>
            <a:ext cx="5440601" cy="3375383"/>
          </a:xfrm>
          <a:prstGeom prst="rect">
            <a:avLst/>
          </a:prstGeom>
        </p:spPr>
        <p:txBody>
          <a:bodyPr>
            <a:noAutofit/>
          </a:bodyPr>
          <a:lstStyle>
            <a:lvl1pPr>
              <a:lnSpc>
                <a:spcPts val="2000"/>
              </a:lnSpc>
              <a:spcAft>
                <a:spcPts val="1800"/>
              </a:spcAft>
              <a:defRPr sz="1600">
                <a:solidFill>
                  <a:schemeClr val="bg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endParaRPr lang="pt-PT" dirty="0"/>
          </a:p>
        </p:txBody>
      </p:sp>
      <p:sp>
        <p:nvSpPr>
          <p:cNvPr id="10" name="Title Placeholder 1">
            <a:extLst>
              <a:ext uri="{FF2B5EF4-FFF2-40B4-BE49-F238E27FC236}">
                <a16:creationId xmlns:a16="http://schemas.microsoft.com/office/drawing/2014/main" id="{57798370-07F4-412F-86CE-30C026EA6825}"/>
              </a:ext>
            </a:extLst>
          </p:cNvPr>
          <p:cNvSpPr>
            <a:spLocks noGrp="1"/>
          </p:cNvSpPr>
          <p:nvPr>
            <p:ph type="title" hasCustomPrompt="1"/>
          </p:nvPr>
        </p:nvSpPr>
        <p:spPr>
          <a:xfrm>
            <a:off x="331492" y="2002973"/>
            <a:ext cx="8161266" cy="859536"/>
          </a:xfrm>
          <a:prstGeom prst="rect">
            <a:avLst/>
          </a:prstGeom>
        </p:spPr>
        <p:txBody>
          <a:bodyPr vert="horz" lIns="0" tIns="0" rIns="0" bIns="0" rtlCol="0" anchor="b">
            <a:normAutofit/>
          </a:bodyPr>
          <a:lstStyle>
            <a:lvl1pPr>
              <a:defRPr lang="pt-PT" dirty="0">
                <a:solidFill>
                  <a:schemeClr val="bg1"/>
                </a:solidFill>
              </a:defRPr>
            </a:lvl1pPr>
          </a:lstStyle>
          <a:p>
            <a:pPr lvl="0">
              <a:lnSpc>
                <a:spcPts val="3000"/>
              </a:lnSpc>
            </a:pPr>
            <a:r>
              <a:rPr lang="en-US" dirty="0"/>
              <a:t>Click to insert title</a:t>
            </a:r>
            <a:endParaRPr lang="pt-PT" dirty="0"/>
          </a:p>
        </p:txBody>
      </p:sp>
      <p:sp>
        <p:nvSpPr>
          <p:cNvPr id="6"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7"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cxnSp>
        <p:nvCxnSpPr>
          <p:cNvPr id="9"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3"/>
            <a:extLst>
              <a:ext uri="{FF2B5EF4-FFF2-40B4-BE49-F238E27FC236}">
                <a16:creationId xmlns:a16="http://schemas.microsoft.com/office/drawing/2014/main" id="{F376ABD1-4930-42EB-9A73-9A9C7C6BF2D3}"/>
              </a:ext>
            </a:extLst>
          </p:cNvPr>
          <p:cNvSpPr/>
          <p:nvPr/>
        </p:nvSpPr>
        <p:spPr>
          <a:xfrm>
            <a:off x="331493" y="6578600"/>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chemeClr val="bg1"/>
                </a:solidFill>
                <a:latin typeface="+mj-lt"/>
                <a:cs typeface="Arial" panose="020B0604020202020204" pitchFamily="34" charset="0"/>
              </a:rPr>
              <a:t>Capgemini</a:t>
            </a:r>
            <a:r>
              <a:rPr lang="en-US" sz="800" kern="0" baseline="0" dirty="0">
                <a:solidFill>
                  <a:schemeClr val="bg1"/>
                </a:solidFill>
                <a:latin typeface="+mj-lt"/>
                <a:cs typeface="Arial" panose="020B0604020202020204" pitchFamily="34" charset="0"/>
              </a:rPr>
              <a:t> DQ Competency</a:t>
            </a:r>
            <a:r>
              <a:rPr lang="en-US" sz="800" kern="0" dirty="0">
                <a:solidFill>
                  <a:schemeClr val="bg1"/>
                </a:solidFill>
                <a:latin typeface="+mj-lt"/>
                <a:cs typeface="Arial" panose="020B0604020202020204" pitchFamily="34" charset="0"/>
              </a:rPr>
              <a:t> | </a:t>
            </a:r>
            <a:fld id="{3060BE1F-AC78-47DC-A135-4EFBFECB4373}" type="datetime7">
              <a:rPr lang="en-US" sz="800" kern="0" smtClean="0">
                <a:solidFill>
                  <a:schemeClr val="bg1"/>
                </a:solidFill>
                <a:latin typeface="+mj-lt"/>
                <a:cs typeface="Arial" panose="020B0604020202020204" pitchFamily="34" charset="0"/>
              </a:rPr>
              <a:pPr lvl="0" algn="l" defTabSz="914377">
                <a:lnSpc>
                  <a:spcPct val="85000"/>
                </a:lnSpc>
                <a:defRPr/>
              </a:pPr>
              <a:t>Mar-19</a:t>
            </a:fld>
            <a:endParaRPr lang="en-US" sz="800" kern="0" dirty="0">
              <a:solidFill>
                <a:schemeClr val="bg1"/>
              </a:solidFill>
              <a:latin typeface="+mj-lt"/>
              <a:cs typeface="Arial" panose="020B0604020202020204" pitchFamily="34" charset="0"/>
            </a:endParaRPr>
          </a:p>
        </p:txBody>
      </p:sp>
    </p:spTree>
    <p:extLst>
      <p:ext uri="{BB962C8B-B14F-4D97-AF65-F5344CB8AC3E}">
        <p14:creationId xmlns:p14="http://schemas.microsoft.com/office/powerpoint/2010/main" val="3043259759"/>
      </p:ext>
    </p:extLst>
  </p:cSld>
  <p:clrMapOvr>
    <a:masterClrMapping/>
  </p:clrMapOvr>
  <p:extLst mod="1">
    <p:ext uri="{DCECCB84-F9BA-43D5-87BE-67443E8EF086}">
      <p15:sldGuideLst xmlns:p15="http://schemas.microsoft.com/office/powerpoint/2012/main">
        <p15:guide id="1" orient="horz" pos="255">
          <p15:clr>
            <a:srgbClr val="FBAE40"/>
          </p15:clr>
        </p15:guide>
        <p15:guide id="2" pos="193">
          <p15:clr>
            <a:srgbClr val="FBAE40"/>
          </p15:clr>
        </p15:guide>
        <p15:guide id="3" pos="515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331492" y="2010607"/>
            <a:ext cx="4504135"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5070379" y="2010609"/>
            <a:ext cx="4482111"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331492" y="1420991"/>
            <a:ext cx="4504135" cy="438495"/>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5070379" y="1420991"/>
            <a:ext cx="4482111" cy="438495"/>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331492" y="404815"/>
            <a:ext cx="8892484" cy="865055"/>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9291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p:nvSpPr>
        <p:spPr>
          <a:xfrm>
            <a:off x="0" y="4077072"/>
            <a:ext cx="9906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dirty="0"/>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346523" y="1423337"/>
            <a:ext cx="2897505"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6677007" y="1423337"/>
            <a:ext cx="2897505"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3511764" y="1423337"/>
            <a:ext cx="2897505"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331491" y="4231997"/>
            <a:ext cx="9243020"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346523" y="1866556"/>
            <a:ext cx="2897505" cy="1994493"/>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1"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3511764" y="1866556"/>
            <a:ext cx="2897505" cy="1994493"/>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6677007" y="1866556"/>
            <a:ext cx="2897505" cy="1994493"/>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346522" y="4674188"/>
            <a:ext cx="9227989" cy="1799211"/>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13546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 Topics with icons">
    <p:bg>
      <p:bgPr>
        <a:solidFill>
          <a:schemeClr val="bg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0"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1619118" y="1556793"/>
            <a:ext cx="7955393" cy="1368152"/>
          </a:xfrm>
          <a:prstGeom prst="rect">
            <a:avLst/>
          </a:prstGeom>
        </p:spPr>
        <p:txBody>
          <a:bodyPr anchor="ctr">
            <a:noAutofit/>
          </a:bodyPr>
          <a:lstStyle>
            <a:lvl1pPr>
              <a:lnSpc>
                <a:spcPts val="2200"/>
              </a:lnSpc>
              <a:defRPr sz="1800">
                <a:solidFill>
                  <a:schemeClr val="tx1"/>
                </a:solidFill>
              </a:defRPr>
            </a:lvl1pPr>
            <a:lvl2pPr marL="231769" indent="-227008">
              <a:lnSpc>
                <a:spcPts val="1800"/>
              </a:lnSpc>
              <a:defRPr sz="1600">
                <a:solidFill>
                  <a:schemeClr val="tx1"/>
                </a:solidFill>
              </a:defRPr>
            </a:lvl2pPr>
            <a:lvl3pPr marL="463539" indent="-231769">
              <a:lnSpc>
                <a:spcPts val="1600"/>
              </a:lnSpc>
              <a:defRPr sz="1400">
                <a:solidFill>
                  <a:schemeClr val="tx1"/>
                </a:solidFill>
              </a:defRPr>
            </a:lvl3pPr>
            <a:lvl4pPr marL="682608" indent="-219069">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1"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1619118" y="3320915"/>
            <a:ext cx="7955393" cy="1368152"/>
          </a:xfrm>
          <a:prstGeom prst="rect">
            <a:avLst/>
          </a:prstGeom>
        </p:spPr>
        <p:txBody>
          <a:bodyPr anchor="ctr">
            <a:noAutofit/>
          </a:bodyPr>
          <a:lstStyle>
            <a:lvl1pPr>
              <a:lnSpc>
                <a:spcPts val="2200"/>
              </a:lnSpc>
              <a:defRPr sz="1800">
                <a:solidFill>
                  <a:schemeClr val="tx1"/>
                </a:solidFill>
              </a:defRPr>
            </a:lvl1pPr>
            <a:lvl2pPr marL="231769" indent="-227008">
              <a:lnSpc>
                <a:spcPts val="1800"/>
              </a:lnSpc>
              <a:defRPr sz="1600">
                <a:solidFill>
                  <a:schemeClr val="tx1"/>
                </a:solidFill>
              </a:defRPr>
            </a:lvl2pPr>
            <a:lvl3pPr marL="463539" indent="-231769">
              <a:lnSpc>
                <a:spcPts val="1600"/>
              </a:lnSpc>
              <a:defRPr sz="1400">
                <a:solidFill>
                  <a:schemeClr val="tx1"/>
                </a:solidFill>
              </a:defRPr>
            </a:lvl3pPr>
            <a:lvl4pPr marL="682608" indent="-219069">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2"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1619118" y="5085036"/>
            <a:ext cx="7955393" cy="1368152"/>
          </a:xfrm>
          <a:prstGeom prst="rect">
            <a:avLst/>
          </a:prstGeom>
        </p:spPr>
        <p:txBody>
          <a:bodyPr anchor="ctr">
            <a:noAutofit/>
          </a:bodyPr>
          <a:lstStyle>
            <a:lvl1pPr>
              <a:lnSpc>
                <a:spcPts val="2200"/>
              </a:lnSpc>
              <a:defRPr sz="1800">
                <a:solidFill>
                  <a:schemeClr val="tx1"/>
                </a:solidFill>
              </a:defRPr>
            </a:lvl1pPr>
            <a:lvl2pPr marL="231769" indent="-227008">
              <a:lnSpc>
                <a:spcPts val="1800"/>
              </a:lnSpc>
              <a:defRPr sz="1600">
                <a:solidFill>
                  <a:schemeClr val="tx1"/>
                </a:solidFill>
              </a:defRPr>
            </a:lvl2pPr>
            <a:lvl3pPr marL="463539" indent="-231769">
              <a:lnSpc>
                <a:spcPts val="1600"/>
              </a:lnSpc>
              <a:defRPr sz="1400">
                <a:solidFill>
                  <a:schemeClr val="tx1"/>
                </a:solidFill>
              </a:defRPr>
            </a:lvl3pPr>
            <a:lvl4pPr marL="682608" indent="-219069">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3"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grpSp>
        <p:nvGrpSpPr>
          <p:cNvPr id="17" name="Group 4">
            <a:extLst>
              <a:ext uri="{FF2B5EF4-FFF2-40B4-BE49-F238E27FC236}">
                <a16:creationId xmlns:a16="http://schemas.microsoft.com/office/drawing/2014/main" id="{F55AA728-28C9-4E2C-9F9C-ED1CE98A5CDA}"/>
              </a:ext>
            </a:extLst>
          </p:cNvPr>
          <p:cNvGrpSpPr>
            <a:grpSpLocks noChangeAspect="1"/>
          </p:cNvGrpSpPr>
          <p:nvPr/>
        </p:nvGrpSpPr>
        <p:grpSpPr bwMode="auto">
          <a:xfrm>
            <a:off x="306092" y="3487371"/>
            <a:ext cx="1044839" cy="1201696"/>
            <a:chOff x="-163" y="-158"/>
            <a:chExt cx="2854" cy="2667"/>
          </a:xfrm>
        </p:grpSpPr>
        <p:sp>
          <p:nvSpPr>
            <p:cNvPr id="18" name="Freeform 5">
              <a:extLst>
                <a:ext uri="{FF2B5EF4-FFF2-40B4-BE49-F238E27FC236}">
                  <a16:creationId xmlns:a16="http://schemas.microsoft.com/office/drawing/2014/main" id="{C00D10BF-495F-4321-9BCA-1A6DC376E34A}"/>
                </a:ext>
              </a:extLst>
            </p:cNvPr>
            <p:cNvSpPr>
              <a:spLocks/>
            </p:cNvSpPr>
            <p:nvPr/>
          </p:nvSpPr>
          <p:spPr bwMode="auto">
            <a:xfrm>
              <a:off x="-163" y="-158"/>
              <a:ext cx="2854" cy="2667"/>
            </a:xfrm>
            <a:custGeom>
              <a:avLst/>
              <a:gdLst>
                <a:gd name="T0" fmla="*/ 153 w 1067"/>
                <a:gd name="T1" fmla="*/ 780 h 997"/>
                <a:gd name="T2" fmla="*/ 256 w 1067"/>
                <a:gd name="T3" fmla="*/ 149 h 997"/>
                <a:gd name="T4" fmla="*/ 914 w 1067"/>
                <a:gd name="T5" fmla="*/ 241 h 997"/>
                <a:gd name="T6" fmla="*/ 794 w 1067"/>
                <a:gd name="T7" fmla="*/ 848 h 997"/>
                <a:gd name="T8" fmla="*/ 153 w 1067"/>
                <a:gd name="T9" fmla="*/ 780 h 997"/>
              </a:gdLst>
              <a:ahLst/>
              <a:cxnLst>
                <a:cxn ang="0">
                  <a:pos x="T0" y="T1"/>
                </a:cxn>
                <a:cxn ang="0">
                  <a:pos x="T2" y="T3"/>
                </a:cxn>
                <a:cxn ang="0">
                  <a:pos x="T4" y="T5"/>
                </a:cxn>
                <a:cxn ang="0">
                  <a:pos x="T6" y="T7"/>
                </a:cxn>
                <a:cxn ang="0">
                  <a:pos x="T8" y="T9"/>
                </a:cxn>
              </a:cxnLst>
              <a:rect l="0" t="0" r="r" b="b"/>
              <a:pathLst>
                <a:path w="1067" h="99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19" name="Freeform 6">
              <a:extLst>
                <a:ext uri="{FF2B5EF4-FFF2-40B4-BE49-F238E27FC236}">
                  <a16:creationId xmlns:a16="http://schemas.microsoft.com/office/drawing/2014/main" id="{FC345721-3D86-455D-A3E5-6A031E9161FE}"/>
                </a:ext>
              </a:extLst>
            </p:cNvPr>
            <p:cNvSpPr>
              <a:spLocks/>
            </p:cNvSpPr>
            <p:nvPr/>
          </p:nvSpPr>
          <p:spPr bwMode="auto">
            <a:xfrm>
              <a:off x="677" y="535"/>
              <a:ext cx="465" cy="500"/>
            </a:xfrm>
            <a:custGeom>
              <a:avLst/>
              <a:gdLst>
                <a:gd name="T0" fmla="*/ 71 w 174"/>
                <a:gd name="T1" fmla="*/ 178 h 187"/>
                <a:gd name="T2" fmla="*/ 8 w 174"/>
                <a:gd name="T3" fmla="*/ 78 h 187"/>
                <a:gd name="T4" fmla="*/ 98 w 174"/>
                <a:gd name="T5" fmla="*/ 9 h 187"/>
                <a:gd name="T6" fmla="*/ 167 w 174"/>
                <a:gd name="T7" fmla="*/ 110 h 187"/>
                <a:gd name="T8" fmla="*/ 71 w 174"/>
                <a:gd name="T9" fmla="*/ 178 h 187"/>
              </a:gdLst>
              <a:ahLst/>
              <a:cxnLst>
                <a:cxn ang="0">
                  <a:pos x="T0" y="T1"/>
                </a:cxn>
                <a:cxn ang="0">
                  <a:pos x="T2" y="T3"/>
                </a:cxn>
                <a:cxn ang="0">
                  <a:pos x="T4" y="T5"/>
                </a:cxn>
                <a:cxn ang="0">
                  <a:pos x="T6" y="T7"/>
                </a:cxn>
                <a:cxn ang="0">
                  <a:pos x="T8" y="T9"/>
                </a:cxn>
              </a:cxnLst>
              <a:rect l="0" t="0" r="r" b="b"/>
              <a:pathLst>
                <a:path w="174" h="187">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20" name="Freeform 7">
              <a:extLst>
                <a:ext uri="{FF2B5EF4-FFF2-40B4-BE49-F238E27FC236}">
                  <a16:creationId xmlns:a16="http://schemas.microsoft.com/office/drawing/2014/main" id="{88996DE1-792D-4B62-9A86-687AFAF8E76E}"/>
                </a:ext>
              </a:extLst>
            </p:cNvPr>
            <p:cNvSpPr>
              <a:spLocks/>
            </p:cNvSpPr>
            <p:nvPr/>
          </p:nvSpPr>
          <p:spPr bwMode="auto">
            <a:xfrm>
              <a:off x="500" y="1075"/>
              <a:ext cx="821" cy="543"/>
            </a:xfrm>
            <a:custGeom>
              <a:avLst/>
              <a:gdLst>
                <a:gd name="T0" fmla="*/ 49 w 307"/>
                <a:gd name="T1" fmla="*/ 182 h 203"/>
                <a:gd name="T2" fmla="*/ 8 w 307"/>
                <a:gd name="T3" fmla="*/ 118 h 203"/>
                <a:gd name="T4" fmla="*/ 192 w 307"/>
                <a:gd name="T5" fmla="*/ 23 h 203"/>
                <a:gd name="T6" fmla="*/ 303 w 307"/>
                <a:gd name="T7" fmla="*/ 135 h 203"/>
                <a:gd name="T8" fmla="*/ 307 w 307"/>
                <a:gd name="T9" fmla="*/ 172 h 203"/>
                <a:gd name="T10" fmla="*/ 49 w 307"/>
                <a:gd name="T11" fmla="*/ 182 h 203"/>
              </a:gdLst>
              <a:ahLst/>
              <a:cxnLst>
                <a:cxn ang="0">
                  <a:pos x="T0" y="T1"/>
                </a:cxn>
                <a:cxn ang="0">
                  <a:pos x="T2" y="T3"/>
                </a:cxn>
                <a:cxn ang="0">
                  <a:pos x="T4" y="T5"/>
                </a:cxn>
                <a:cxn ang="0">
                  <a:pos x="T6" y="T7"/>
                </a:cxn>
                <a:cxn ang="0">
                  <a:pos x="T8" y="T9"/>
                </a:cxn>
                <a:cxn ang="0">
                  <a:pos x="T10" y="T11"/>
                </a:cxn>
              </a:cxnLst>
              <a:rect l="0" t="0" r="r" b="b"/>
              <a:pathLst>
                <a:path w="307" h="203">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21" name="Freeform 8">
              <a:extLst>
                <a:ext uri="{FF2B5EF4-FFF2-40B4-BE49-F238E27FC236}">
                  <a16:creationId xmlns:a16="http://schemas.microsoft.com/office/drawing/2014/main" id="{99A3E024-557A-4737-A486-DB81CBFED8D8}"/>
                </a:ext>
              </a:extLst>
            </p:cNvPr>
            <p:cNvSpPr>
              <a:spLocks/>
            </p:cNvSpPr>
            <p:nvPr/>
          </p:nvSpPr>
          <p:spPr bwMode="auto">
            <a:xfrm>
              <a:off x="1249" y="575"/>
              <a:ext cx="527" cy="570"/>
            </a:xfrm>
            <a:custGeom>
              <a:avLst/>
              <a:gdLst>
                <a:gd name="T0" fmla="*/ 105 w 197"/>
                <a:gd name="T1" fmla="*/ 209 h 213"/>
                <a:gd name="T2" fmla="*/ 196 w 197"/>
                <a:gd name="T3" fmla="*/ 100 h 213"/>
                <a:gd name="T4" fmla="*/ 99 w 197"/>
                <a:gd name="T5" fmla="*/ 4 h 213"/>
                <a:gd name="T6" fmla="*/ 2 w 197"/>
                <a:gd name="T7" fmla="*/ 113 h 213"/>
                <a:gd name="T8" fmla="*/ 105 w 197"/>
                <a:gd name="T9" fmla="*/ 209 h 213"/>
              </a:gdLst>
              <a:ahLst/>
              <a:cxnLst>
                <a:cxn ang="0">
                  <a:pos x="T0" y="T1"/>
                </a:cxn>
                <a:cxn ang="0">
                  <a:pos x="T2" y="T3"/>
                </a:cxn>
                <a:cxn ang="0">
                  <a:pos x="T4" y="T5"/>
                </a:cxn>
                <a:cxn ang="0">
                  <a:pos x="T6" y="T7"/>
                </a:cxn>
                <a:cxn ang="0">
                  <a:pos x="T8" y="T9"/>
                </a:cxn>
              </a:cxnLst>
              <a:rect l="0" t="0" r="r" b="b"/>
              <a:pathLst>
                <a:path w="197" h="213">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22" name="Freeform 9">
              <a:extLst>
                <a:ext uri="{FF2B5EF4-FFF2-40B4-BE49-F238E27FC236}">
                  <a16:creationId xmlns:a16="http://schemas.microsoft.com/office/drawing/2014/main" id="{B91EABC1-BAA9-4368-93ED-01B2A8854188}"/>
                </a:ext>
              </a:extLst>
            </p:cNvPr>
            <p:cNvSpPr>
              <a:spLocks/>
            </p:cNvSpPr>
            <p:nvPr/>
          </p:nvSpPr>
          <p:spPr bwMode="auto">
            <a:xfrm>
              <a:off x="1017" y="1209"/>
              <a:ext cx="986" cy="647"/>
            </a:xfrm>
            <a:custGeom>
              <a:avLst/>
              <a:gdLst>
                <a:gd name="T0" fmla="*/ 1 w 369"/>
                <a:gd name="T1" fmla="*/ 207 h 242"/>
                <a:gd name="T2" fmla="*/ 5 w 369"/>
                <a:gd name="T3" fmla="*/ 162 h 242"/>
                <a:gd name="T4" fmla="*/ 137 w 369"/>
                <a:gd name="T5" fmla="*/ 28 h 242"/>
                <a:gd name="T6" fmla="*/ 356 w 369"/>
                <a:gd name="T7" fmla="*/ 131 h 242"/>
                <a:gd name="T8" fmla="*/ 304 w 369"/>
                <a:gd name="T9" fmla="*/ 218 h 242"/>
                <a:gd name="T10" fmla="*/ 1 w 369"/>
                <a:gd name="T11" fmla="*/ 207 h 242"/>
              </a:gdLst>
              <a:ahLst/>
              <a:cxnLst>
                <a:cxn ang="0">
                  <a:pos x="T0" y="T1"/>
                </a:cxn>
                <a:cxn ang="0">
                  <a:pos x="T2" y="T3"/>
                </a:cxn>
                <a:cxn ang="0">
                  <a:pos x="T4" y="T5"/>
                </a:cxn>
                <a:cxn ang="0">
                  <a:pos x="T6" y="T7"/>
                </a:cxn>
                <a:cxn ang="0">
                  <a:pos x="T8" y="T9"/>
                </a:cxn>
                <a:cxn ang="0">
                  <a:pos x="T10" y="T11"/>
                </a:cxn>
              </a:cxnLst>
              <a:rect l="0" t="0" r="r" b="b"/>
              <a:pathLst>
                <a:path w="369" h="242">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grpSp>
      <p:grpSp>
        <p:nvGrpSpPr>
          <p:cNvPr id="23" name="Group 30">
            <a:extLst>
              <a:ext uri="{FF2B5EF4-FFF2-40B4-BE49-F238E27FC236}">
                <a16:creationId xmlns:a16="http://schemas.microsoft.com/office/drawing/2014/main" id="{A10900A1-B639-4F4D-B2A8-3302F49771BD}"/>
              </a:ext>
            </a:extLst>
          </p:cNvPr>
          <p:cNvGrpSpPr>
            <a:grpSpLocks noChangeAspect="1"/>
          </p:cNvGrpSpPr>
          <p:nvPr/>
        </p:nvGrpSpPr>
        <p:grpSpPr bwMode="auto">
          <a:xfrm>
            <a:off x="306093" y="1642925"/>
            <a:ext cx="1039392" cy="1195892"/>
            <a:chOff x="-223" y="-210"/>
            <a:chExt cx="3852" cy="3601"/>
          </a:xfrm>
        </p:grpSpPr>
        <p:sp>
          <p:nvSpPr>
            <p:cNvPr id="24" name="Freeform 31">
              <a:extLst>
                <a:ext uri="{FF2B5EF4-FFF2-40B4-BE49-F238E27FC236}">
                  <a16:creationId xmlns:a16="http://schemas.microsoft.com/office/drawing/2014/main" id="{63E2A064-7520-4F5E-83E0-1D9A7E442B39}"/>
                </a:ext>
              </a:extLst>
            </p:cNvPr>
            <p:cNvSpPr>
              <a:spLocks/>
            </p:cNvSpPr>
            <p:nvPr/>
          </p:nvSpPr>
          <p:spPr bwMode="auto">
            <a:xfrm>
              <a:off x="-223" y="-210"/>
              <a:ext cx="3852" cy="3601"/>
            </a:xfrm>
            <a:custGeom>
              <a:avLst/>
              <a:gdLst>
                <a:gd name="T0" fmla="*/ 207 w 1442"/>
                <a:gd name="T1" fmla="*/ 1053 h 1347"/>
                <a:gd name="T2" fmla="*/ 346 w 1442"/>
                <a:gd name="T3" fmla="*/ 201 h 1347"/>
                <a:gd name="T4" fmla="*/ 1235 w 1442"/>
                <a:gd name="T5" fmla="*/ 326 h 1347"/>
                <a:gd name="T6" fmla="*/ 1073 w 1442"/>
                <a:gd name="T7" fmla="*/ 1147 h 1347"/>
                <a:gd name="T8" fmla="*/ 207 w 1442"/>
                <a:gd name="T9" fmla="*/ 1053 h 1347"/>
              </a:gdLst>
              <a:ahLst/>
              <a:cxnLst>
                <a:cxn ang="0">
                  <a:pos x="T0" y="T1"/>
                </a:cxn>
                <a:cxn ang="0">
                  <a:pos x="T2" y="T3"/>
                </a:cxn>
                <a:cxn ang="0">
                  <a:pos x="T4" y="T5"/>
                </a:cxn>
                <a:cxn ang="0">
                  <a:pos x="T6" y="T7"/>
                </a:cxn>
                <a:cxn ang="0">
                  <a:pos x="T8" y="T9"/>
                </a:cxn>
              </a:cxnLst>
              <a:rect l="0" t="0" r="r" b="b"/>
              <a:pathLst>
                <a:path w="1442" h="1347">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25" name="Freeform 32">
              <a:extLst>
                <a:ext uri="{FF2B5EF4-FFF2-40B4-BE49-F238E27FC236}">
                  <a16:creationId xmlns:a16="http://schemas.microsoft.com/office/drawing/2014/main" id="{E00548ED-7E30-4648-88C9-25FEB9790230}"/>
                </a:ext>
              </a:extLst>
            </p:cNvPr>
            <p:cNvSpPr>
              <a:spLocks/>
            </p:cNvSpPr>
            <p:nvPr/>
          </p:nvSpPr>
          <p:spPr bwMode="auto">
            <a:xfrm>
              <a:off x="1284" y="672"/>
              <a:ext cx="870" cy="1045"/>
            </a:xfrm>
            <a:custGeom>
              <a:avLst/>
              <a:gdLst>
                <a:gd name="T0" fmla="*/ 71 w 326"/>
                <a:gd name="T1" fmla="*/ 391 h 391"/>
                <a:gd name="T2" fmla="*/ 1 w 326"/>
                <a:gd name="T3" fmla="*/ 390 h 391"/>
                <a:gd name="T4" fmla="*/ 0 w 326"/>
                <a:gd name="T5" fmla="*/ 172 h 391"/>
                <a:gd name="T6" fmla="*/ 95 w 326"/>
                <a:gd name="T7" fmla="*/ 13 h 391"/>
                <a:gd name="T8" fmla="*/ 223 w 326"/>
                <a:gd name="T9" fmla="*/ 8 h 391"/>
                <a:gd name="T10" fmla="*/ 326 w 326"/>
                <a:gd name="T11" fmla="*/ 164 h 391"/>
                <a:gd name="T12" fmla="*/ 326 w 326"/>
                <a:gd name="T13" fmla="*/ 385 h 391"/>
                <a:gd name="T14" fmla="*/ 263 w 326"/>
                <a:gd name="T15" fmla="*/ 385 h 391"/>
                <a:gd name="T16" fmla="*/ 263 w 326"/>
                <a:gd name="T17" fmla="*/ 164 h 391"/>
                <a:gd name="T18" fmla="*/ 210 w 326"/>
                <a:gd name="T19" fmla="*/ 78 h 391"/>
                <a:gd name="T20" fmla="*/ 117 w 326"/>
                <a:gd name="T21" fmla="*/ 80 h 391"/>
                <a:gd name="T22" fmla="*/ 71 w 326"/>
                <a:gd name="T23" fmla="*/ 172 h 391"/>
                <a:gd name="T24" fmla="*/ 71 w 326"/>
                <a:gd name="T25"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391">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26" name="Freeform 33">
              <a:extLst>
                <a:ext uri="{FF2B5EF4-FFF2-40B4-BE49-F238E27FC236}">
                  <a16:creationId xmlns:a16="http://schemas.microsoft.com/office/drawing/2014/main" id="{7DF3B566-6491-43A9-B36C-C70A3959006F}"/>
                </a:ext>
              </a:extLst>
            </p:cNvPr>
            <p:cNvSpPr>
              <a:spLocks/>
            </p:cNvSpPr>
            <p:nvPr/>
          </p:nvSpPr>
          <p:spPr bwMode="auto">
            <a:xfrm>
              <a:off x="992" y="1429"/>
              <a:ext cx="1408" cy="927"/>
            </a:xfrm>
            <a:custGeom>
              <a:avLst/>
              <a:gdLst>
                <a:gd name="T0" fmla="*/ 98 w 527"/>
                <a:gd name="T1" fmla="*/ 344 h 347"/>
                <a:gd name="T2" fmla="*/ 433 w 527"/>
                <a:gd name="T3" fmla="*/ 344 h 347"/>
                <a:gd name="T4" fmla="*/ 524 w 527"/>
                <a:gd name="T5" fmla="*/ 231 h 347"/>
                <a:gd name="T6" fmla="*/ 524 w 527"/>
                <a:gd name="T7" fmla="*/ 12 h 347"/>
                <a:gd name="T8" fmla="*/ 97 w 527"/>
                <a:gd name="T9" fmla="*/ 7 h 347"/>
                <a:gd name="T10" fmla="*/ 0 w 527"/>
                <a:gd name="T11" fmla="*/ 121 h 347"/>
                <a:gd name="T12" fmla="*/ 1 w 527"/>
                <a:gd name="T13" fmla="*/ 258 h 347"/>
                <a:gd name="T14" fmla="*/ 98 w 527"/>
                <a:gd name="T15" fmla="*/ 344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7" h="34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30" name="Freeform 34">
              <a:extLst>
                <a:ext uri="{FF2B5EF4-FFF2-40B4-BE49-F238E27FC236}">
                  <a16:creationId xmlns:a16="http://schemas.microsoft.com/office/drawing/2014/main" id="{88320A64-FAD9-4C64-9B53-156412CFAE13}"/>
                </a:ext>
              </a:extLst>
            </p:cNvPr>
            <p:cNvSpPr>
              <a:spLocks/>
            </p:cNvSpPr>
            <p:nvPr/>
          </p:nvSpPr>
          <p:spPr bwMode="auto">
            <a:xfrm>
              <a:off x="1599" y="1621"/>
              <a:ext cx="270" cy="292"/>
            </a:xfrm>
            <a:custGeom>
              <a:avLst/>
              <a:gdLst>
                <a:gd name="T0" fmla="*/ 54 w 101"/>
                <a:gd name="T1" fmla="*/ 107 h 109"/>
                <a:gd name="T2" fmla="*/ 101 w 101"/>
                <a:gd name="T3" fmla="*/ 51 h 109"/>
                <a:gd name="T4" fmla="*/ 51 w 101"/>
                <a:gd name="T5" fmla="*/ 2 h 109"/>
                <a:gd name="T6" fmla="*/ 1 w 101"/>
                <a:gd name="T7" fmla="*/ 58 h 109"/>
                <a:gd name="T8" fmla="*/ 54 w 101"/>
                <a:gd name="T9" fmla="*/ 107 h 109"/>
              </a:gdLst>
              <a:ahLst/>
              <a:cxnLst>
                <a:cxn ang="0">
                  <a:pos x="T0" y="T1"/>
                </a:cxn>
                <a:cxn ang="0">
                  <a:pos x="T2" y="T3"/>
                </a:cxn>
                <a:cxn ang="0">
                  <a:pos x="T4" y="T5"/>
                </a:cxn>
                <a:cxn ang="0">
                  <a:pos x="T6" y="T7"/>
                </a:cxn>
                <a:cxn ang="0">
                  <a:pos x="T8" y="T9"/>
                </a:cxn>
              </a:cxnLst>
              <a:rect l="0" t="0" r="r" b="b"/>
              <a:pathLst>
                <a:path w="101" h="109">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31" name="Freeform 35">
              <a:extLst>
                <a:ext uri="{FF2B5EF4-FFF2-40B4-BE49-F238E27FC236}">
                  <a16:creationId xmlns:a16="http://schemas.microsoft.com/office/drawing/2014/main" id="{6F95B647-B7B5-433E-A77A-04C22AF5DCBF}"/>
                </a:ext>
              </a:extLst>
            </p:cNvPr>
            <p:cNvSpPr>
              <a:spLocks/>
            </p:cNvSpPr>
            <p:nvPr/>
          </p:nvSpPr>
          <p:spPr bwMode="auto">
            <a:xfrm>
              <a:off x="1615" y="1878"/>
              <a:ext cx="238" cy="273"/>
            </a:xfrm>
            <a:custGeom>
              <a:avLst/>
              <a:gdLst>
                <a:gd name="T0" fmla="*/ 67 w 238"/>
                <a:gd name="T1" fmla="*/ 0 h 273"/>
                <a:gd name="T2" fmla="*/ 0 w 238"/>
                <a:gd name="T3" fmla="*/ 273 h 273"/>
                <a:gd name="T4" fmla="*/ 238 w 238"/>
                <a:gd name="T5" fmla="*/ 273 h 273"/>
                <a:gd name="T6" fmla="*/ 165 w 238"/>
                <a:gd name="T7" fmla="*/ 0 h 273"/>
                <a:gd name="T8" fmla="*/ 67 w 238"/>
                <a:gd name="T9" fmla="*/ 0 h 273"/>
              </a:gdLst>
              <a:ahLst/>
              <a:cxnLst>
                <a:cxn ang="0">
                  <a:pos x="T0" y="T1"/>
                </a:cxn>
                <a:cxn ang="0">
                  <a:pos x="T2" y="T3"/>
                </a:cxn>
                <a:cxn ang="0">
                  <a:pos x="T4" y="T5"/>
                </a:cxn>
                <a:cxn ang="0">
                  <a:pos x="T6" y="T7"/>
                </a:cxn>
                <a:cxn ang="0">
                  <a:pos x="T8" y="T9"/>
                </a:cxn>
              </a:cxnLst>
              <a:rect l="0" t="0" r="r" b="b"/>
              <a:pathLst>
                <a:path w="238" h="273">
                  <a:moveTo>
                    <a:pt x="67" y="0"/>
                  </a:moveTo>
                  <a:lnTo>
                    <a:pt x="0" y="273"/>
                  </a:lnTo>
                  <a:lnTo>
                    <a:pt x="238" y="273"/>
                  </a:lnTo>
                  <a:lnTo>
                    <a:pt x="165" y="0"/>
                  </a:lnTo>
                  <a:lnTo>
                    <a:pt x="67" y="0"/>
                  </a:lnTo>
                  <a:close/>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grpSp>
      <p:grpSp>
        <p:nvGrpSpPr>
          <p:cNvPr id="32" name="Group 12">
            <a:extLst>
              <a:ext uri="{FF2B5EF4-FFF2-40B4-BE49-F238E27FC236}">
                <a16:creationId xmlns:a16="http://schemas.microsoft.com/office/drawing/2014/main" id="{B03705AC-ADA5-4143-92DC-8EE15523316C}"/>
              </a:ext>
            </a:extLst>
          </p:cNvPr>
          <p:cNvGrpSpPr>
            <a:grpSpLocks noChangeAspect="1"/>
          </p:cNvGrpSpPr>
          <p:nvPr/>
        </p:nvGrpSpPr>
        <p:grpSpPr bwMode="auto">
          <a:xfrm>
            <a:off x="306094" y="5168264"/>
            <a:ext cx="1046796" cy="1201696"/>
            <a:chOff x="-60" y="-50"/>
            <a:chExt cx="996" cy="929"/>
          </a:xfrm>
        </p:grpSpPr>
        <p:sp>
          <p:nvSpPr>
            <p:cNvPr id="33" name="Freeform 13">
              <a:extLst>
                <a:ext uri="{FF2B5EF4-FFF2-40B4-BE49-F238E27FC236}">
                  <a16:creationId xmlns:a16="http://schemas.microsoft.com/office/drawing/2014/main" id="{9AE3823F-4D56-4BE9-8E66-6870A028182F}"/>
                </a:ext>
              </a:extLst>
            </p:cNvPr>
            <p:cNvSpPr>
              <a:spLocks/>
            </p:cNvSpPr>
            <p:nvPr/>
          </p:nvSpPr>
          <p:spPr bwMode="auto">
            <a:xfrm>
              <a:off x="-60" y="-50"/>
              <a:ext cx="996" cy="929"/>
            </a:xfrm>
            <a:custGeom>
              <a:avLst/>
              <a:gdLst>
                <a:gd name="T0" fmla="*/ 54 w 370"/>
                <a:gd name="T1" fmla="*/ 269 h 345"/>
                <a:gd name="T2" fmla="*/ 89 w 370"/>
                <a:gd name="T3" fmla="*/ 51 h 345"/>
                <a:gd name="T4" fmla="*/ 317 w 370"/>
                <a:gd name="T5" fmla="*/ 83 h 345"/>
                <a:gd name="T6" fmla="*/ 275 w 370"/>
                <a:gd name="T7" fmla="*/ 293 h 345"/>
                <a:gd name="T8" fmla="*/ 54 w 370"/>
                <a:gd name="T9" fmla="*/ 269 h 345"/>
              </a:gdLst>
              <a:ahLst/>
              <a:cxnLst>
                <a:cxn ang="0">
                  <a:pos x="T0" y="T1"/>
                </a:cxn>
                <a:cxn ang="0">
                  <a:pos x="T2" y="T3"/>
                </a:cxn>
                <a:cxn ang="0">
                  <a:pos x="T4" y="T5"/>
                </a:cxn>
                <a:cxn ang="0">
                  <a:pos x="T6" y="T7"/>
                </a:cxn>
                <a:cxn ang="0">
                  <a:pos x="T8" y="T9"/>
                </a:cxn>
              </a:cxnLst>
              <a:rect l="0" t="0" r="r" b="b"/>
              <a:pathLst>
                <a:path w="370" h="345">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34" name="Freeform 14">
              <a:extLst>
                <a:ext uri="{FF2B5EF4-FFF2-40B4-BE49-F238E27FC236}">
                  <a16:creationId xmlns:a16="http://schemas.microsoft.com/office/drawing/2014/main" id="{DAD44F77-C4A1-47A4-B417-D607A66BF50D}"/>
                </a:ext>
              </a:extLst>
            </p:cNvPr>
            <p:cNvSpPr>
              <a:spLocks/>
            </p:cNvSpPr>
            <p:nvPr/>
          </p:nvSpPr>
          <p:spPr bwMode="auto">
            <a:xfrm>
              <a:off x="287" y="152"/>
              <a:ext cx="296" cy="533"/>
            </a:xfrm>
            <a:custGeom>
              <a:avLst/>
              <a:gdLst>
                <a:gd name="T0" fmla="*/ 78 w 110"/>
                <a:gd name="T1" fmla="*/ 1 h 198"/>
                <a:gd name="T2" fmla="*/ 31 w 110"/>
                <a:gd name="T3" fmla="*/ 2 h 198"/>
                <a:gd name="T4" fmla="*/ 0 w 110"/>
                <a:gd name="T5" fmla="*/ 38 h 198"/>
                <a:gd name="T6" fmla="*/ 0 w 110"/>
                <a:gd name="T7" fmla="*/ 53 h 198"/>
                <a:gd name="T8" fmla="*/ 2 w 110"/>
                <a:gd name="T9" fmla="*/ 193 h 198"/>
                <a:gd name="T10" fmla="*/ 78 w 110"/>
                <a:gd name="T11" fmla="*/ 196 h 198"/>
                <a:gd name="T12" fmla="*/ 110 w 110"/>
                <a:gd name="T13" fmla="*/ 161 h 198"/>
                <a:gd name="T14" fmla="*/ 110 w 110"/>
                <a:gd name="T15" fmla="*/ 29 h 198"/>
                <a:gd name="T16" fmla="*/ 78 w 110"/>
                <a:gd name="T17" fmla="*/ 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98">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35" name="Freeform 15">
              <a:extLst>
                <a:ext uri="{FF2B5EF4-FFF2-40B4-BE49-F238E27FC236}">
                  <a16:creationId xmlns:a16="http://schemas.microsoft.com/office/drawing/2014/main" id="{1AE40BDF-76B3-472C-A714-97A9C9834ABE}"/>
                </a:ext>
              </a:extLst>
            </p:cNvPr>
            <p:cNvSpPr>
              <a:spLocks/>
            </p:cNvSpPr>
            <p:nvPr/>
          </p:nvSpPr>
          <p:spPr bwMode="auto">
            <a:xfrm>
              <a:off x="312" y="203"/>
              <a:ext cx="247" cy="369"/>
            </a:xfrm>
            <a:custGeom>
              <a:avLst/>
              <a:gdLst>
                <a:gd name="T0" fmla="*/ 90 w 92"/>
                <a:gd name="T1" fmla="*/ 137 h 137"/>
                <a:gd name="T2" fmla="*/ 3 w 92"/>
                <a:gd name="T3" fmla="*/ 135 h 137"/>
                <a:gd name="T4" fmla="*/ 2 w 92"/>
                <a:gd name="T5" fmla="*/ 4 h 137"/>
                <a:gd name="T6" fmla="*/ 91 w 92"/>
                <a:gd name="T7" fmla="*/ 2 h 137"/>
                <a:gd name="T8" fmla="*/ 90 w 92"/>
                <a:gd name="T9" fmla="*/ 137 h 137"/>
              </a:gdLst>
              <a:ahLst/>
              <a:cxnLst>
                <a:cxn ang="0">
                  <a:pos x="T0" y="T1"/>
                </a:cxn>
                <a:cxn ang="0">
                  <a:pos x="T2" y="T3"/>
                </a:cxn>
                <a:cxn ang="0">
                  <a:pos x="T4" y="T5"/>
                </a:cxn>
                <a:cxn ang="0">
                  <a:pos x="T6" y="T7"/>
                </a:cxn>
                <a:cxn ang="0">
                  <a:pos x="T8" y="T9"/>
                </a:cxn>
              </a:cxnLst>
              <a:rect l="0" t="0" r="r" b="b"/>
              <a:pathLst>
                <a:path w="92" h="137">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sp>
          <p:nvSpPr>
            <p:cNvPr id="36" name="Freeform 16">
              <a:extLst>
                <a:ext uri="{FF2B5EF4-FFF2-40B4-BE49-F238E27FC236}">
                  <a16:creationId xmlns:a16="http://schemas.microsoft.com/office/drawing/2014/main" id="{C9E568C6-E9E9-409D-8041-D5C9C44E705F}"/>
                </a:ext>
              </a:extLst>
            </p:cNvPr>
            <p:cNvSpPr>
              <a:spLocks/>
            </p:cNvSpPr>
            <p:nvPr/>
          </p:nvSpPr>
          <p:spPr bwMode="auto">
            <a:xfrm>
              <a:off x="411" y="596"/>
              <a:ext cx="49" cy="54"/>
            </a:xfrm>
            <a:custGeom>
              <a:avLst/>
              <a:gdLst>
                <a:gd name="T0" fmla="*/ 10 w 18"/>
                <a:gd name="T1" fmla="*/ 19 h 20"/>
                <a:gd name="T2" fmla="*/ 18 w 18"/>
                <a:gd name="T3" fmla="*/ 9 h 20"/>
                <a:gd name="T4" fmla="*/ 9 w 18"/>
                <a:gd name="T5" fmla="*/ 0 h 20"/>
                <a:gd name="T6" fmla="*/ 0 w 18"/>
                <a:gd name="T7" fmla="*/ 10 h 20"/>
                <a:gd name="T8" fmla="*/ 10 w 18"/>
                <a:gd name="T9" fmla="*/ 19 h 20"/>
              </a:gdLst>
              <a:ahLst/>
              <a:cxnLst>
                <a:cxn ang="0">
                  <a:pos x="T0" y="T1"/>
                </a:cxn>
                <a:cxn ang="0">
                  <a:pos x="T2" y="T3"/>
                </a:cxn>
                <a:cxn ang="0">
                  <a:pos x="T4" y="T5"/>
                </a:cxn>
                <a:cxn ang="0">
                  <a:pos x="T6" y="T7"/>
                </a:cxn>
                <a:cxn ang="0">
                  <a:pos x="T8" y="T9"/>
                </a:cxn>
              </a:cxnLst>
              <a:rect l="0" t="0" r="r" b="b"/>
              <a:pathLst>
                <a:path w="18" h="20">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a:p>
          </p:txBody>
        </p:sp>
      </p:grpSp>
    </p:spTree>
    <p:extLst>
      <p:ext uri="{BB962C8B-B14F-4D97-AF65-F5344CB8AC3E}">
        <p14:creationId xmlns:p14="http://schemas.microsoft.com/office/powerpoint/2010/main" val="4123641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 Pie Charts ">
    <p:bg>
      <p:bgRef idx="1001">
        <a:schemeClr val="bg1"/>
      </p:bgRef>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5C88D47-86DF-4336-A768-786DBD0060C8}"/>
              </a:ext>
            </a:extLst>
          </p:cNvPr>
          <p:cNvSpPr/>
          <p:nvPr/>
        </p:nvSpPr>
        <p:spPr>
          <a:xfrm>
            <a:off x="0" y="1773237"/>
            <a:ext cx="9906000" cy="3023915"/>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38" name="Chart Placeholder 29">
            <a:extLst>
              <a:ext uri="{FF2B5EF4-FFF2-40B4-BE49-F238E27FC236}">
                <a16:creationId xmlns:a16="http://schemas.microsoft.com/office/drawing/2014/main" id="{6F232C89-BD5F-4CA7-A3AA-F6F1576CFE6E}"/>
              </a:ext>
            </a:extLst>
          </p:cNvPr>
          <p:cNvSpPr>
            <a:spLocks noGrp="1"/>
          </p:cNvSpPr>
          <p:nvPr>
            <p:ph type="chart" sz="quarter" idx="39"/>
          </p:nvPr>
        </p:nvSpPr>
        <p:spPr>
          <a:xfrm>
            <a:off x="5363738" y="2032334"/>
            <a:ext cx="1404156" cy="1617453"/>
          </a:xfrm>
          <a:prstGeom prst="rect">
            <a:avLst/>
          </a:prstGeom>
        </p:spPr>
        <p:txBody>
          <a:bodyPr anchor="ctr"/>
          <a:lstStyle>
            <a:lvl1pPr algn="ctr">
              <a:defRPr/>
            </a:lvl1pPr>
          </a:lstStyle>
          <a:p>
            <a:endParaRPr lang="pt-PT" dirty="0"/>
          </a:p>
        </p:txBody>
      </p:sp>
      <p:sp>
        <p:nvSpPr>
          <p:cNvPr id="33" name="Text Placeholder 7">
            <a:extLst>
              <a:ext uri="{FF2B5EF4-FFF2-40B4-BE49-F238E27FC236}">
                <a16:creationId xmlns:a16="http://schemas.microsoft.com/office/drawing/2014/main" id="{D9223961-F190-4765-ADD3-748B8A88C5A4}"/>
              </a:ext>
            </a:extLst>
          </p:cNvPr>
          <p:cNvSpPr>
            <a:spLocks noGrp="1"/>
          </p:cNvSpPr>
          <p:nvPr>
            <p:ph type="body" sz="quarter" idx="34" hasCustomPrompt="1"/>
          </p:nvPr>
        </p:nvSpPr>
        <p:spPr>
          <a:xfrm>
            <a:off x="740533" y="3717032"/>
            <a:ext cx="1930715"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0" name="Chart Placeholder 29">
            <a:extLst>
              <a:ext uri="{FF2B5EF4-FFF2-40B4-BE49-F238E27FC236}">
                <a16:creationId xmlns:a16="http://schemas.microsoft.com/office/drawing/2014/main" id="{667CB86F-C1D1-4D9A-BBD9-57EF8C95B524}"/>
              </a:ext>
            </a:extLst>
          </p:cNvPr>
          <p:cNvSpPr>
            <a:spLocks noGrp="1"/>
          </p:cNvSpPr>
          <p:nvPr>
            <p:ph type="chart" sz="quarter" idx="10"/>
          </p:nvPr>
        </p:nvSpPr>
        <p:spPr>
          <a:xfrm>
            <a:off x="1003811" y="2027571"/>
            <a:ext cx="1404156" cy="1617453"/>
          </a:xfrm>
          <a:prstGeom prst="rect">
            <a:avLst/>
          </a:prstGeom>
        </p:spPr>
        <p:txBody>
          <a:bodyPr anchor="ctr"/>
          <a:lstStyle>
            <a:lvl1pPr algn="ctr">
              <a:defRPr/>
            </a:lvl1pPr>
          </a:lstStyle>
          <a:p>
            <a:endParaRPr lang="pt-PT" dirty="0"/>
          </a:p>
        </p:txBody>
      </p:sp>
      <p:sp>
        <p:nvSpPr>
          <p:cNvPr id="32" name="Text Placeholder 31">
            <a:extLst>
              <a:ext uri="{FF2B5EF4-FFF2-40B4-BE49-F238E27FC236}">
                <a16:creationId xmlns:a16="http://schemas.microsoft.com/office/drawing/2014/main" id="{B1204F05-191D-4ACA-AADF-FB43F1F07D83}"/>
              </a:ext>
            </a:extLst>
          </p:cNvPr>
          <p:cNvSpPr>
            <a:spLocks noGrp="1"/>
          </p:cNvSpPr>
          <p:nvPr>
            <p:ph type="body" sz="quarter" idx="11" hasCustomPrompt="1"/>
          </p:nvPr>
        </p:nvSpPr>
        <p:spPr>
          <a:xfrm>
            <a:off x="1383497" y="2708276"/>
            <a:ext cx="702685" cy="314325"/>
          </a:xfrm>
          <a:prstGeom prst="rect">
            <a:avLst/>
          </a:prstGeom>
        </p:spPr>
        <p:txBody>
          <a:bodyPr anchor="ctr">
            <a:noAutofit/>
          </a:bodyPr>
          <a:lstStyle>
            <a:lvl1pPr algn="ctr">
              <a:defRPr sz="1600" b="1"/>
            </a:lvl1pPr>
          </a:lstStyle>
          <a:p>
            <a:pPr lvl="0"/>
            <a:r>
              <a:rPr lang="pt-PT" dirty="0"/>
              <a:t>XX%</a:t>
            </a:r>
          </a:p>
        </p:txBody>
      </p:sp>
      <p:sp>
        <p:nvSpPr>
          <p:cNvPr id="34" name="Text Placeholder 7">
            <a:extLst>
              <a:ext uri="{FF2B5EF4-FFF2-40B4-BE49-F238E27FC236}">
                <a16:creationId xmlns:a16="http://schemas.microsoft.com/office/drawing/2014/main" id="{3F48228B-C831-497E-A26D-61A81F63E42B}"/>
              </a:ext>
            </a:extLst>
          </p:cNvPr>
          <p:cNvSpPr>
            <a:spLocks noGrp="1"/>
          </p:cNvSpPr>
          <p:nvPr>
            <p:ph type="body" sz="quarter" idx="35" hasCustomPrompt="1"/>
          </p:nvPr>
        </p:nvSpPr>
        <p:spPr>
          <a:xfrm>
            <a:off x="2920496" y="3717032"/>
            <a:ext cx="1930715"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5" name="Chart Placeholder 29">
            <a:extLst>
              <a:ext uri="{FF2B5EF4-FFF2-40B4-BE49-F238E27FC236}">
                <a16:creationId xmlns:a16="http://schemas.microsoft.com/office/drawing/2014/main" id="{D061EF55-20AF-4182-B722-C227F72A880B}"/>
              </a:ext>
            </a:extLst>
          </p:cNvPr>
          <p:cNvSpPr>
            <a:spLocks noGrp="1"/>
          </p:cNvSpPr>
          <p:nvPr>
            <p:ph type="chart" sz="quarter" idx="36"/>
          </p:nvPr>
        </p:nvSpPr>
        <p:spPr>
          <a:xfrm>
            <a:off x="3183775" y="2027571"/>
            <a:ext cx="1404156" cy="1617453"/>
          </a:xfrm>
          <a:prstGeom prst="rect">
            <a:avLst/>
          </a:prstGeom>
        </p:spPr>
        <p:txBody>
          <a:bodyPr anchor="ctr"/>
          <a:lstStyle>
            <a:lvl1pPr algn="ctr">
              <a:defRPr/>
            </a:lvl1pPr>
          </a:lstStyle>
          <a:p>
            <a:endParaRPr lang="pt-PT" dirty="0"/>
          </a:p>
        </p:txBody>
      </p:sp>
      <p:sp>
        <p:nvSpPr>
          <p:cNvPr id="36" name="Text Placeholder 31">
            <a:extLst>
              <a:ext uri="{FF2B5EF4-FFF2-40B4-BE49-F238E27FC236}">
                <a16:creationId xmlns:a16="http://schemas.microsoft.com/office/drawing/2014/main" id="{E682B04D-D1A2-4B73-BDB4-D4FBD2A9BEF1}"/>
              </a:ext>
            </a:extLst>
          </p:cNvPr>
          <p:cNvSpPr>
            <a:spLocks noGrp="1"/>
          </p:cNvSpPr>
          <p:nvPr>
            <p:ph type="body" sz="quarter" idx="37" hasCustomPrompt="1"/>
          </p:nvPr>
        </p:nvSpPr>
        <p:spPr>
          <a:xfrm>
            <a:off x="3558558" y="2708276"/>
            <a:ext cx="702685" cy="314325"/>
          </a:xfrm>
          <a:prstGeom prst="rect">
            <a:avLst/>
          </a:prstGeom>
        </p:spPr>
        <p:txBody>
          <a:bodyPr anchor="ctr">
            <a:noAutofit/>
          </a:bodyPr>
          <a:lstStyle>
            <a:lvl1pPr algn="ctr">
              <a:defRPr sz="1600" b="1"/>
            </a:lvl1pPr>
          </a:lstStyle>
          <a:p>
            <a:pPr lvl="0"/>
            <a:r>
              <a:rPr lang="pt-PT" dirty="0"/>
              <a:t>XX%</a:t>
            </a:r>
          </a:p>
        </p:txBody>
      </p:sp>
      <p:sp>
        <p:nvSpPr>
          <p:cNvPr id="37" name="Text Placeholder 7">
            <a:extLst>
              <a:ext uri="{FF2B5EF4-FFF2-40B4-BE49-F238E27FC236}">
                <a16:creationId xmlns:a16="http://schemas.microsoft.com/office/drawing/2014/main" id="{3C81FA68-C8C6-4011-8666-EF35E85DCC96}"/>
              </a:ext>
            </a:extLst>
          </p:cNvPr>
          <p:cNvSpPr>
            <a:spLocks noGrp="1"/>
          </p:cNvSpPr>
          <p:nvPr>
            <p:ph type="body" sz="quarter" idx="38" hasCustomPrompt="1"/>
          </p:nvPr>
        </p:nvSpPr>
        <p:spPr>
          <a:xfrm>
            <a:off x="5100460" y="3717032"/>
            <a:ext cx="1930715"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9" name="Text Placeholder 31">
            <a:extLst>
              <a:ext uri="{FF2B5EF4-FFF2-40B4-BE49-F238E27FC236}">
                <a16:creationId xmlns:a16="http://schemas.microsoft.com/office/drawing/2014/main" id="{9EF5179D-59B1-44D7-BC86-E8A77DCFF84C}"/>
              </a:ext>
            </a:extLst>
          </p:cNvPr>
          <p:cNvSpPr>
            <a:spLocks noGrp="1"/>
          </p:cNvSpPr>
          <p:nvPr>
            <p:ph type="body" sz="quarter" idx="40" hasCustomPrompt="1"/>
          </p:nvPr>
        </p:nvSpPr>
        <p:spPr>
          <a:xfrm>
            <a:off x="5725495" y="2708276"/>
            <a:ext cx="702685" cy="314325"/>
          </a:xfrm>
          <a:prstGeom prst="rect">
            <a:avLst/>
          </a:prstGeom>
        </p:spPr>
        <p:txBody>
          <a:bodyPr anchor="ctr">
            <a:noAutofit/>
          </a:bodyPr>
          <a:lstStyle>
            <a:lvl1pPr algn="ctr">
              <a:defRPr sz="1600" b="1"/>
            </a:lvl1pPr>
          </a:lstStyle>
          <a:p>
            <a:pPr lvl="0"/>
            <a:r>
              <a:rPr lang="pt-PT" dirty="0"/>
              <a:t>XX%</a:t>
            </a:r>
          </a:p>
        </p:txBody>
      </p:sp>
      <p:sp>
        <p:nvSpPr>
          <p:cNvPr id="40" name="Chart Placeholder 29">
            <a:extLst>
              <a:ext uri="{FF2B5EF4-FFF2-40B4-BE49-F238E27FC236}">
                <a16:creationId xmlns:a16="http://schemas.microsoft.com/office/drawing/2014/main" id="{D076F0C2-9B62-4C55-88BD-5D8F3A4066E8}"/>
              </a:ext>
            </a:extLst>
          </p:cNvPr>
          <p:cNvSpPr>
            <a:spLocks noGrp="1"/>
          </p:cNvSpPr>
          <p:nvPr>
            <p:ph type="chart" sz="quarter" idx="41"/>
          </p:nvPr>
        </p:nvSpPr>
        <p:spPr>
          <a:xfrm>
            <a:off x="7543702" y="2032334"/>
            <a:ext cx="1404156" cy="1617453"/>
          </a:xfrm>
          <a:prstGeom prst="rect">
            <a:avLst/>
          </a:prstGeom>
        </p:spPr>
        <p:txBody>
          <a:bodyPr anchor="ctr"/>
          <a:lstStyle>
            <a:lvl1pPr algn="ctr">
              <a:defRPr/>
            </a:lvl1pPr>
          </a:lstStyle>
          <a:p>
            <a:endParaRPr lang="pt-PT" dirty="0"/>
          </a:p>
        </p:txBody>
      </p:sp>
      <p:sp>
        <p:nvSpPr>
          <p:cNvPr id="41" name="Text Placeholder 7">
            <a:extLst>
              <a:ext uri="{FF2B5EF4-FFF2-40B4-BE49-F238E27FC236}">
                <a16:creationId xmlns:a16="http://schemas.microsoft.com/office/drawing/2014/main" id="{E7590D3D-14BD-4608-AB95-0952261EAA1C}"/>
              </a:ext>
            </a:extLst>
          </p:cNvPr>
          <p:cNvSpPr>
            <a:spLocks noGrp="1"/>
          </p:cNvSpPr>
          <p:nvPr>
            <p:ph type="body" sz="quarter" idx="42" hasCustomPrompt="1"/>
          </p:nvPr>
        </p:nvSpPr>
        <p:spPr>
          <a:xfrm>
            <a:off x="7280423" y="3717032"/>
            <a:ext cx="1930715"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42" name="Text Placeholder 31">
            <a:extLst>
              <a:ext uri="{FF2B5EF4-FFF2-40B4-BE49-F238E27FC236}">
                <a16:creationId xmlns:a16="http://schemas.microsoft.com/office/drawing/2014/main" id="{93DCB675-62E7-4926-98A4-F120ABA92EBF}"/>
              </a:ext>
            </a:extLst>
          </p:cNvPr>
          <p:cNvSpPr>
            <a:spLocks noGrp="1"/>
          </p:cNvSpPr>
          <p:nvPr>
            <p:ph type="body" sz="quarter" idx="43" hasCustomPrompt="1"/>
          </p:nvPr>
        </p:nvSpPr>
        <p:spPr>
          <a:xfrm>
            <a:off x="7923389" y="2708276"/>
            <a:ext cx="702685" cy="314325"/>
          </a:xfrm>
          <a:prstGeom prst="rect">
            <a:avLst/>
          </a:prstGeom>
        </p:spPr>
        <p:txBody>
          <a:bodyPr anchor="ctr">
            <a:noAutofit/>
          </a:bodyPr>
          <a:lstStyle>
            <a:lvl1pPr algn="ctr">
              <a:defRPr sz="1600" b="1"/>
            </a:lvl1pPr>
          </a:lstStyle>
          <a:p>
            <a:pPr lvl="0"/>
            <a:r>
              <a:rPr lang="pt-PT" dirty="0"/>
              <a:t>XX%</a:t>
            </a:r>
          </a:p>
        </p:txBody>
      </p:sp>
      <p:sp>
        <p:nvSpPr>
          <p:cNvPr id="43" name="Text Placeholder 7">
            <a:extLst>
              <a:ext uri="{FF2B5EF4-FFF2-40B4-BE49-F238E27FC236}">
                <a16:creationId xmlns:a16="http://schemas.microsoft.com/office/drawing/2014/main" id="{C70FC002-22B1-4B43-A640-05B3543D2B31}"/>
              </a:ext>
            </a:extLst>
          </p:cNvPr>
          <p:cNvSpPr>
            <a:spLocks noGrp="1"/>
          </p:cNvSpPr>
          <p:nvPr>
            <p:ph type="body" sz="quarter" idx="44" hasCustomPrompt="1"/>
          </p:nvPr>
        </p:nvSpPr>
        <p:spPr>
          <a:xfrm>
            <a:off x="916051" y="5308653"/>
            <a:ext cx="1345650" cy="576064"/>
          </a:xfrm>
          <a:prstGeom prst="rect">
            <a:avLst/>
          </a:prstGeom>
        </p:spPr>
        <p:txBody>
          <a:bodyPr anchor="ctr">
            <a:noAutofit/>
          </a:bodyPr>
          <a:lstStyle>
            <a:lvl1pPr algn="ctr">
              <a:lnSpc>
                <a:spcPts val="3200"/>
              </a:lnSpc>
              <a:defRPr sz="2800" b="1">
                <a:solidFill>
                  <a:srgbClr val="2B0A3D"/>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xx%</a:t>
            </a:r>
          </a:p>
        </p:txBody>
      </p:sp>
      <p:sp>
        <p:nvSpPr>
          <p:cNvPr id="44" name="Text Placeholder 7">
            <a:extLst>
              <a:ext uri="{FF2B5EF4-FFF2-40B4-BE49-F238E27FC236}">
                <a16:creationId xmlns:a16="http://schemas.microsoft.com/office/drawing/2014/main" id="{8E1CE648-2FAE-4439-A1A4-5BE3863514F4}"/>
              </a:ext>
            </a:extLst>
          </p:cNvPr>
          <p:cNvSpPr>
            <a:spLocks noGrp="1"/>
          </p:cNvSpPr>
          <p:nvPr>
            <p:ph type="body" sz="quarter" idx="45" hasCustomPrompt="1"/>
          </p:nvPr>
        </p:nvSpPr>
        <p:spPr>
          <a:xfrm>
            <a:off x="2342760" y="5163113"/>
            <a:ext cx="6824522" cy="867147"/>
          </a:xfrm>
          <a:prstGeom prst="rect">
            <a:avLst/>
          </a:prstGeom>
        </p:spPr>
        <p:txBody>
          <a:bodyPr anchor="ctr">
            <a:noAutofit/>
          </a:bodyPr>
          <a:lstStyle>
            <a:lvl1pPr algn="l">
              <a:lnSpc>
                <a:spcPts val="1800"/>
              </a:lnSpc>
              <a:spcBef>
                <a:spcPts val="600"/>
              </a:spcBef>
              <a:defRPr sz="16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0"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1"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3"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26920046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columns">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28BC1D5-366F-454F-B964-C24C149791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7009137" y="-1195947"/>
            <a:ext cx="1706401" cy="4087326"/>
          </a:xfrm>
          <a:prstGeom prst="rect">
            <a:avLst/>
          </a:prstGeom>
        </p:spPr>
      </p:pic>
      <p:sp>
        <p:nvSpPr>
          <p:cNvPr id="4" name="Rectangle 3">
            <a:extLst>
              <a:ext uri="{FF2B5EF4-FFF2-40B4-BE49-F238E27FC236}">
                <a16:creationId xmlns:a16="http://schemas.microsoft.com/office/drawing/2014/main" id="{9653C8D1-E525-4A1D-BA42-B310FCE0AA96}"/>
              </a:ext>
            </a:extLst>
          </p:cNvPr>
          <p:cNvSpPr/>
          <p:nvPr/>
        </p:nvSpPr>
        <p:spPr>
          <a:xfrm>
            <a:off x="331490" y="2423887"/>
            <a:ext cx="2863454"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5" name="Rectangle 4">
            <a:extLst>
              <a:ext uri="{FF2B5EF4-FFF2-40B4-BE49-F238E27FC236}">
                <a16:creationId xmlns:a16="http://schemas.microsoft.com/office/drawing/2014/main" id="{5D624820-6891-4116-9EE3-E6D3B41D5557}"/>
              </a:ext>
            </a:extLst>
          </p:cNvPr>
          <p:cNvSpPr/>
          <p:nvPr/>
        </p:nvSpPr>
        <p:spPr>
          <a:xfrm>
            <a:off x="3521274" y="2423887"/>
            <a:ext cx="2863454"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6" name="Rectangle 5">
            <a:extLst>
              <a:ext uri="{FF2B5EF4-FFF2-40B4-BE49-F238E27FC236}">
                <a16:creationId xmlns:a16="http://schemas.microsoft.com/office/drawing/2014/main" id="{4ED1E18D-CB5A-40D2-9E0C-21B1DC24C582}"/>
              </a:ext>
            </a:extLst>
          </p:cNvPr>
          <p:cNvSpPr/>
          <p:nvPr/>
        </p:nvSpPr>
        <p:spPr>
          <a:xfrm>
            <a:off x="6711058" y="2406300"/>
            <a:ext cx="2863454"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31" name="Text Placeholder 4">
            <a:extLst>
              <a:ext uri="{FF2B5EF4-FFF2-40B4-BE49-F238E27FC236}">
                <a16:creationId xmlns:a16="http://schemas.microsoft.com/office/drawing/2014/main" id="{5714BE43-18D4-460E-A270-8F2FA1EB1FE6}"/>
              </a:ext>
            </a:extLst>
          </p:cNvPr>
          <p:cNvSpPr>
            <a:spLocks noGrp="1"/>
          </p:cNvSpPr>
          <p:nvPr>
            <p:ph type="body" sz="quarter" idx="13" hasCustomPrompt="1"/>
          </p:nvPr>
        </p:nvSpPr>
        <p:spPr>
          <a:xfrm>
            <a:off x="589075" y="3332371"/>
            <a:ext cx="2348284" cy="645047"/>
          </a:xfrm>
          <a:prstGeom prst="rect">
            <a:avLst/>
          </a:prstGeom>
          <a:noFill/>
        </p:spPr>
        <p:txBody>
          <a:bodyPr anchor="ctr">
            <a:noAutofit/>
          </a:bodyPr>
          <a:lstStyle>
            <a:lvl1pPr algn="l">
              <a:lnSpc>
                <a:spcPts val="1800"/>
              </a:lnSpc>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2" name="Text Placeholder 7">
            <a:extLst>
              <a:ext uri="{FF2B5EF4-FFF2-40B4-BE49-F238E27FC236}">
                <a16:creationId xmlns:a16="http://schemas.microsoft.com/office/drawing/2014/main" id="{DF3E2A1A-B668-4C6F-87C6-8F37A241C2C0}"/>
              </a:ext>
            </a:extLst>
          </p:cNvPr>
          <p:cNvSpPr>
            <a:spLocks noGrp="1"/>
          </p:cNvSpPr>
          <p:nvPr>
            <p:ph type="body" sz="quarter" idx="32" hasCustomPrompt="1"/>
          </p:nvPr>
        </p:nvSpPr>
        <p:spPr>
          <a:xfrm>
            <a:off x="589076" y="4079992"/>
            <a:ext cx="2335303" cy="1711208"/>
          </a:xfrm>
          <a:prstGeom prst="rect">
            <a:avLst/>
          </a:prstGeom>
        </p:spPr>
        <p:txBody>
          <a:bodyPr>
            <a:noAutofit/>
          </a:bodyPr>
          <a:lstStyle>
            <a:lvl1pPr>
              <a:lnSpc>
                <a:spcPct val="100000"/>
              </a:lnSpc>
              <a:defRPr sz="1400"/>
            </a:lvl1pPr>
            <a:lvl2pPr>
              <a:lnSpc>
                <a:spcPts val="1400"/>
              </a:lnSpc>
              <a:defRPr sz="1200"/>
            </a:lvl2pPr>
            <a:lvl3pPr>
              <a:lnSpc>
                <a:spcPts val="1300"/>
              </a:lnSpc>
              <a:defRPr sz="1100"/>
            </a:lvl3pPr>
            <a:lvl4pPr>
              <a:lnSpc>
                <a:spcPts val="1200"/>
              </a:lnSpc>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A44485C3-4220-46B7-B1FC-AB2889C2B910}"/>
              </a:ext>
            </a:extLst>
          </p:cNvPr>
          <p:cNvSpPr>
            <a:spLocks noGrp="1"/>
          </p:cNvSpPr>
          <p:nvPr>
            <p:ph type="body" sz="quarter" idx="33" hasCustomPrompt="1"/>
          </p:nvPr>
        </p:nvSpPr>
        <p:spPr>
          <a:xfrm>
            <a:off x="3778859" y="3332371"/>
            <a:ext cx="2348284" cy="645047"/>
          </a:xfrm>
          <a:prstGeom prst="rect">
            <a:avLst/>
          </a:prstGeom>
          <a:noFill/>
        </p:spPr>
        <p:txBody>
          <a:bodyPr anchor="ctr">
            <a:noAutofit/>
          </a:bodyPr>
          <a:lstStyle>
            <a:lvl1pPr algn="l">
              <a:lnSpc>
                <a:spcPts val="1800"/>
              </a:lnSpc>
              <a:defRPr sz="1600" b="1">
                <a:solidFill>
                  <a:srgbClr val="FF304C"/>
                </a:solidFill>
              </a:defRPr>
            </a:lvl1pPr>
            <a:lvl2pPr>
              <a:defRPr sz="1400"/>
            </a:lvl2pPr>
            <a:lvl3pPr>
              <a:defRPr sz="1200"/>
            </a:lvl3pPr>
            <a:lvl4pPr>
              <a:defRPr sz="1100"/>
            </a:lvl4pPr>
            <a:lvl5pPr>
              <a:defRPr sz="1100"/>
            </a:lvl5pPr>
          </a:lstStyle>
          <a:p>
            <a:pPr lvl="0"/>
            <a:r>
              <a:rPr lang="en-US" dirty="0"/>
              <a:t>Click to insert title</a:t>
            </a:r>
          </a:p>
        </p:txBody>
      </p:sp>
      <p:sp>
        <p:nvSpPr>
          <p:cNvPr id="35" name="Text Placeholder 4">
            <a:extLst>
              <a:ext uri="{FF2B5EF4-FFF2-40B4-BE49-F238E27FC236}">
                <a16:creationId xmlns:a16="http://schemas.microsoft.com/office/drawing/2014/main" id="{310CE3C3-B1E7-4F6F-B7BE-DF93DF2ACD74}"/>
              </a:ext>
            </a:extLst>
          </p:cNvPr>
          <p:cNvSpPr>
            <a:spLocks noGrp="1"/>
          </p:cNvSpPr>
          <p:nvPr>
            <p:ph type="body" sz="quarter" idx="35" hasCustomPrompt="1"/>
          </p:nvPr>
        </p:nvSpPr>
        <p:spPr>
          <a:xfrm>
            <a:off x="6968643" y="3332371"/>
            <a:ext cx="2348284" cy="645047"/>
          </a:xfrm>
          <a:prstGeom prst="rect">
            <a:avLst/>
          </a:prstGeom>
          <a:noFill/>
        </p:spPr>
        <p:txBody>
          <a:bodyPr anchor="ctr">
            <a:noAutofit/>
          </a:bodyPr>
          <a:lstStyle>
            <a:lvl1pPr algn="l">
              <a:lnSpc>
                <a:spcPts val="1800"/>
              </a:lnSpc>
              <a:defRPr sz="1600" b="1">
                <a:solidFill>
                  <a:srgbClr val="2C004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7">
            <a:extLst>
              <a:ext uri="{FF2B5EF4-FFF2-40B4-BE49-F238E27FC236}">
                <a16:creationId xmlns:a16="http://schemas.microsoft.com/office/drawing/2014/main" id="{32047331-01BE-47AE-BC0C-B787B1E9553B}"/>
              </a:ext>
            </a:extLst>
          </p:cNvPr>
          <p:cNvSpPr>
            <a:spLocks noGrp="1"/>
          </p:cNvSpPr>
          <p:nvPr>
            <p:ph type="body" sz="quarter" idx="37" hasCustomPrompt="1"/>
          </p:nvPr>
        </p:nvSpPr>
        <p:spPr>
          <a:xfrm>
            <a:off x="6904730" y="295731"/>
            <a:ext cx="2378925" cy="876300"/>
          </a:xfrm>
          <a:prstGeom prst="rect">
            <a:avLst/>
          </a:prstGeom>
        </p:spPr>
        <p:txBody>
          <a:bodyPr anchor="t">
            <a:noAutofit/>
          </a:bodyPr>
          <a:lstStyle>
            <a:lvl1pPr>
              <a:lnSpc>
                <a:spcPct val="100000"/>
              </a:lnSpc>
              <a:defRPr sz="1600" b="1"/>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pic>
        <p:nvPicPr>
          <p:cNvPr id="15" name="Graphic 14">
            <a:extLst>
              <a:ext uri="{FF2B5EF4-FFF2-40B4-BE49-F238E27FC236}">
                <a16:creationId xmlns:a16="http://schemas.microsoft.com/office/drawing/2014/main" id="{CA70D5E4-F0EE-4368-A09C-60021E85A04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81836" t="-4713" b="16530"/>
          <a:stretch/>
        </p:blipFill>
        <p:spPr>
          <a:xfrm>
            <a:off x="9336779" y="164829"/>
            <a:ext cx="344789" cy="459624"/>
          </a:xfrm>
          <a:prstGeom prst="rect">
            <a:avLst/>
          </a:prstGeom>
        </p:spPr>
      </p:pic>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526275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7"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8"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9" name="Rectangle 27">
            <a:hlinkClick r:id="rId6"/>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38"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39" name="Text Placeholder 7">
            <a:extLst>
              <a:ext uri="{FF2B5EF4-FFF2-40B4-BE49-F238E27FC236}">
                <a16:creationId xmlns:a16="http://schemas.microsoft.com/office/drawing/2014/main" id="{DF3E2A1A-B668-4C6F-87C6-8F37A241C2C0}"/>
              </a:ext>
            </a:extLst>
          </p:cNvPr>
          <p:cNvSpPr>
            <a:spLocks noGrp="1"/>
          </p:cNvSpPr>
          <p:nvPr>
            <p:ph type="body" sz="quarter" idx="38" hasCustomPrompt="1"/>
          </p:nvPr>
        </p:nvSpPr>
        <p:spPr>
          <a:xfrm>
            <a:off x="3791838" y="4079992"/>
            <a:ext cx="2335303" cy="1711208"/>
          </a:xfrm>
          <a:prstGeom prst="rect">
            <a:avLst/>
          </a:prstGeom>
        </p:spPr>
        <p:txBody>
          <a:bodyPr>
            <a:noAutofit/>
          </a:bodyPr>
          <a:lstStyle>
            <a:lvl1pPr>
              <a:lnSpc>
                <a:spcPct val="100000"/>
              </a:lnSpc>
              <a:defRPr sz="1400"/>
            </a:lvl1pPr>
            <a:lvl2pPr>
              <a:lnSpc>
                <a:spcPts val="1400"/>
              </a:lnSpc>
              <a:buClr>
                <a:schemeClr val="accent4"/>
              </a:buClr>
              <a:defRPr sz="1200"/>
            </a:lvl2pPr>
            <a:lvl3pPr>
              <a:lnSpc>
                <a:spcPts val="1300"/>
              </a:lnSpc>
              <a:buClr>
                <a:schemeClr val="accent4"/>
              </a:buClr>
              <a:defRPr sz="1100"/>
            </a:lvl3pPr>
            <a:lvl4pPr>
              <a:lnSpc>
                <a:spcPts val="1200"/>
              </a:lnSpc>
              <a:buClr>
                <a:schemeClr val="accent4"/>
              </a:buClr>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40" name="Text Placeholder 7">
            <a:extLst>
              <a:ext uri="{FF2B5EF4-FFF2-40B4-BE49-F238E27FC236}">
                <a16:creationId xmlns:a16="http://schemas.microsoft.com/office/drawing/2014/main" id="{DF3E2A1A-B668-4C6F-87C6-8F37A241C2C0}"/>
              </a:ext>
            </a:extLst>
          </p:cNvPr>
          <p:cNvSpPr>
            <a:spLocks noGrp="1"/>
          </p:cNvSpPr>
          <p:nvPr>
            <p:ph type="body" sz="quarter" idx="39" hasCustomPrompt="1"/>
          </p:nvPr>
        </p:nvSpPr>
        <p:spPr>
          <a:xfrm>
            <a:off x="6981622" y="4079992"/>
            <a:ext cx="2335303" cy="1711208"/>
          </a:xfrm>
          <a:prstGeom prst="rect">
            <a:avLst/>
          </a:prstGeom>
        </p:spPr>
        <p:txBody>
          <a:bodyPr>
            <a:noAutofit/>
          </a:bodyPr>
          <a:lstStyle>
            <a:lvl1pPr>
              <a:lnSpc>
                <a:spcPct val="100000"/>
              </a:lnSpc>
              <a:defRPr sz="1400"/>
            </a:lvl1pPr>
            <a:lvl2pPr>
              <a:lnSpc>
                <a:spcPts val="1400"/>
              </a:lnSpc>
              <a:buClr>
                <a:schemeClr val="accent3"/>
              </a:buClr>
              <a:defRPr sz="1200"/>
            </a:lvl2pPr>
            <a:lvl3pPr>
              <a:lnSpc>
                <a:spcPts val="1300"/>
              </a:lnSpc>
              <a:buClr>
                <a:schemeClr val="accent3"/>
              </a:buClr>
              <a:defRPr sz="1100"/>
            </a:lvl3pPr>
            <a:lvl4pPr>
              <a:lnSpc>
                <a:spcPts val="1200"/>
              </a:lnSpc>
              <a:buClr>
                <a:schemeClr val="accent3"/>
              </a:buClr>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4326351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bullets with highlights">
    <p:bg>
      <p:bgRef idx="1001">
        <a:schemeClr val="bg1"/>
      </p:bgRef>
    </p:bg>
    <p:spTree>
      <p:nvGrpSpPr>
        <p:cNvPr id="1" name=""/>
        <p:cNvGrpSpPr/>
        <p:nvPr/>
      </p:nvGrpSpPr>
      <p:grpSpPr>
        <a:xfrm>
          <a:off x="0" y="0"/>
          <a:ext cx="0" cy="0"/>
          <a:chOff x="0" y="0"/>
          <a:chExt cx="0" cy="0"/>
        </a:xfrm>
      </p:grpSpPr>
      <p:sp>
        <p:nvSpPr>
          <p:cNvPr id="41" name="Oval 20">
            <a:extLst>
              <a:ext uri="{FF2B5EF4-FFF2-40B4-BE49-F238E27FC236}">
                <a16:creationId xmlns:a16="http://schemas.microsoft.com/office/drawing/2014/main" id="{ADB39E78-E9B7-40CD-9999-E8302C610DC2}"/>
              </a:ext>
            </a:extLst>
          </p:cNvPr>
          <p:cNvSpPr/>
          <p:nvPr/>
        </p:nvSpPr>
        <p:spPr>
          <a:xfrm>
            <a:off x="4520422" y="4734096"/>
            <a:ext cx="978262"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42" name="Oval 20">
            <a:extLst>
              <a:ext uri="{FF2B5EF4-FFF2-40B4-BE49-F238E27FC236}">
                <a16:creationId xmlns:a16="http://schemas.microsoft.com/office/drawing/2014/main" id="{80DEC651-0810-4FD4-A2CA-C54974433D45}"/>
              </a:ext>
            </a:extLst>
          </p:cNvPr>
          <p:cNvSpPr/>
          <p:nvPr/>
        </p:nvSpPr>
        <p:spPr>
          <a:xfrm>
            <a:off x="4520422" y="2944149"/>
            <a:ext cx="978262"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43" name="Oval 20">
            <a:extLst>
              <a:ext uri="{FF2B5EF4-FFF2-40B4-BE49-F238E27FC236}">
                <a16:creationId xmlns:a16="http://schemas.microsoft.com/office/drawing/2014/main" id="{4F0142AD-298C-4A60-9F24-035D4F3F07D0}"/>
              </a:ext>
            </a:extLst>
          </p:cNvPr>
          <p:cNvSpPr/>
          <p:nvPr/>
        </p:nvSpPr>
        <p:spPr>
          <a:xfrm>
            <a:off x="4481870" y="1186057"/>
            <a:ext cx="978262"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3" name="Rectangle 12">
            <a:extLst>
              <a:ext uri="{FF2B5EF4-FFF2-40B4-BE49-F238E27FC236}">
                <a16:creationId xmlns:a16="http://schemas.microsoft.com/office/drawing/2014/main" id="{9455EBB8-DB3C-45D2-B02F-0B36A58E555B}"/>
              </a:ext>
            </a:extLst>
          </p:cNvPr>
          <p:cNvSpPr/>
          <p:nvPr/>
        </p:nvSpPr>
        <p:spPr>
          <a:xfrm>
            <a:off x="1" y="0"/>
            <a:ext cx="3858806"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pic>
        <p:nvPicPr>
          <p:cNvPr id="14" name="Graphic 41">
            <a:extLst>
              <a:ext uri="{FF2B5EF4-FFF2-40B4-BE49-F238E27FC236}">
                <a16:creationId xmlns:a16="http://schemas.microsoft.com/office/drawing/2014/main" id="{39882BC4-7320-49FC-B1BE-AEB377EFC01A}"/>
              </a:ext>
            </a:extLst>
          </p:cNvPr>
          <p:cNvPicPr>
            <a:picLocks noChangeAspect="1"/>
          </p:cNvPicPr>
          <p:nvPr/>
        </p:nvPicPr>
        <p:blipFill>
          <a:blip r:embed="rId2">
            <a:extLst>
              <a:ext uri="{96DAC541-7B7A-43D3-8B79-37D633B846F1}">
                <asvg:svgBlip xmlns:asvg="http://schemas.microsoft.com/office/drawing/2016/SVG/main" r:embed="rId3"/>
              </a:ext>
            </a:extLst>
          </a:blip>
          <a:srcRect t="7669"/>
          <a:stretch>
            <a:fillRect/>
          </a:stretch>
        </p:blipFill>
        <p:spPr>
          <a:xfrm rot="7221508" flipH="1" flipV="1">
            <a:off x="-854852" y="-585509"/>
            <a:ext cx="4694967" cy="3590092"/>
          </a:xfrm>
          <a:custGeom>
            <a:avLst/>
            <a:gdLst>
              <a:gd name="connsiteX0" fmla="*/ 0 w 6728158"/>
              <a:gd name="connsiteY0" fmla="*/ 6332069 h 6332069"/>
              <a:gd name="connsiteX1" fmla="*/ 6728158 w 6728158"/>
              <a:gd name="connsiteY1" fmla="*/ 6332069 h 6332069"/>
              <a:gd name="connsiteX2" fmla="*/ 6728158 w 6728158"/>
              <a:gd name="connsiteY2" fmla="*/ 5480387 h 6332069"/>
              <a:gd name="connsiteX3" fmla="*/ 3518172 w 6728158"/>
              <a:gd name="connsiteY3" fmla="*/ 0 h 6332069"/>
              <a:gd name="connsiteX4" fmla="*/ 0 w 6728158"/>
              <a:gd name="connsiteY4" fmla="*/ 2060673 h 6332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58" h="6332069">
                <a:moveTo>
                  <a:pt x="0" y="6332069"/>
                </a:moveTo>
                <a:lnTo>
                  <a:pt x="6728158" y="6332069"/>
                </a:lnTo>
                <a:lnTo>
                  <a:pt x="6728158" y="5480387"/>
                </a:lnTo>
                <a:lnTo>
                  <a:pt x="3518172" y="0"/>
                </a:lnTo>
                <a:lnTo>
                  <a:pt x="0" y="2060673"/>
                </a:lnTo>
                <a:close/>
              </a:path>
            </a:pathLst>
          </a:custGeom>
        </p:spPr>
      </p:pic>
      <p:sp>
        <p:nvSpPr>
          <p:cNvPr id="24"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4642526" y="1525460"/>
            <a:ext cx="701401"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5"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4642526" y="3284122"/>
            <a:ext cx="701401"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6"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4642526" y="5061945"/>
            <a:ext cx="701401"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7"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346707" y="3367132"/>
            <a:ext cx="2982547" cy="2993216"/>
          </a:xfrm>
          <a:prstGeom prst="rect">
            <a:avLst/>
          </a:prstGeom>
        </p:spPr>
        <p:txBody>
          <a:bodyPr>
            <a:noAutofit/>
          </a:bodyPr>
          <a:lstStyle>
            <a:lvl1pPr>
              <a:lnSpc>
                <a:spcPts val="2200"/>
              </a:lnSpc>
              <a:defRPr sz="1800"/>
            </a:lvl1pPr>
            <a:lvl2pPr>
              <a:lnSpc>
                <a:spcPts val="1800"/>
              </a:lnSpc>
              <a:buClr>
                <a:schemeClr val="accent3"/>
              </a:buClr>
              <a:defRPr sz="1600"/>
            </a:lvl2pPr>
            <a:lvl3pPr>
              <a:lnSpc>
                <a:spcPts val="1600"/>
              </a:lnSpc>
              <a:buClr>
                <a:schemeClr val="accent3"/>
              </a:buClr>
              <a:defRPr sz="1400"/>
            </a:lvl3pPr>
            <a:lvl4pPr>
              <a:lnSpc>
                <a:spcPts val="1400"/>
              </a:lnSpc>
              <a:buClr>
                <a:schemeClr val="accent3"/>
              </a:buClr>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2164237" cy="1584027"/>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6"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5620785" y="825196"/>
            <a:ext cx="3953725"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5620785" y="1268416"/>
            <a:ext cx="3953725" cy="996793"/>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3"/>
              </a:buClr>
              <a:defRPr sz="1200">
                <a:solidFill>
                  <a:schemeClr val="tx1"/>
                </a:solidFill>
              </a:defRPr>
            </a:lvl2pPr>
            <a:lvl3pPr marL="347654" indent="-174621">
              <a:lnSpc>
                <a:spcPts val="1400"/>
              </a:lnSpc>
              <a:buClr>
                <a:schemeClr val="accent3"/>
              </a:buClr>
              <a:defRPr sz="1200">
                <a:solidFill>
                  <a:schemeClr val="tx1"/>
                </a:solidFill>
              </a:defRPr>
            </a:lvl3pPr>
            <a:lvl4pPr marL="509575" indent="-161921">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04C1CAD0-39C3-4CE2-A9E9-8CA99EFF5357}"/>
              </a:ext>
            </a:extLst>
          </p:cNvPr>
          <p:cNvSpPr>
            <a:spLocks noGrp="1"/>
          </p:cNvSpPr>
          <p:nvPr>
            <p:ph type="body" sz="quarter" idx="39" hasCustomPrompt="1"/>
          </p:nvPr>
        </p:nvSpPr>
        <p:spPr>
          <a:xfrm>
            <a:off x="5620785" y="2583859"/>
            <a:ext cx="3953725"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34" name="Text Placeholder 7">
            <a:extLst>
              <a:ext uri="{FF2B5EF4-FFF2-40B4-BE49-F238E27FC236}">
                <a16:creationId xmlns:a16="http://schemas.microsoft.com/office/drawing/2014/main" id="{9228FC83-C11D-47F2-8BDE-B10D125E5E87}"/>
              </a:ext>
            </a:extLst>
          </p:cNvPr>
          <p:cNvSpPr>
            <a:spLocks noGrp="1"/>
          </p:cNvSpPr>
          <p:nvPr>
            <p:ph type="body" sz="quarter" idx="40" hasCustomPrompt="1"/>
          </p:nvPr>
        </p:nvSpPr>
        <p:spPr>
          <a:xfrm>
            <a:off x="5620785" y="3027078"/>
            <a:ext cx="3953725" cy="996793"/>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3"/>
              </a:buClr>
              <a:defRPr sz="1200">
                <a:solidFill>
                  <a:schemeClr val="tx1"/>
                </a:solidFill>
              </a:defRPr>
            </a:lvl2pPr>
            <a:lvl3pPr marL="347654" indent="-174621">
              <a:lnSpc>
                <a:spcPts val="1400"/>
              </a:lnSpc>
              <a:buClr>
                <a:schemeClr val="accent3"/>
              </a:buClr>
              <a:defRPr sz="1200">
                <a:solidFill>
                  <a:schemeClr val="tx1"/>
                </a:solidFill>
              </a:defRPr>
            </a:lvl3pPr>
            <a:lvl4pPr marL="509575" indent="-161921">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5" name="Text Placeholder 4">
            <a:extLst>
              <a:ext uri="{FF2B5EF4-FFF2-40B4-BE49-F238E27FC236}">
                <a16:creationId xmlns:a16="http://schemas.microsoft.com/office/drawing/2014/main" id="{04C1CAD0-39C3-4CE2-A9E9-8CA99EFF5357}"/>
              </a:ext>
            </a:extLst>
          </p:cNvPr>
          <p:cNvSpPr>
            <a:spLocks noGrp="1"/>
          </p:cNvSpPr>
          <p:nvPr>
            <p:ph type="body" sz="quarter" idx="41" hasCustomPrompt="1"/>
          </p:nvPr>
        </p:nvSpPr>
        <p:spPr>
          <a:xfrm>
            <a:off x="5620785" y="4361681"/>
            <a:ext cx="3953725"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36"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5620785" y="4804901"/>
            <a:ext cx="3953725" cy="996793"/>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3"/>
              </a:buClr>
              <a:defRPr sz="1200">
                <a:solidFill>
                  <a:schemeClr val="tx1"/>
                </a:solidFill>
              </a:defRPr>
            </a:lvl2pPr>
            <a:lvl3pPr marL="347654" indent="-174621">
              <a:lnSpc>
                <a:spcPts val="1400"/>
              </a:lnSpc>
              <a:buClr>
                <a:schemeClr val="accent3"/>
              </a:buClr>
              <a:defRPr sz="1200">
                <a:solidFill>
                  <a:schemeClr val="tx1"/>
                </a:solidFill>
              </a:defRPr>
            </a:lvl3pPr>
            <a:lvl4pPr marL="509575" indent="-161921">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7"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40" name="Retângulo 43">
            <a:extLst>
              <a:ext uri="{FF2B5EF4-FFF2-40B4-BE49-F238E27FC236}">
                <a16:creationId xmlns:a16="http://schemas.microsoft.com/office/drawing/2014/main" id="{834ADCB4-BFB1-450D-8F6D-64217F4CD92C}"/>
              </a:ext>
            </a:extLst>
          </p:cNvPr>
          <p:cNvSpPr/>
          <p:nvPr/>
        </p:nvSpPr>
        <p:spPr>
          <a:xfrm>
            <a:off x="776776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88900869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p:cNvSpPr>
          <p:nvPr>
            <p:ph type="pic" sz="quarter" idx="10"/>
          </p:nvPr>
        </p:nvSpPr>
        <p:spPr>
          <a:xfrm>
            <a:off x="507095" y="1903414"/>
            <a:ext cx="1180208" cy="1671637"/>
          </a:xfrm>
          <a:prstGeom prst="rect">
            <a:avLst/>
          </a:prstGeom>
          <a:solidFill>
            <a:srgbClr val="D9D9D9"/>
          </a:solidFill>
        </p:spPr>
        <p:txBody>
          <a:bodyPr anchor="ctr"/>
          <a:lstStyle>
            <a:lvl1pPr algn="ctr">
              <a:defRPr/>
            </a:lvl1pPr>
          </a:lstStyle>
          <a:p>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p:cNvSpPr>
          <p:nvPr>
            <p:ph type="pic" sz="quarter" idx="11"/>
          </p:nvPr>
        </p:nvSpPr>
        <p:spPr>
          <a:xfrm>
            <a:off x="5244848" y="1903414"/>
            <a:ext cx="1180208" cy="1671637"/>
          </a:xfrm>
          <a:prstGeom prst="rect">
            <a:avLst/>
          </a:prstGeom>
          <a:solidFill>
            <a:srgbClr val="D9D9D9"/>
          </a:solidFill>
        </p:spPr>
        <p:txBody>
          <a:bodyPr anchor="ctr"/>
          <a:lstStyle>
            <a:lvl1pPr algn="ctr">
              <a:defRPr/>
            </a:lvl1pPr>
          </a:lstStyle>
          <a:p>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p:cNvSpPr>
          <p:nvPr>
            <p:ph type="pic" sz="quarter" idx="12"/>
          </p:nvPr>
        </p:nvSpPr>
        <p:spPr>
          <a:xfrm>
            <a:off x="507095" y="4379454"/>
            <a:ext cx="1180208" cy="1671637"/>
          </a:xfrm>
          <a:prstGeom prst="rect">
            <a:avLst/>
          </a:prstGeom>
          <a:solidFill>
            <a:srgbClr val="D9D9D9"/>
          </a:solidFill>
        </p:spPr>
        <p:txBody>
          <a:bodyPr anchor="ctr"/>
          <a:lstStyle>
            <a:lvl1pPr algn="ctr">
              <a:defRPr/>
            </a:lvl1pPr>
          </a:lstStyle>
          <a:p>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p:cNvSpPr>
          <p:nvPr>
            <p:ph type="pic" sz="quarter" idx="13"/>
          </p:nvPr>
        </p:nvSpPr>
        <p:spPr>
          <a:xfrm>
            <a:off x="5244848" y="4379454"/>
            <a:ext cx="1180208" cy="1671637"/>
          </a:xfrm>
          <a:prstGeom prst="rect">
            <a:avLst/>
          </a:prstGeom>
          <a:solidFill>
            <a:srgbClr val="D9D9D9"/>
          </a:solidFill>
        </p:spPr>
        <p:txBody>
          <a:bodyPr anchor="ctr"/>
          <a:lstStyle>
            <a:lvl1pPr algn="ctr">
              <a:defRPr/>
            </a:lvl1pPr>
          </a:lstStyle>
          <a:p>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3"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1793649" y="1903414"/>
            <a:ext cx="3041977" cy="1671637"/>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1"/>
              </a:buClr>
              <a:defRPr sz="1200">
                <a:solidFill>
                  <a:schemeClr val="tx1"/>
                </a:solidFill>
              </a:defRPr>
            </a:lvl2pPr>
            <a:lvl3pPr marL="347654" indent="-174621">
              <a:lnSpc>
                <a:spcPts val="1400"/>
              </a:lnSpc>
              <a:buClr>
                <a:schemeClr val="accent1"/>
              </a:buClr>
              <a:defRPr sz="1200">
                <a:solidFill>
                  <a:schemeClr val="tx1"/>
                </a:solidFill>
              </a:defRPr>
            </a:lvl3pPr>
            <a:lvl4pPr marL="509575" indent="-161921">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6532535" y="1903414"/>
            <a:ext cx="3041977" cy="1671637"/>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1"/>
              </a:buClr>
              <a:defRPr sz="1200">
                <a:solidFill>
                  <a:schemeClr val="tx1"/>
                </a:solidFill>
              </a:defRPr>
            </a:lvl2pPr>
            <a:lvl3pPr marL="347654" indent="-174621">
              <a:lnSpc>
                <a:spcPts val="1400"/>
              </a:lnSpc>
              <a:buClr>
                <a:schemeClr val="accent1"/>
              </a:buClr>
              <a:defRPr sz="1200">
                <a:solidFill>
                  <a:schemeClr val="tx1"/>
                </a:solidFill>
              </a:defRPr>
            </a:lvl3pPr>
            <a:lvl4pPr marL="509575" indent="-161921">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1793649" y="4379454"/>
            <a:ext cx="3041977" cy="1671637"/>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1"/>
              </a:buClr>
              <a:defRPr sz="1200">
                <a:solidFill>
                  <a:schemeClr val="tx1"/>
                </a:solidFill>
              </a:defRPr>
            </a:lvl2pPr>
            <a:lvl3pPr marL="347654" indent="-174621">
              <a:lnSpc>
                <a:spcPts val="1400"/>
              </a:lnSpc>
              <a:buClr>
                <a:schemeClr val="accent1"/>
              </a:buClr>
              <a:defRPr sz="1200">
                <a:solidFill>
                  <a:schemeClr val="tx1"/>
                </a:solidFill>
              </a:defRPr>
            </a:lvl3pPr>
            <a:lvl4pPr marL="509575" indent="-161921">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6532535" y="4379454"/>
            <a:ext cx="3041977" cy="1671637"/>
          </a:xfrm>
          <a:prstGeom prst="rect">
            <a:avLst/>
          </a:prstGeom>
        </p:spPr>
        <p:txBody>
          <a:bodyPr>
            <a:noAutofit/>
          </a:bodyPr>
          <a:lstStyle>
            <a:lvl1pPr>
              <a:lnSpc>
                <a:spcPts val="1600"/>
              </a:lnSpc>
              <a:defRPr sz="1400">
                <a:solidFill>
                  <a:schemeClr val="tx1"/>
                </a:solidFill>
              </a:defRPr>
            </a:lvl1pPr>
            <a:lvl2pPr marL="173034" indent="-168270">
              <a:lnSpc>
                <a:spcPts val="1400"/>
              </a:lnSpc>
              <a:buClr>
                <a:schemeClr val="accent1"/>
              </a:buClr>
              <a:defRPr sz="1200">
                <a:solidFill>
                  <a:schemeClr val="tx1"/>
                </a:solidFill>
              </a:defRPr>
            </a:lvl2pPr>
            <a:lvl3pPr marL="347654" indent="-174621">
              <a:lnSpc>
                <a:spcPts val="1400"/>
              </a:lnSpc>
              <a:buClr>
                <a:schemeClr val="accent1"/>
              </a:buClr>
              <a:defRPr sz="1200">
                <a:solidFill>
                  <a:schemeClr val="tx1"/>
                </a:solidFill>
              </a:defRPr>
            </a:lvl3pPr>
            <a:lvl4pPr marL="509575" indent="-161921">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0295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5393469" y="662160"/>
            <a:ext cx="3967981" cy="412363"/>
          </a:xfrm>
          <a:prstGeom prst="rect">
            <a:avLst/>
          </a:prstGeom>
          <a:noFill/>
        </p:spPr>
        <p:txBody>
          <a:bodyPr anchor="ctr">
            <a:noAutofit/>
          </a:bodyPr>
          <a:lstStyle>
            <a:lvl1pPr algn="l">
              <a:lnSpc>
                <a:spcPts val="3000"/>
              </a:lnSpc>
              <a:defRPr sz="2600" b="0">
                <a:solidFill>
                  <a:srgbClr val="12ABDB"/>
                </a:solidFill>
              </a:defRPr>
            </a:lvl1pPr>
            <a:lvl2pPr>
              <a:defRPr sz="1400"/>
            </a:lvl2pPr>
            <a:lvl3pPr>
              <a:defRPr sz="1200"/>
            </a:lvl3pPr>
            <a:lvl4pPr>
              <a:defRPr sz="1100"/>
            </a:lvl4pPr>
            <a:lvl5pPr>
              <a:defRPr sz="1100"/>
            </a:lvl5pPr>
          </a:lstStyle>
          <a:p>
            <a:pPr lvl="0"/>
            <a:r>
              <a:rPr lang="en-US" dirty="0"/>
              <a:t>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5393469" y="4374297"/>
            <a:ext cx="3967981" cy="412363"/>
          </a:xfrm>
          <a:prstGeom prst="rect">
            <a:avLst/>
          </a:prstGeom>
          <a:noFill/>
        </p:spPr>
        <p:txBody>
          <a:bodyPr anchor="ctr">
            <a:noAutofit/>
          </a:bodyPr>
          <a:lstStyle>
            <a:lvl1pPr algn="l">
              <a:lnSpc>
                <a:spcPts val="3000"/>
              </a:lnSpc>
              <a:defRPr sz="2600" b="0">
                <a:solidFill>
                  <a:srgbClr val="12ABDB"/>
                </a:solidFill>
              </a:defRPr>
            </a:lvl1pPr>
            <a:lvl2pPr>
              <a:defRPr sz="1400"/>
            </a:lvl2pPr>
            <a:lvl3pPr>
              <a:defRPr sz="1200"/>
            </a:lvl3pPr>
            <a:lvl4pPr>
              <a:defRPr sz="1100"/>
            </a:lvl4pPr>
            <a:lvl5pPr>
              <a:defRPr sz="1100"/>
            </a:lvl5pPr>
          </a:lstStyle>
          <a:p>
            <a:pPr lvl="0"/>
            <a:r>
              <a:rPr lang="en-US" dirty="0"/>
              <a:t>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5393468" y="4810700"/>
            <a:ext cx="3967983" cy="1717101"/>
          </a:xfrm>
          <a:prstGeom prst="rect">
            <a:avLst/>
          </a:prstGeom>
        </p:spPr>
        <p:txBody>
          <a:bodyPr>
            <a:noAutofit/>
          </a:bodyPr>
          <a:lstStyle>
            <a:lvl1pPr>
              <a:lnSpc>
                <a:spcPts val="1600"/>
              </a:lnSpc>
              <a:defRPr sz="1400"/>
            </a:lvl1pPr>
            <a:lvl2pPr marL="173034" indent="-168270">
              <a:lnSpc>
                <a:spcPts val="1400"/>
              </a:lnSpc>
              <a:defRPr sz="1200"/>
            </a:lvl2pPr>
            <a:lvl3pPr marL="347654" indent="-174621">
              <a:lnSpc>
                <a:spcPts val="1200"/>
              </a:lnSpc>
              <a:defRPr sz="1100"/>
            </a:lvl3pPr>
            <a:lvl4pPr marL="404803" indent="-115885">
              <a:lnSpc>
                <a:spcPts val="1100"/>
              </a:lnSpc>
              <a:defRPr sz="1000"/>
            </a:lvl4pPr>
            <a:lvl5pPr>
              <a:lnSpc>
                <a:spcPct val="100000"/>
              </a:lnSpc>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5393468" y="1265729"/>
            <a:ext cx="1610089"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7696892" y="1265729"/>
            <a:ext cx="1610089"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5393468" y="2455545"/>
            <a:ext cx="1610089"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7696892" y="2455545"/>
            <a:ext cx="1610089"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p:nvSpPr>
        <p:spPr bwMode="auto">
          <a:xfrm>
            <a:off x="0" y="0"/>
            <a:ext cx="5130340"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pt-PT" sz="1800"/>
          </a:p>
        </p:txBody>
      </p:sp>
      <p:sp>
        <p:nvSpPr>
          <p:cNvPr id="23" name="Freeform 26">
            <a:extLst>
              <a:ext uri="{FF2B5EF4-FFF2-40B4-BE49-F238E27FC236}">
                <a16:creationId xmlns:a16="http://schemas.microsoft.com/office/drawing/2014/main" id="{B017E329-98D6-4441-B449-FBAD88FAA377}"/>
              </a:ext>
            </a:extLst>
          </p:cNvPr>
          <p:cNvSpPr>
            <a:spLocks/>
          </p:cNvSpPr>
          <p:nvPr/>
        </p:nvSpPr>
        <p:spPr bwMode="auto">
          <a:xfrm>
            <a:off x="4621831" y="4703085"/>
            <a:ext cx="336651"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b="1"/>
          </a:p>
        </p:txBody>
      </p:sp>
      <p:sp>
        <p:nvSpPr>
          <p:cNvPr id="24" name="Freeform 27">
            <a:extLst>
              <a:ext uri="{FF2B5EF4-FFF2-40B4-BE49-F238E27FC236}">
                <a16:creationId xmlns:a16="http://schemas.microsoft.com/office/drawing/2014/main" id="{8015E310-A729-4C80-936F-71D663EE6DA7}"/>
              </a:ext>
            </a:extLst>
          </p:cNvPr>
          <p:cNvSpPr>
            <a:spLocks/>
          </p:cNvSpPr>
          <p:nvPr/>
        </p:nvSpPr>
        <p:spPr bwMode="auto">
          <a:xfrm>
            <a:off x="4445894" y="4458437"/>
            <a:ext cx="512589" cy="536143"/>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800" b="1"/>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335314" y="4869078"/>
            <a:ext cx="2717071" cy="1088820"/>
          </a:xfrm>
          <a:prstGeom prst="rect">
            <a:avLst/>
          </a:prstGeom>
        </p:spPr>
        <p:txBody>
          <a:bodyPr anchor="b">
            <a:noAutofit/>
          </a:bodyPr>
          <a:lstStyle>
            <a:lvl1pPr>
              <a:lnSpc>
                <a:spcPts val="1600"/>
              </a:lnSpc>
              <a:spcAft>
                <a:spcPts val="0"/>
              </a:spcAft>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3"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6"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27"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3698220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with Shapes - Layout4">
    <p:bg>
      <p:bgRef idx="1001">
        <a:schemeClr val="bg1"/>
      </p:bgRef>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9816AFFC-77B8-4D07-A4F8-5D71746F909B}"/>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9060"/>
          <a:stretch/>
        </p:blipFill>
        <p:spPr>
          <a:xfrm flipH="1">
            <a:off x="1" y="2"/>
            <a:ext cx="5466629" cy="6236668"/>
          </a:xfrm>
          <a:prstGeom prst="rect">
            <a:avLst/>
          </a:prstGeom>
        </p:spPr>
      </p:pic>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331491" y="2439343"/>
            <a:ext cx="4013896" cy="1008112"/>
          </a:xfrm>
          <a:prstGeom prst="rect">
            <a:avLst/>
          </a:prstGeom>
        </p:spPr>
        <p:txBody>
          <a:bodyPr anchor="t">
            <a:noAutofit/>
          </a:bodyPr>
          <a:lstStyle>
            <a:lvl1pPr algn="l">
              <a:lnSpc>
                <a:spcPts val="1800"/>
              </a:lnSpc>
              <a:spcAft>
                <a:spcPts val="600"/>
              </a:spcAft>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6415664" y="1404923"/>
            <a:ext cx="3158848" cy="524887"/>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6415664" y="5918249"/>
            <a:ext cx="3158848" cy="524887"/>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6415664" y="5015583"/>
            <a:ext cx="3158848" cy="524887"/>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6415664" y="4112917"/>
            <a:ext cx="3158848" cy="524887"/>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6415664" y="3210251"/>
            <a:ext cx="3158848" cy="524887"/>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6415664" y="2307587"/>
            <a:ext cx="3158848" cy="524887"/>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2" y="1447299"/>
            <a:ext cx="4445990"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2"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4"/>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5"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053151879"/>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columns with signature circle">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6919663-CB01-46C8-8B1A-7D7C5FFB79D0}"/>
              </a:ext>
            </a:extLst>
          </p:cNvPr>
          <p:cNvSpPr/>
          <p:nvPr/>
        </p:nvSpPr>
        <p:spPr>
          <a:xfrm>
            <a:off x="810962" y="2708996"/>
            <a:ext cx="2451735"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6" name="Rectangle 15">
            <a:extLst>
              <a:ext uri="{FF2B5EF4-FFF2-40B4-BE49-F238E27FC236}">
                <a16:creationId xmlns:a16="http://schemas.microsoft.com/office/drawing/2014/main" id="{07A11129-008D-4898-86B9-B6C83562FA3A}"/>
              </a:ext>
            </a:extLst>
          </p:cNvPr>
          <p:cNvSpPr/>
          <p:nvPr/>
        </p:nvSpPr>
        <p:spPr>
          <a:xfrm>
            <a:off x="3738531" y="2744280"/>
            <a:ext cx="2451735"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7" name="Rectangle 16">
            <a:extLst>
              <a:ext uri="{FF2B5EF4-FFF2-40B4-BE49-F238E27FC236}">
                <a16:creationId xmlns:a16="http://schemas.microsoft.com/office/drawing/2014/main" id="{92D1F7AF-5F53-4627-A1CF-B58FCC387FCC}"/>
              </a:ext>
            </a:extLst>
          </p:cNvPr>
          <p:cNvSpPr/>
          <p:nvPr/>
        </p:nvSpPr>
        <p:spPr>
          <a:xfrm>
            <a:off x="6666096" y="2744280"/>
            <a:ext cx="2451735"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2" name="Oval 20">
            <a:extLst>
              <a:ext uri="{FF2B5EF4-FFF2-40B4-BE49-F238E27FC236}">
                <a16:creationId xmlns:a16="http://schemas.microsoft.com/office/drawing/2014/main" id="{C5DBDB28-88AB-4F14-9F73-9D7C1E6EE4B1}"/>
              </a:ext>
            </a:extLst>
          </p:cNvPr>
          <p:cNvSpPr/>
          <p:nvPr/>
        </p:nvSpPr>
        <p:spPr>
          <a:xfrm>
            <a:off x="7048304" y="1772819"/>
            <a:ext cx="1687321"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3" name="Oval 20">
            <a:extLst>
              <a:ext uri="{FF2B5EF4-FFF2-40B4-BE49-F238E27FC236}">
                <a16:creationId xmlns:a16="http://schemas.microsoft.com/office/drawing/2014/main" id="{2F532516-8DF9-44A4-935A-3131E96D437E}"/>
              </a:ext>
            </a:extLst>
          </p:cNvPr>
          <p:cNvSpPr/>
          <p:nvPr/>
        </p:nvSpPr>
        <p:spPr>
          <a:xfrm>
            <a:off x="4120738" y="1772819"/>
            <a:ext cx="1687321"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14" name="Oval 20">
            <a:extLst>
              <a:ext uri="{FF2B5EF4-FFF2-40B4-BE49-F238E27FC236}">
                <a16:creationId xmlns:a16="http://schemas.microsoft.com/office/drawing/2014/main" id="{41ACABC2-6590-4E4B-9507-376785C34C7E}"/>
              </a:ext>
            </a:extLst>
          </p:cNvPr>
          <p:cNvSpPr/>
          <p:nvPr/>
        </p:nvSpPr>
        <p:spPr>
          <a:xfrm>
            <a:off x="1193171" y="1772819"/>
            <a:ext cx="1687321"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800" b="1"/>
          </a:p>
        </p:txBody>
      </p:sp>
      <p:sp>
        <p:nvSpPr>
          <p:cNvPr id="27" name="Text Placeholder 26">
            <a:extLst>
              <a:ext uri="{FF2B5EF4-FFF2-40B4-BE49-F238E27FC236}">
                <a16:creationId xmlns:a16="http://schemas.microsoft.com/office/drawing/2014/main" id="{EE342E13-99A8-4C50-9113-E5C3E8EF275E}"/>
              </a:ext>
            </a:extLst>
          </p:cNvPr>
          <p:cNvSpPr>
            <a:spLocks noGrp="1"/>
          </p:cNvSpPr>
          <p:nvPr>
            <p:ph type="body" sz="quarter" idx="10" hasCustomPrompt="1"/>
          </p:nvPr>
        </p:nvSpPr>
        <p:spPr>
          <a:xfrm>
            <a:off x="1364176" y="2492378"/>
            <a:ext cx="1345308"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28" name="Text Placeholder 26">
            <a:extLst>
              <a:ext uri="{FF2B5EF4-FFF2-40B4-BE49-F238E27FC236}">
                <a16:creationId xmlns:a16="http://schemas.microsoft.com/office/drawing/2014/main" id="{28BE06D5-C195-451B-AC35-95E3C649BB59}"/>
              </a:ext>
            </a:extLst>
          </p:cNvPr>
          <p:cNvSpPr>
            <a:spLocks noGrp="1"/>
          </p:cNvSpPr>
          <p:nvPr>
            <p:ph type="body" sz="quarter" idx="11" hasCustomPrompt="1"/>
          </p:nvPr>
        </p:nvSpPr>
        <p:spPr>
          <a:xfrm>
            <a:off x="4291744" y="2492899"/>
            <a:ext cx="1345308"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29" name="Text Placeholder 26">
            <a:extLst>
              <a:ext uri="{FF2B5EF4-FFF2-40B4-BE49-F238E27FC236}">
                <a16:creationId xmlns:a16="http://schemas.microsoft.com/office/drawing/2014/main" id="{303436BB-C15C-4765-BFF1-9337F7680429}"/>
              </a:ext>
            </a:extLst>
          </p:cNvPr>
          <p:cNvSpPr>
            <a:spLocks noGrp="1"/>
          </p:cNvSpPr>
          <p:nvPr>
            <p:ph type="body" sz="quarter" idx="12" hasCustomPrompt="1"/>
          </p:nvPr>
        </p:nvSpPr>
        <p:spPr>
          <a:xfrm>
            <a:off x="7219309" y="2465857"/>
            <a:ext cx="1345308"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31" name="Text Placeholder 30">
            <a:extLst>
              <a:ext uri="{FF2B5EF4-FFF2-40B4-BE49-F238E27FC236}">
                <a16:creationId xmlns:a16="http://schemas.microsoft.com/office/drawing/2014/main" id="{1162E3C5-6092-4641-B639-FF818E2DB588}"/>
              </a:ext>
            </a:extLst>
          </p:cNvPr>
          <p:cNvSpPr>
            <a:spLocks noGrp="1"/>
          </p:cNvSpPr>
          <p:nvPr>
            <p:ph type="body" sz="quarter" idx="13" hasCustomPrompt="1"/>
          </p:nvPr>
        </p:nvSpPr>
        <p:spPr>
          <a:xfrm>
            <a:off x="924984" y="4005265"/>
            <a:ext cx="2223692" cy="647700"/>
          </a:xfrm>
          <a:prstGeom prst="rect">
            <a:avLst/>
          </a:prstGeom>
        </p:spPr>
        <p:txBody>
          <a:bodyPr/>
          <a:lstStyle>
            <a:lvl1pPr algn="ctr">
              <a:defRPr/>
            </a:lvl1pPr>
            <a:lvl2pPr marL="457189" indent="0">
              <a:buNone/>
              <a:defRPr/>
            </a:lvl2pPr>
          </a:lstStyle>
          <a:p>
            <a:pPr lvl="0"/>
            <a:r>
              <a:rPr lang="en-US" dirty="0"/>
              <a:t>Click to insert text</a:t>
            </a:r>
          </a:p>
        </p:txBody>
      </p:sp>
      <p:sp>
        <p:nvSpPr>
          <p:cNvPr id="32" name="Text Placeholder 30">
            <a:extLst>
              <a:ext uri="{FF2B5EF4-FFF2-40B4-BE49-F238E27FC236}">
                <a16:creationId xmlns:a16="http://schemas.microsoft.com/office/drawing/2014/main" id="{B4C4A495-4C6A-49E0-8118-A975B2E88321}"/>
              </a:ext>
            </a:extLst>
          </p:cNvPr>
          <p:cNvSpPr>
            <a:spLocks noGrp="1"/>
          </p:cNvSpPr>
          <p:nvPr>
            <p:ph type="body" sz="quarter" idx="14" hasCustomPrompt="1"/>
          </p:nvPr>
        </p:nvSpPr>
        <p:spPr>
          <a:xfrm>
            <a:off x="3852552" y="4005066"/>
            <a:ext cx="2223692" cy="647700"/>
          </a:xfrm>
          <a:prstGeom prst="rect">
            <a:avLst/>
          </a:prstGeom>
        </p:spPr>
        <p:txBody>
          <a:bodyPr/>
          <a:lstStyle>
            <a:lvl1pPr algn="ctr">
              <a:defRPr/>
            </a:lvl1pPr>
            <a:lvl2pPr marL="457189" indent="0">
              <a:buNone/>
              <a:defRPr/>
            </a:lvl2pPr>
          </a:lstStyle>
          <a:p>
            <a:pPr lvl="0"/>
            <a:r>
              <a:rPr lang="en-US" dirty="0"/>
              <a:t>Click to insert text</a:t>
            </a:r>
          </a:p>
        </p:txBody>
      </p:sp>
      <p:sp>
        <p:nvSpPr>
          <p:cNvPr id="33" name="Text Placeholder 30">
            <a:extLst>
              <a:ext uri="{FF2B5EF4-FFF2-40B4-BE49-F238E27FC236}">
                <a16:creationId xmlns:a16="http://schemas.microsoft.com/office/drawing/2014/main" id="{8C784D9E-AFE4-47BA-87D1-E386C20ED64C}"/>
              </a:ext>
            </a:extLst>
          </p:cNvPr>
          <p:cNvSpPr>
            <a:spLocks noGrp="1"/>
          </p:cNvSpPr>
          <p:nvPr>
            <p:ph type="body" sz="quarter" idx="15" hasCustomPrompt="1"/>
          </p:nvPr>
        </p:nvSpPr>
        <p:spPr>
          <a:xfrm>
            <a:off x="6780117" y="4005066"/>
            <a:ext cx="2223692" cy="647700"/>
          </a:xfrm>
          <a:prstGeom prst="rect">
            <a:avLst/>
          </a:prstGeom>
        </p:spPr>
        <p:txBody>
          <a:bodyPr/>
          <a:lstStyle>
            <a:lvl1pPr algn="ctr">
              <a:defRPr/>
            </a:lvl1pPr>
            <a:lvl2pPr marL="457189" indent="0">
              <a:buNone/>
              <a:defRPr/>
            </a:lvl2pPr>
          </a:lstStyle>
          <a:p>
            <a:pPr lvl="0"/>
            <a:r>
              <a:rPr lang="en-US" dirty="0"/>
              <a:t>Click to insert text</a:t>
            </a:r>
          </a:p>
        </p:txBody>
      </p:sp>
      <p:sp>
        <p:nvSpPr>
          <p:cNvPr id="37" name="Text Placeholder 36">
            <a:extLst>
              <a:ext uri="{FF2B5EF4-FFF2-40B4-BE49-F238E27FC236}">
                <a16:creationId xmlns:a16="http://schemas.microsoft.com/office/drawing/2014/main" id="{38EBB49C-19EA-4D54-98F7-9E9FF53FD1B6}"/>
              </a:ext>
            </a:extLst>
          </p:cNvPr>
          <p:cNvSpPr>
            <a:spLocks noGrp="1"/>
          </p:cNvSpPr>
          <p:nvPr>
            <p:ph type="body" sz="quarter" idx="16" hasCustomPrompt="1"/>
          </p:nvPr>
        </p:nvSpPr>
        <p:spPr>
          <a:xfrm>
            <a:off x="6780117" y="4941888"/>
            <a:ext cx="2223692" cy="935037"/>
          </a:xfrm>
          <a:prstGeom prst="rect">
            <a:avLst/>
          </a:prstGeom>
        </p:spPr>
        <p:txBody>
          <a:bodyPr>
            <a:normAutofit/>
          </a:bodyPr>
          <a:lstStyle>
            <a:lvl1pPr>
              <a:defRPr sz="1400"/>
            </a:lvl1pPr>
          </a:lstStyle>
          <a:p>
            <a:pPr lvl="0"/>
            <a:r>
              <a:rPr lang="en-US" dirty="0"/>
              <a:t>Click to insert text</a:t>
            </a:r>
          </a:p>
        </p:txBody>
      </p:sp>
      <p:sp>
        <p:nvSpPr>
          <p:cNvPr id="38" name="Text Placeholder 36">
            <a:extLst>
              <a:ext uri="{FF2B5EF4-FFF2-40B4-BE49-F238E27FC236}">
                <a16:creationId xmlns:a16="http://schemas.microsoft.com/office/drawing/2014/main" id="{914F5F94-C619-4353-985D-517B9A1ED51A}"/>
              </a:ext>
            </a:extLst>
          </p:cNvPr>
          <p:cNvSpPr>
            <a:spLocks noGrp="1"/>
          </p:cNvSpPr>
          <p:nvPr>
            <p:ph type="body" sz="quarter" idx="17" hasCustomPrompt="1"/>
          </p:nvPr>
        </p:nvSpPr>
        <p:spPr>
          <a:xfrm>
            <a:off x="3852552" y="4919316"/>
            <a:ext cx="2223692" cy="935037"/>
          </a:xfrm>
          <a:prstGeom prst="rect">
            <a:avLst/>
          </a:prstGeom>
        </p:spPr>
        <p:txBody>
          <a:bodyPr>
            <a:normAutofit/>
          </a:bodyPr>
          <a:lstStyle>
            <a:lvl1pPr>
              <a:defRPr sz="1400"/>
            </a:lvl1pPr>
          </a:lstStyle>
          <a:p>
            <a:pPr lvl="0"/>
            <a:r>
              <a:rPr lang="en-US" dirty="0"/>
              <a:t>Click to insert text</a:t>
            </a:r>
          </a:p>
        </p:txBody>
      </p:sp>
      <p:sp>
        <p:nvSpPr>
          <p:cNvPr id="39" name="Text Placeholder 36">
            <a:extLst>
              <a:ext uri="{FF2B5EF4-FFF2-40B4-BE49-F238E27FC236}">
                <a16:creationId xmlns:a16="http://schemas.microsoft.com/office/drawing/2014/main" id="{43904984-B2AA-40BC-977A-39D263DD919B}"/>
              </a:ext>
            </a:extLst>
          </p:cNvPr>
          <p:cNvSpPr>
            <a:spLocks noGrp="1"/>
          </p:cNvSpPr>
          <p:nvPr>
            <p:ph type="body" sz="quarter" idx="18" hasCustomPrompt="1"/>
          </p:nvPr>
        </p:nvSpPr>
        <p:spPr>
          <a:xfrm>
            <a:off x="924984" y="4919316"/>
            <a:ext cx="2223692" cy="935037"/>
          </a:xfrm>
          <a:prstGeom prst="rect">
            <a:avLst/>
          </a:prstGeom>
        </p:spPr>
        <p:txBody>
          <a:bodyPr>
            <a:normAutofit/>
          </a:bodyPr>
          <a:lstStyle>
            <a:lvl1pPr>
              <a:defRPr sz="1400"/>
            </a:lvl1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9"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14887973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with Shapes - Layout5">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C01FB-E2BF-4470-A153-6F7BF3CCF3F9}"/>
              </a:ext>
            </a:extLst>
          </p:cNvPr>
          <p:cNvSpPr/>
          <p:nvPr/>
        </p:nvSpPr>
        <p:spPr>
          <a:xfrm>
            <a:off x="0" y="4437112"/>
            <a:ext cx="9906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34" name="Text Placeholder 7">
            <a:extLst>
              <a:ext uri="{FF2B5EF4-FFF2-40B4-BE49-F238E27FC236}">
                <a16:creationId xmlns:a16="http://schemas.microsoft.com/office/drawing/2014/main" id="{A4F8F9B7-22AF-440B-AF0A-78B650932C21}"/>
              </a:ext>
            </a:extLst>
          </p:cNvPr>
          <p:cNvSpPr>
            <a:spLocks noGrp="1"/>
          </p:cNvSpPr>
          <p:nvPr>
            <p:ph type="body" sz="quarter" idx="32" hasCustomPrompt="1"/>
          </p:nvPr>
        </p:nvSpPr>
        <p:spPr>
          <a:xfrm>
            <a:off x="331492" y="1700808"/>
            <a:ext cx="4738886" cy="432048"/>
          </a:xfrm>
          <a:prstGeom prst="rect">
            <a:avLst/>
          </a:prstGeom>
        </p:spPr>
        <p:txBody>
          <a:bodyPr anchor="ctr">
            <a:noAutofit/>
          </a:bodyPr>
          <a:lstStyle>
            <a:lvl1pPr>
              <a:lnSpc>
                <a:spcPts val="2200"/>
              </a:lnSpc>
              <a:spcAft>
                <a:spcPts val="0"/>
              </a:spcAft>
              <a:defRPr sz="180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title</a:t>
            </a:r>
          </a:p>
        </p:txBody>
      </p:sp>
      <p:pic>
        <p:nvPicPr>
          <p:cNvPr id="14" name="Graphic 13">
            <a:extLst>
              <a:ext uri="{FF2B5EF4-FFF2-40B4-BE49-F238E27FC236}">
                <a16:creationId xmlns:a16="http://schemas.microsoft.com/office/drawing/2014/main" id="{CBFCF213-9AB8-422B-8F8D-9F6A01ED15F1}"/>
              </a:ext>
            </a:extLst>
          </p:cNvPr>
          <p:cNvPicPr>
            <a:picLocks noChangeAspect="1"/>
          </p:cNvPicPr>
          <p:nvPr/>
        </p:nvPicPr>
        <p:blipFill>
          <a:blip r:embed="rId2">
            <a:extLst>
              <a:ext uri="{96DAC541-7B7A-43D3-8B79-37D633B846F1}">
                <asvg:svgBlip xmlns:asvg="http://schemas.microsoft.com/office/drawing/2016/SVG/main" r:embed="rId3"/>
              </a:ext>
            </a:extLst>
          </a:blip>
          <a:srcRect r="13305" b="8553"/>
          <a:stretch>
            <a:fillRect/>
          </a:stretch>
        </p:blipFill>
        <p:spPr>
          <a:xfrm rot="19314106">
            <a:off x="8199268" y="-166653"/>
            <a:ext cx="2862135" cy="5177025"/>
          </a:xfrm>
          <a:custGeom>
            <a:avLst/>
            <a:gdLst>
              <a:gd name="connsiteX0" fmla="*/ 3522628 w 3522628"/>
              <a:gd name="connsiteY0" fmla="*/ 891962 h 5177025"/>
              <a:gd name="connsiteX1" fmla="*/ 162923 w 3522628"/>
              <a:gd name="connsiteY1" fmla="*/ 5177025 h 5177025"/>
              <a:gd name="connsiteX2" fmla="*/ 0 w 3522628"/>
              <a:gd name="connsiteY2" fmla="*/ 5049285 h 5177025"/>
              <a:gd name="connsiteX3" fmla="*/ 0 w 3522628"/>
              <a:gd name="connsiteY3" fmla="*/ 1923687 h 5177025"/>
              <a:gd name="connsiteX4" fmla="*/ 1508267 w 3522628"/>
              <a:gd name="connsiteY4" fmla="*/ 0 h 5177025"/>
              <a:gd name="connsiteX5" fmla="*/ 2384994 w 3522628"/>
              <a:gd name="connsiteY5" fmla="*/ 0 h 51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2628" h="5177025">
                <a:moveTo>
                  <a:pt x="3522628" y="891962"/>
                </a:moveTo>
                <a:lnTo>
                  <a:pt x="162923" y="5177025"/>
                </a:lnTo>
                <a:lnTo>
                  <a:pt x="0" y="5049285"/>
                </a:lnTo>
                <a:lnTo>
                  <a:pt x="0" y="1923687"/>
                </a:lnTo>
                <a:lnTo>
                  <a:pt x="1508267" y="0"/>
                </a:lnTo>
                <a:lnTo>
                  <a:pt x="2384994" y="0"/>
                </a:lnTo>
                <a:close/>
              </a:path>
            </a:pathLst>
          </a:custGeom>
        </p:spPr>
      </p:pic>
      <p:sp>
        <p:nvSpPr>
          <p:cNvPr id="40" name="Text Placeholder 7">
            <a:extLst>
              <a:ext uri="{FF2B5EF4-FFF2-40B4-BE49-F238E27FC236}">
                <a16:creationId xmlns:a16="http://schemas.microsoft.com/office/drawing/2014/main" id="{6343BDF6-D0DB-4726-8EA9-DA3DE0DFDE11}"/>
              </a:ext>
            </a:extLst>
          </p:cNvPr>
          <p:cNvSpPr>
            <a:spLocks noGrp="1"/>
          </p:cNvSpPr>
          <p:nvPr>
            <p:ph type="body" sz="quarter" idx="35" hasCustomPrompt="1"/>
          </p:nvPr>
        </p:nvSpPr>
        <p:spPr>
          <a:xfrm>
            <a:off x="502135" y="5585039"/>
            <a:ext cx="1375115"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1" name="Text Placeholder 7">
            <a:extLst>
              <a:ext uri="{FF2B5EF4-FFF2-40B4-BE49-F238E27FC236}">
                <a16:creationId xmlns:a16="http://schemas.microsoft.com/office/drawing/2014/main" id="{3B423489-C448-4223-A3F1-FAB0DF95C7E0}"/>
              </a:ext>
            </a:extLst>
          </p:cNvPr>
          <p:cNvSpPr>
            <a:spLocks noGrp="1"/>
          </p:cNvSpPr>
          <p:nvPr>
            <p:ph type="body" sz="quarter" idx="36" hasCustomPrompt="1"/>
          </p:nvPr>
        </p:nvSpPr>
        <p:spPr>
          <a:xfrm>
            <a:off x="2040315" y="5585039"/>
            <a:ext cx="1375115"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2" name="Text Placeholder 7">
            <a:extLst>
              <a:ext uri="{FF2B5EF4-FFF2-40B4-BE49-F238E27FC236}">
                <a16:creationId xmlns:a16="http://schemas.microsoft.com/office/drawing/2014/main" id="{415D3B99-29BD-4D4A-BD25-28628B5AD295}"/>
              </a:ext>
            </a:extLst>
          </p:cNvPr>
          <p:cNvSpPr>
            <a:spLocks noGrp="1"/>
          </p:cNvSpPr>
          <p:nvPr>
            <p:ph type="body" sz="quarter" idx="37" hasCustomPrompt="1"/>
          </p:nvPr>
        </p:nvSpPr>
        <p:spPr>
          <a:xfrm>
            <a:off x="3578498" y="5585039"/>
            <a:ext cx="1375115"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3" name="Text Placeholder 7">
            <a:extLst>
              <a:ext uri="{FF2B5EF4-FFF2-40B4-BE49-F238E27FC236}">
                <a16:creationId xmlns:a16="http://schemas.microsoft.com/office/drawing/2014/main" id="{FB92CCBF-AD9B-4B1F-81E0-1F58CD476991}"/>
              </a:ext>
            </a:extLst>
          </p:cNvPr>
          <p:cNvSpPr>
            <a:spLocks noGrp="1"/>
          </p:cNvSpPr>
          <p:nvPr>
            <p:ph type="body" sz="quarter" idx="38" hasCustomPrompt="1"/>
          </p:nvPr>
        </p:nvSpPr>
        <p:spPr>
          <a:xfrm>
            <a:off x="5116680" y="5585039"/>
            <a:ext cx="1375115"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4" name="Text Placeholder 7">
            <a:extLst>
              <a:ext uri="{FF2B5EF4-FFF2-40B4-BE49-F238E27FC236}">
                <a16:creationId xmlns:a16="http://schemas.microsoft.com/office/drawing/2014/main" id="{429263E9-C628-4DAE-AAF4-D4C456E5A7F2}"/>
              </a:ext>
            </a:extLst>
          </p:cNvPr>
          <p:cNvSpPr>
            <a:spLocks noGrp="1"/>
          </p:cNvSpPr>
          <p:nvPr>
            <p:ph type="body" sz="quarter" idx="39" hasCustomPrompt="1"/>
          </p:nvPr>
        </p:nvSpPr>
        <p:spPr>
          <a:xfrm>
            <a:off x="6654861" y="5585039"/>
            <a:ext cx="1375115"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5" name="Text Placeholder 7">
            <a:extLst>
              <a:ext uri="{FF2B5EF4-FFF2-40B4-BE49-F238E27FC236}">
                <a16:creationId xmlns:a16="http://schemas.microsoft.com/office/drawing/2014/main" id="{266B7D82-19EF-4C8A-8D75-AEA2758E426F}"/>
              </a:ext>
            </a:extLst>
          </p:cNvPr>
          <p:cNvSpPr>
            <a:spLocks noGrp="1"/>
          </p:cNvSpPr>
          <p:nvPr>
            <p:ph type="body" sz="quarter" idx="40"/>
          </p:nvPr>
        </p:nvSpPr>
        <p:spPr>
          <a:xfrm>
            <a:off x="8193043" y="5585039"/>
            <a:ext cx="1375115" cy="432048"/>
          </a:xfrm>
          <a:prstGeom prst="rect">
            <a:avLst/>
          </a:prstGeom>
        </p:spPr>
        <p:txBody>
          <a:bodyPr anchor="ctr">
            <a:noAutofit/>
          </a:bodyPr>
          <a:lstStyle>
            <a:lvl1pPr algn="r">
              <a:lnSpc>
                <a:spcPts val="1600"/>
              </a:lnSpc>
              <a:defRPr sz="1400" b="1">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7"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0" name="Text Placeholder 7">
            <a:extLst>
              <a:ext uri="{FF2B5EF4-FFF2-40B4-BE49-F238E27FC236}">
                <a16:creationId xmlns:a16="http://schemas.microsoft.com/office/drawing/2014/main" id="{9228FC83-C11D-47F2-8BDE-B10D125E5E87}"/>
              </a:ext>
            </a:extLst>
          </p:cNvPr>
          <p:cNvSpPr>
            <a:spLocks noGrp="1"/>
          </p:cNvSpPr>
          <p:nvPr>
            <p:ph type="body" sz="quarter" idx="41" hasCustomPrompt="1"/>
          </p:nvPr>
        </p:nvSpPr>
        <p:spPr>
          <a:xfrm>
            <a:off x="346523" y="2326856"/>
            <a:ext cx="2558751" cy="1994493"/>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3136810" y="2326856"/>
            <a:ext cx="2558751" cy="1994493"/>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2" name="Text Placeholder 7">
            <a:extLst>
              <a:ext uri="{FF2B5EF4-FFF2-40B4-BE49-F238E27FC236}">
                <a16:creationId xmlns:a16="http://schemas.microsoft.com/office/drawing/2014/main" id="{9228FC83-C11D-47F2-8BDE-B10D125E5E87}"/>
              </a:ext>
            </a:extLst>
          </p:cNvPr>
          <p:cNvSpPr>
            <a:spLocks noGrp="1"/>
          </p:cNvSpPr>
          <p:nvPr>
            <p:ph type="body" sz="quarter" idx="43" hasCustomPrompt="1"/>
          </p:nvPr>
        </p:nvSpPr>
        <p:spPr>
          <a:xfrm>
            <a:off x="5927097" y="2326856"/>
            <a:ext cx="2558751" cy="1994493"/>
          </a:xfrm>
          <a:prstGeom prst="rect">
            <a:avLst/>
          </a:prstGeom>
        </p:spPr>
        <p:txBody>
          <a:bodyPr>
            <a:noAutofit/>
          </a:bodyPr>
          <a:lstStyle>
            <a:lvl1pPr>
              <a:lnSpc>
                <a:spcPts val="1600"/>
              </a:lnSpc>
              <a:defRPr sz="1400">
                <a:solidFill>
                  <a:schemeClr val="tx1"/>
                </a:solidFill>
              </a:defRPr>
            </a:lvl1pPr>
            <a:lvl2pPr marL="173034" indent="-168270">
              <a:lnSpc>
                <a:spcPts val="1400"/>
              </a:lnSpc>
              <a:defRPr sz="1200">
                <a:solidFill>
                  <a:schemeClr val="tx1"/>
                </a:solidFill>
              </a:defRPr>
            </a:lvl2pPr>
            <a:lvl3pPr marL="347654" indent="-174621">
              <a:lnSpc>
                <a:spcPts val="1400"/>
              </a:lnSpc>
              <a:defRPr sz="1200">
                <a:solidFill>
                  <a:schemeClr val="tx1"/>
                </a:solidFill>
              </a:defRPr>
            </a:lvl3pPr>
            <a:lvl4pPr marL="509575" indent="-161921">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81836" t="-4713" b="16530"/>
          <a:stretch/>
        </p:blipFill>
        <p:spPr>
          <a:xfrm>
            <a:off x="9382582" y="188640"/>
            <a:ext cx="344789" cy="459624"/>
          </a:xfrm>
          <a:prstGeom prst="rect">
            <a:avLst/>
          </a:prstGeom>
        </p:spPr>
      </p:pic>
      <p:cxnSp>
        <p:nvCxnSpPr>
          <p:cNvPr id="24" name="Straight Connector 23">
            <a:extLst>
              <a:ext uri="{FF2B5EF4-FFF2-40B4-BE49-F238E27FC236}">
                <a16:creationId xmlns:a16="http://schemas.microsoft.com/office/drawing/2014/main" id="{0FF5023A-0693-40EF-A144-6A5D8AD8789F}"/>
              </a:ext>
            </a:extLst>
          </p:cNvPr>
          <p:cNvCxnSpPr>
            <a:cxnSpLocks/>
          </p:cNvCxnSpPr>
          <p:nvPr/>
        </p:nvCxnSpPr>
        <p:spPr>
          <a:xfrm>
            <a:off x="331491" y="2235647"/>
            <a:ext cx="8154357" cy="0"/>
          </a:xfrm>
          <a:prstGeom prst="line">
            <a:avLst/>
          </a:prstGeom>
          <a:solidFill>
            <a:schemeClr val="tx1"/>
          </a:solidFill>
          <a:ln w="47625" cap="flat">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69541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rganization Chart">
    <p:bg>
      <p:bgRef idx="1001">
        <a:schemeClr val="bg1"/>
      </p:bgRef>
    </p:bg>
    <p:spTree>
      <p:nvGrpSpPr>
        <p:cNvPr id="1" name=""/>
        <p:cNvGrpSpPr/>
        <p:nvPr/>
      </p:nvGrpSpPr>
      <p:grpSpPr>
        <a:xfrm>
          <a:off x="0" y="0"/>
          <a:ext cx="0" cy="0"/>
          <a:chOff x="0" y="0"/>
          <a:chExt cx="0" cy="0"/>
        </a:xfrm>
      </p:grpSpPr>
      <p:sp>
        <p:nvSpPr>
          <p:cNvPr id="42" name="Text Placeholder 7">
            <a:extLst>
              <a:ext uri="{FF2B5EF4-FFF2-40B4-BE49-F238E27FC236}">
                <a16:creationId xmlns:a16="http://schemas.microsoft.com/office/drawing/2014/main" id="{5889F4BD-9B8F-420C-96FD-C732EE0EE6BD}"/>
              </a:ext>
            </a:extLst>
          </p:cNvPr>
          <p:cNvSpPr>
            <a:spLocks noGrp="1"/>
          </p:cNvSpPr>
          <p:nvPr>
            <p:ph type="body" sz="quarter" idx="38" hasCustomPrompt="1"/>
          </p:nvPr>
        </p:nvSpPr>
        <p:spPr>
          <a:xfrm>
            <a:off x="541737" y="5733255"/>
            <a:ext cx="1576188"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3" name="Text Placeholder 7">
            <a:extLst>
              <a:ext uri="{FF2B5EF4-FFF2-40B4-BE49-F238E27FC236}">
                <a16:creationId xmlns:a16="http://schemas.microsoft.com/office/drawing/2014/main" id="{E26F6CC5-0FBD-4B39-8067-DA4CA3D08DF5}"/>
              </a:ext>
            </a:extLst>
          </p:cNvPr>
          <p:cNvSpPr>
            <a:spLocks noGrp="1"/>
          </p:cNvSpPr>
          <p:nvPr>
            <p:ph type="body" sz="quarter" idx="39" hasCustomPrompt="1"/>
          </p:nvPr>
        </p:nvSpPr>
        <p:spPr>
          <a:xfrm>
            <a:off x="2270260" y="5737641"/>
            <a:ext cx="1576188"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4" name="Text Placeholder 7">
            <a:extLst>
              <a:ext uri="{FF2B5EF4-FFF2-40B4-BE49-F238E27FC236}">
                <a16:creationId xmlns:a16="http://schemas.microsoft.com/office/drawing/2014/main" id="{6D83DCD9-FC24-4ACE-8B52-269E78EA5154}"/>
              </a:ext>
            </a:extLst>
          </p:cNvPr>
          <p:cNvSpPr>
            <a:spLocks noGrp="1"/>
          </p:cNvSpPr>
          <p:nvPr>
            <p:ph type="body" sz="quarter" idx="40" hasCustomPrompt="1"/>
          </p:nvPr>
        </p:nvSpPr>
        <p:spPr>
          <a:xfrm>
            <a:off x="4003573" y="5737641"/>
            <a:ext cx="1576188"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5" name="Text Placeholder 7">
            <a:extLst>
              <a:ext uri="{FF2B5EF4-FFF2-40B4-BE49-F238E27FC236}">
                <a16:creationId xmlns:a16="http://schemas.microsoft.com/office/drawing/2014/main" id="{75441542-8C67-4120-B77E-FF0148E22F4B}"/>
              </a:ext>
            </a:extLst>
          </p:cNvPr>
          <p:cNvSpPr>
            <a:spLocks noGrp="1"/>
          </p:cNvSpPr>
          <p:nvPr>
            <p:ph type="body" sz="quarter" idx="41" hasCustomPrompt="1"/>
          </p:nvPr>
        </p:nvSpPr>
        <p:spPr>
          <a:xfrm>
            <a:off x="5736414" y="5733156"/>
            <a:ext cx="1576188"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6" name="Text Placeholder 7">
            <a:extLst>
              <a:ext uri="{FF2B5EF4-FFF2-40B4-BE49-F238E27FC236}">
                <a16:creationId xmlns:a16="http://schemas.microsoft.com/office/drawing/2014/main" id="{B4323275-6F19-499D-9A1B-2C56B8029E99}"/>
              </a:ext>
            </a:extLst>
          </p:cNvPr>
          <p:cNvSpPr>
            <a:spLocks noGrp="1"/>
          </p:cNvSpPr>
          <p:nvPr>
            <p:ph type="body" sz="quarter" idx="42" hasCustomPrompt="1"/>
          </p:nvPr>
        </p:nvSpPr>
        <p:spPr>
          <a:xfrm>
            <a:off x="7469255" y="5733156"/>
            <a:ext cx="1576188"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9" name="Text Placeholder 7">
            <a:extLst>
              <a:ext uri="{FF2B5EF4-FFF2-40B4-BE49-F238E27FC236}">
                <a16:creationId xmlns:a16="http://schemas.microsoft.com/office/drawing/2014/main" id="{5AAEF36F-2753-4DC6-898C-49B56113E4F4}"/>
              </a:ext>
            </a:extLst>
          </p:cNvPr>
          <p:cNvSpPr>
            <a:spLocks noGrp="1"/>
          </p:cNvSpPr>
          <p:nvPr>
            <p:ph type="body" sz="quarter" idx="37" hasCustomPrompt="1"/>
          </p:nvPr>
        </p:nvSpPr>
        <p:spPr>
          <a:xfrm>
            <a:off x="2963779" y="1958081"/>
            <a:ext cx="1170130" cy="1152128"/>
          </a:xfrm>
          <a:prstGeom prst="rect">
            <a:avLst/>
          </a:prstGeom>
          <a:solidFill>
            <a:srgbClr val="0070AD"/>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37" name="Text Placeholder 7">
            <a:extLst>
              <a:ext uri="{FF2B5EF4-FFF2-40B4-BE49-F238E27FC236}">
                <a16:creationId xmlns:a16="http://schemas.microsoft.com/office/drawing/2014/main" id="{AD94FF36-F4B8-4ED6-BB44-FDBFDBFA2A1C}"/>
              </a:ext>
            </a:extLst>
          </p:cNvPr>
          <p:cNvSpPr>
            <a:spLocks noGrp="1"/>
          </p:cNvSpPr>
          <p:nvPr>
            <p:ph type="body" sz="quarter" idx="35" hasCustomPrompt="1"/>
          </p:nvPr>
        </p:nvSpPr>
        <p:spPr>
          <a:xfrm>
            <a:off x="5187026" y="3428999"/>
            <a:ext cx="1170130" cy="1152128"/>
          </a:xfrm>
          <a:prstGeom prst="rect">
            <a:avLst/>
          </a:prstGeom>
          <a:solidFill>
            <a:srgbClr val="12ABDB"/>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8" name="Rectangle 7">
            <a:extLst>
              <a:ext uri="{FF2B5EF4-FFF2-40B4-BE49-F238E27FC236}">
                <a16:creationId xmlns:a16="http://schemas.microsoft.com/office/drawing/2014/main" id="{404E50B0-1D58-4F15-A351-E3515806816D}"/>
              </a:ext>
            </a:extLst>
          </p:cNvPr>
          <p:cNvSpPr/>
          <p:nvPr/>
        </p:nvSpPr>
        <p:spPr>
          <a:xfrm>
            <a:off x="2916833" y="1916832"/>
            <a:ext cx="4072337" cy="123010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2" name="Rectangle 11">
            <a:extLst>
              <a:ext uri="{FF2B5EF4-FFF2-40B4-BE49-F238E27FC236}">
                <a16:creationId xmlns:a16="http://schemas.microsoft.com/office/drawing/2014/main" id="{AE59D603-4EF9-47FC-B148-3573A831D791}"/>
              </a:ext>
            </a:extLst>
          </p:cNvPr>
          <p:cNvSpPr/>
          <p:nvPr/>
        </p:nvSpPr>
        <p:spPr>
          <a:xfrm>
            <a:off x="5149476" y="3389316"/>
            <a:ext cx="4072337" cy="123010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6" name="Rectangle 15">
            <a:extLst>
              <a:ext uri="{FF2B5EF4-FFF2-40B4-BE49-F238E27FC236}">
                <a16:creationId xmlns:a16="http://schemas.microsoft.com/office/drawing/2014/main" id="{58AC5158-E8A1-44A7-8617-AC56F0DD1719}"/>
              </a:ext>
            </a:extLst>
          </p:cNvPr>
          <p:cNvSpPr/>
          <p:nvPr/>
        </p:nvSpPr>
        <p:spPr>
          <a:xfrm>
            <a:off x="682329" y="3389316"/>
            <a:ext cx="4072337" cy="123010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7" name="TextBox 16">
            <a:extLst>
              <a:ext uri="{FF2B5EF4-FFF2-40B4-BE49-F238E27FC236}">
                <a16:creationId xmlns:a16="http://schemas.microsoft.com/office/drawing/2014/main" id="{C761E736-25EA-4914-A717-28A039625E8C}"/>
              </a:ext>
            </a:extLst>
          </p:cNvPr>
          <p:cNvSpPr txBox="1"/>
          <p:nvPr/>
        </p:nvSpPr>
        <p:spPr>
          <a:xfrm>
            <a:off x="717717" y="3711984"/>
            <a:ext cx="1007298" cy="510909"/>
          </a:xfrm>
          <a:prstGeom prst="rect">
            <a:avLst/>
          </a:prstGeom>
          <a:noFill/>
        </p:spPr>
        <p:txBody>
          <a:bodyPr wrap="square" rtlCol="0">
            <a:spAutoFit/>
          </a:bodyPr>
          <a:lstStyle/>
          <a:p>
            <a:pPr algn="r">
              <a:lnSpc>
                <a:spcPct val="85000"/>
              </a:lnSpc>
            </a:pPr>
            <a:r>
              <a:rPr lang="en-US" sz="1600" b="1" kern="0" dirty="0">
                <a:solidFill>
                  <a:schemeClr val="bg1"/>
                </a:solidFill>
                <a:latin typeface="+mj-lt"/>
                <a:ea typeface="Georgia" charset="0"/>
                <a:cs typeface="Georgia" charset="0"/>
                <a:sym typeface="Arial"/>
              </a:rPr>
              <a:t>Group Name</a:t>
            </a:r>
          </a:p>
        </p:txBody>
      </p:sp>
      <p:cxnSp>
        <p:nvCxnSpPr>
          <p:cNvPr id="19" name="Straight Connector 18">
            <a:extLst>
              <a:ext uri="{FF2B5EF4-FFF2-40B4-BE49-F238E27FC236}">
                <a16:creationId xmlns:a16="http://schemas.microsoft.com/office/drawing/2014/main" id="{A898D83E-9F4A-4269-9BEB-326164B60B7C}"/>
              </a:ext>
            </a:extLst>
          </p:cNvPr>
          <p:cNvCxnSpPr>
            <a:cxnSpLocks/>
          </p:cNvCxnSpPr>
          <p:nvPr/>
        </p:nvCxnSpPr>
        <p:spPr>
          <a:xfrm>
            <a:off x="3548844"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7D369E-74E6-4DE1-ADB0-EB6EF05664B8}"/>
              </a:ext>
            </a:extLst>
          </p:cNvPr>
          <p:cNvCxnSpPr>
            <a:cxnSpLocks/>
          </p:cNvCxnSpPr>
          <p:nvPr/>
        </p:nvCxnSpPr>
        <p:spPr>
          <a:xfrm>
            <a:off x="5772091"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AB8857-3B0E-4067-BC64-A4C0AE330199}"/>
              </a:ext>
            </a:extLst>
          </p:cNvPr>
          <p:cNvCxnSpPr>
            <a:cxnSpLocks/>
          </p:cNvCxnSpPr>
          <p:nvPr/>
        </p:nvCxnSpPr>
        <p:spPr>
          <a:xfrm>
            <a:off x="4777482" y="4004369"/>
            <a:ext cx="35103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8843B7-B08D-445C-8E69-55E9ADD60136}"/>
              </a:ext>
            </a:extLst>
          </p:cNvPr>
          <p:cNvCxnSpPr>
            <a:cxnSpLocks/>
          </p:cNvCxnSpPr>
          <p:nvPr/>
        </p:nvCxnSpPr>
        <p:spPr>
          <a:xfrm>
            <a:off x="2203195" y="4653135"/>
            <a:ext cx="0" cy="504056"/>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716183-FC6B-4383-8EF6-37E5349AAF9A}"/>
              </a:ext>
            </a:extLst>
          </p:cNvPr>
          <p:cNvCxnSpPr>
            <a:cxnSpLocks/>
          </p:cNvCxnSpPr>
          <p:nvPr/>
        </p:nvCxnSpPr>
        <p:spPr>
          <a:xfrm>
            <a:off x="1310118" y="5226817"/>
            <a:ext cx="6977753" cy="0"/>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480400D-CA47-444B-970B-5A484E54E6A1}"/>
              </a:ext>
            </a:extLst>
          </p:cNvPr>
          <p:cNvCxnSpPr>
            <a:cxnSpLocks/>
          </p:cNvCxnSpPr>
          <p:nvPr/>
        </p:nvCxnSpPr>
        <p:spPr>
          <a:xfrm>
            <a:off x="1325749" y="5229101"/>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13536BE-88C6-4525-9D18-D74E0DCB4682}"/>
              </a:ext>
            </a:extLst>
          </p:cNvPr>
          <p:cNvCxnSpPr>
            <a:cxnSpLocks/>
          </p:cNvCxnSpPr>
          <p:nvPr/>
        </p:nvCxnSpPr>
        <p:spPr>
          <a:xfrm>
            <a:off x="3058589" y="52292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1B274A1-2898-403F-9A81-C1625F15BF58}"/>
              </a:ext>
            </a:extLst>
          </p:cNvPr>
          <p:cNvCxnSpPr>
            <a:cxnSpLocks/>
          </p:cNvCxnSpPr>
          <p:nvPr/>
        </p:nvCxnSpPr>
        <p:spPr>
          <a:xfrm>
            <a:off x="4791430" y="52292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C25A9B7-5673-4E49-ABD6-8D0E06EDD927}"/>
              </a:ext>
            </a:extLst>
          </p:cNvPr>
          <p:cNvCxnSpPr>
            <a:cxnSpLocks/>
          </p:cNvCxnSpPr>
          <p:nvPr/>
        </p:nvCxnSpPr>
        <p:spPr>
          <a:xfrm>
            <a:off x="6524270" y="52292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26C540-9EA3-4699-A6BC-DF9BDF921E83}"/>
              </a:ext>
            </a:extLst>
          </p:cNvPr>
          <p:cNvCxnSpPr>
            <a:cxnSpLocks/>
          </p:cNvCxnSpPr>
          <p:nvPr/>
        </p:nvCxnSpPr>
        <p:spPr>
          <a:xfrm>
            <a:off x="8270655" y="5219675"/>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sp>
        <p:nvSpPr>
          <p:cNvPr id="34" name="Text Placeholder 7">
            <a:extLst>
              <a:ext uri="{FF2B5EF4-FFF2-40B4-BE49-F238E27FC236}">
                <a16:creationId xmlns:a16="http://schemas.microsoft.com/office/drawing/2014/main" id="{0853CDE9-3036-46C6-AB9B-6C5E6B531E6E}"/>
              </a:ext>
            </a:extLst>
          </p:cNvPr>
          <p:cNvSpPr>
            <a:spLocks noGrp="1"/>
          </p:cNvSpPr>
          <p:nvPr>
            <p:ph type="body" sz="quarter" idx="32" hasCustomPrompt="1"/>
          </p:nvPr>
        </p:nvSpPr>
        <p:spPr>
          <a:xfrm>
            <a:off x="4190473" y="2091773"/>
            <a:ext cx="2693242"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5" name="Text Placeholder 7">
            <a:extLst>
              <a:ext uri="{FF2B5EF4-FFF2-40B4-BE49-F238E27FC236}">
                <a16:creationId xmlns:a16="http://schemas.microsoft.com/office/drawing/2014/main" id="{41BEF085-D952-4028-B6B4-18F2CB2BE51E}"/>
              </a:ext>
            </a:extLst>
          </p:cNvPr>
          <p:cNvSpPr>
            <a:spLocks noGrp="1"/>
          </p:cNvSpPr>
          <p:nvPr>
            <p:ph type="body" sz="quarter" idx="33" hasCustomPrompt="1"/>
          </p:nvPr>
        </p:nvSpPr>
        <p:spPr>
          <a:xfrm>
            <a:off x="1943371" y="3564257"/>
            <a:ext cx="2693242"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6" name="Text Placeholder 7">
            <a:extLst>
              <a:ext uri="{FF2B5EF4-FFF2-40B4-BE49-F238E27FC236}">
                <a16:creationId xmlns:a16="http://schemas.microsoft.com/office/drawing/2014/main" id="{25AB3DC5-A8F4-44C0-B0E0-2B42559A081F}"/>
              </a:ext>
            </a:extLst>
          </p:cNvPr>
          <p:cNvSpPr>
            <a:spLocks noGrp="1"/>
          </p:cNvSpPr>
          <p:nvPr>
            <p:ph type="body" sz="quarter" idx="34" hasCustomPrompt="1"/>
          </p:nvPr>
        </p:nvSpPr>
        <p:spPr>
          <a:xfrm>
            <a:off x="6416005" y="3564257"/>
            <a:ext cx="2693242"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8" name="Text Placeholder 7">
            <a:extLst>
              <a:ext uri="{FF2B5EF4-FFF2-40B4-BE49-F238E27FC236}">
                <a16:creationId xmlns:a16="http://schemas.microsoft.com/office/drawing/2014/main" id="{C9C72BE0-AF43-4AA8-8142-178566D9F143}"/>
              </a:ext>
            </a:extLst>
          </p:cNvPr>
          <p:cNvSpPr>
            <a:spLocks noGrp="1"/>
          </p:cNvSpPr>
          <p:nvPr>
            <p:ph type="body" sz="quarter" idx="36" hasCustomPrompt="1"/>
          </p:nvPr>
        </p:nvSpPr>
        <p:spPr>
          <a:xfrm>
            <a:off x="715864" y="3428107"/>
            <a:ext cx="1170130" cy="1152128"/>
          </a:xfrm>
          <a:prstGeom prst="rect">
            <a:avLst/>
          </a:prstGeom>
          <a:solidFill>
            <a:srgbClr val="12ABDB"/>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4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1" y="404813"/>
            <a:ext cx="8950991"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47" name="Retângulo 43">
            <a:extLst>
              <a:ext uri="{FF2B5EF4-FFF2-40B4-BE49-F238E27FC236}">
                <a16:creationId xmlns:a16="http://schemas.microsoft.com/office/drawing/2014/main" id="{25FC8637-25BD-4C09-AF25-56B4243DAB3D}"/>
              </a:ext>
            </a:extLst>
          </p:cNvPr>
          <p:cNvSpPr/>
          <p:nvPr/>
        </p:nvSpPr>
        <p:spPr>
          <a:xfrm>
            <a:off x="9410444"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48" name="Conector reto 49">
            <a:extLst>
              <a:ext uri="{FF2B5EF4-FFF2-40B4-BE49-F238E27FC236}">
                <a16:creationId xmlns:a16="http://schemas.microsoft.com/office/drawing/2014/main" id="{6B6D7F6B-C184-4C2B-8EB7-067E0C1E8DF2}"/>
              </a:ext>
            </a:extLst>
          </p:cNvPr>
          <p:cNvCxnSpPr>
            <a:cxnSpLocks/>
          </p:cNvCxnSpPr>
          <p:nvPr/>
        </p:nvCxnSpPr>
        <p:spPr>
          <a:xfrm flipV="1">
            <a:off x="266798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49" name="Rectangle 27">
            <a:hlinkClick r:id="rId2"/>
            <a:extLst>
              <a:ext uri="{FF2B5EF4-FFF2-40B4-BE49-F238E27FC236}">
                <a16:creationId xmlns:a16="http://schemas.microsoft.com/office/drawing/2014/main" id="{F376ABD1-4930-42EB-9A73-9A9C7C6BF2D3}"/>
              </a:ext>
            </a:extLst>
          </p:cNvPr>
          <p:cNvSpPr/>
          <p:nvPr/>
        </p:nvSpPr>
        <p:spPr>
          <a:xfrm>
            <a:off x="331493" y="6555971"/>
            <a:ext cx="2298568" cy="2194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50" name="Retângulo 43">
            <a:extLst>
              <a:ext uri="{FF2B5EF4-FFF2-40B4-BE49-F238E27FC236}">
                <a16:creationId xmlns:a16="http://schemas.microsoft.com/office/drawing/2014/main" id="{834ADCB4-BFB1-450D-8F6D-64217F4CD92C}"/>
              </a:ext>
            </a:extLst>
          </p:cNvPr>
          <p:cNvSpPr/>
          <p:nvPr/>
        </p:nvSpPr>
        <p:spPr>
          <a:xfrm>
            <a:off x="2771746" y="6555759"/>
            <a:ext cx="180674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028524492"/>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losing1">
    <p:spTree>
      <p:nvGrpSpPr>
        <p:cNvPr id="1" name=""/>
        <p:cNvGrpSpPr/>
        <p:nvPr/>
      </p:nvGrpSpPr>
      <p:grpSpPr>
        <a:xfrm>
          <a:off x="0" y="0"/>
          <a:ext cx="0" cy="0"/>
          <a:chOff x="0" y="0"/>
          <a:chExt cx="0" cy="0"/>
        </a:xfrm>
      </p:grpSpPr>
      <p:sp>
        <p:nvSpPr>
          <p:cNvPr id="7" name="Rectangle 6"/>
          <p:cNvSpPr/>
          <p:nvPr/>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Freeform 5"/>
          <p:cNvSpPr>
            <a:spLocks/>
          </p:cNvSpPr>
          <p:nvPr/>
        </p:nvSpPr>
        <p:spPr bwMode="auto">
          <a:xfrm>
            <a:off x="-1009946" y="-2656920"/>
            <a:ext cx="8749010"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nvGrpSpPr>
          <p:cNvPr id="9" name="Group 8"/>
          <p:cNvGrpSpPr/>
          <p:nvPr/>
        </p:nvGrpSpPr>
        <p:grpSpPr>
          <a:xfrm>
            <a:off x="4045468" y="2404113"/>
            <a:ext cx="597198"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
        <p:nvSpPr>
          <p:cNvPr id="14" name="Rectangle 13"/>
          <p:cNvSpPr/>
          <p:nvPr/>
        </p:nvSpPr>
        <p:spPr>
          <a:xfrm>
            <a:off x="5310649" y="2886347"/>
            <a:ext cx="4164648"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dirty="0">
                <a:solidFill>
                  <a:schemeClr val="tx1"/>
                </a:solidFill>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dirty="0">
                <a:solidFill>
                  <a:schemeClr val="accent1"/>
                </a:solidFill>
              </a:rPr>
              <a:t>the Collaborative Business Experience™</a:t>
            </a:r>
            <a:r>
              <a:rPr lang="en-US" sz="900" dirty="0">
                <a:solidFill>
                  <a:schemeClr val="tx1"/>
                </a:solidFill>
              </a:rPr>
              <a:t>, and draws on </a:t>
            </a:r>
            <a:r>
              <a:rPr lang="en-US" sz="900" dirty="0">
                <a:solidFill>
                  <a:schemeClr val="accent1"/>
                </a:solidFill>
              </a:rPr>
              <a:t>Rightshore</a:t>
            </a:r>
            <a:r>
              <a:rPr lang="en-US" sz="900" baseline="30000" dirty="0">
                <a:solidFill>
                  <a:schemeClr val="accent1"/>
                </a:solidFill>
              </a:rPr>
              <a:t>®</a:t>
            </a:r>
            <a:r>
              <a:rPr lang="en-US" sz="900" dirty="0">
                <a:solidFill>
                  <a:schemeClr val="tx1"/>
                </a:solidFill>
              </a:rPr>
              <a:t>, its worldwide delivery model.</a:t>
            </a:r>
          </a:p>
        </p:txBody>
      </p:sp>
      <p:sp>
        <p:nvSpPr>
          <p:cNvPr id="15" name="Rectangle 14"/>
          <p:cNvSpPr/>
          <p:nvPr/>
        </p:nvSpPr>
        <p:spPr>
          <a:xfrm>
            <a:off x="5310649" y="2507083"/>
            <a:ext cx="1803718" cy="256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p:nvSpPr>
        <p:spPr>
          <a:xfrm>
            <a:off x="5310649" y="4235827"/>
            <a:ext cx="1671638" cy="407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Learn more about us at</a:t>
            </a:r>
          </a:p>
          <a:p>
            <a:pPr algn="just">
              <a:lnSpc>
                <a:spcPts val="1200"/>
              </a:lnSpc>
            </a:pPr>
            <a:r>
              <a:rPr lang="en-US" sz="140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648713" y="3979258"/>
            <a:ext cx="270721"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960207" y="3979258"/>
            <a:ext cx="270721"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271700" y="3979258"/>
            <a:ext cx="270721"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583193" y="3979258"/>
            <a:ext cx="270721"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337218" y="3979258"/>
            <a:ext cx="270721" cy="333195"/>
          </a:xfrm>
          <a:prstGeom prst="rect">
            <a:avLst/>
          </a:prstGeom>
          <a:noFill/>
        </p:spPr>
      </p:pic>
      <p:sp>
        <p:nvSpPr>
          <p:cNvPr id="23" name="Rectangle 22"/>
          <p:cNvSpPr/>
          <p:nvPr/>
        </p:nvSpPr>
        <p:spPr>
          <a:xfrm>
            <a:off x="337220" y="5640914"/>
            <a:ext cx="3411379"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2017 Capgemini. All rights reserved.</a:t>
            </a:r>
          </a:p>
          <a:p>
            <a:pPr marL="0" marR="0" indent="0" defTabSz="957732"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p:nvSpPr>
        <p:spPr>
          <a:xfrm>
            <a:off x="5310651" y="5840971"/>
            <a:ext cx="4241006" cy="369332"/>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2"/>
          </p:cNvPr>
          <p:cNvSpPr/>
          <p:nvPr/>
        </p:nvSpPr>
        <p:spPr>
          <a:xfrm>
            <a:off x="6085546" y="3812097"/>
            <a:ext cx="1898072"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26" name="Rectangle 25">
            <a:hlinkClick r:id="rId13"/>
          </p:cNvPr>
          <p:cNvSpPr/>
          <p:nvPr/>
        </p:nvSpPr>
        <p:spPr>
          <a:xfrm>
            <a:off x="8718829" y="3812097"/>
            <a:ext cx="572692"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27" name="Rectangle 26">
            <a:hlinkClick r:id="rId14"/>
          </p:cNvPr>
          <p:cNvSpPr/>
          <p:nvPr/>
        </p:nvSpPr>
        <p:spPr>
          <a:xfrm>
            <a:off x="5307450" y="4445642"/>
            <a:ext cx="1504474"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29" name="Picture 2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31152" y="4434174"/>
            <a:ext cx="2080260" cy="201012"/>
          </a:xfrm>
          <a:prstGeom prst="rect">
            <a:avLst/>
          </a:prstGeom>
        </p:spPr>
      </p:pic>
    </p:spTree>
    <p:extLst>
      <p:ext uri="{BB962C8B-B14F-4D97-AF65-F5344CB8AC3E}">
        <p14:creationId xmlns:p14="http://schemas.microsoft.com/office/powerpoint/2010/main" val="31078627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ection Opener1">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 name="Graphic 2">
            <a:extLst>
              <a:ext uri="{FF2B5EF4-FFF2-40B4-BE49-F238E27FC236}">
                <a16:creationId xmlns:a16="http://schemas.microsoft.com/office/drawing/2014/main" id="{02DEF159-660E-4893-A63C-7C2BB5EEB9A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43" b="19135"/>
          <a:stretch/>
        </p:blipFill>
        <p:spPr>
          <a:xfrm flipH="1">
            <a:off x="740532" y="-3448"/>
            <a:ext cx="9180805" cy="6858000"/>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5299797" y="1844827"/>
            <a:ext cx="4274715" cy="1182207"/>
          </a:xfrm>
          <a:prstGeom prst="rect">
            <a:avLst/>
          </a:prstGeom>
        </p:spPr>
        <p:txBody>
          <a:bodyPr anchor="b">
            <a:normAutofit/>
          </a:bodyPr>
          <a:lstStyle>
            <a:lvl1pPr marL="0" indent="0" algn="r">
              <a:lnSpc>
                <a:spcPts val="3000"/>
              </a:lnSpc>
              <a:buNone/>
              <a:defRPr sz="2600">
                <a:solidFill>
                  <a:schemeClr val="accent2"/>
                </a:solidFill>
              </a:defRPr>
            </a:lvl1pPr>
            <a:lvl2pPr marL="457189" indent="0">
              <a:buNone/>
              <a:defRPr sz="6000">
                <a:solidFill>
                  <a:schemeClr val="bg1"/>
                </a:solidFill>
              </a:defRPr>
            </a:lvl2pPr>
          </a:lstStyle>
          <a:p>
            <a:pPr lvl="0"/>
            <a:r>
              <a:rPr lang="en-US" dirty="0"/>
              <a:t>Click to insert section title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31491" y="6101472"/>
            <a:ext cx="1857375" cy="510013"/>
          </a:xfrm>
          <a:prstGeom prst="rect">
            <a:avLst/>
          </a:prstGeom>
        </p:spPr>
      </p:pic>
    </p:spTree>
    <p:extLst>
      <p:ext uri="{BB962C8B-B14F-4D97-AF65-F5344CB8AC3E}">
        <p14:creationId xmlns:p14="http://schemas.microsoft.com/office/powerpoint/2010/main" val="36822369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77948"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4858662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re seul">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290" y="1589"/>
          <a:ext cx="1289" cy="1587"/>
        </p:xfrm>
        <a:graphic>
          <a:graphicData uri="http://schemas.openxmlformats.org/presentationml/2006/ole">
            <mc:AlternateContent xmlns:mc="http://schemas.openxmlformats.org/markup-compatibility/2006">
              <mc:Choice xmlns:v="urn:schemas-microsoft-com:vml" Requires="v">
                <p:oleObj spid="_x0000_s678918"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 y="1589"/>
                        <a:ext cx="1289"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dirty="0"/>
          </a:p>
        </p:txBody>
      </p:sp>
    </p:spTree>
    <p:extLst>
      <p:ext uri="{BB962C8B-B14F-4D97-AF65-F5344CB8AC3E}">
        <p14:creationId xmlns:p14="http://schemas.microsoft.com/office/powerpoint/2010/main" val="13593129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Grey">
    <p:spTree>
      <p:nvGrpSpPr>
        <p:cNvPr id="1" name=""/>
        <p:cNvGrpSpPr/>
        <p:nvPr/>
      </p:nvGrpSpPr>
      <p:grpSpPr>
        <a:xfrm>
          <a:off x="0" y="0"/>
          <a:ext cx="0" cy="0"/>
          <a:chOff x="0" y="0"/>
          <a:chExt cx="0" cy="0"/>
        </a:xfrm>
      </p:grpSpPr>
      <p:sp>
        <p:nvSpPr>
          <p:cNvPr id="6" name="Rectangle 5"/>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4"/>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pic>
        <p:nvPicPr>
          <p:cNvPr id="7"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7618" t="-2590" r="53306" b="42160"/>
          <a:stretch/>
        </p:blipFill>
        <p:spPr>
          <a:xfrm rot="16200000">
            <a:off x="6574753" y="3504936"/>
            <a:ext cx="2592289" cy="4095454"/>
          </a:xfrm>
          <a:prstGeom prst="rect">
            <a:avLst/>
          </a:prstGeom>
        </p:spPr>
      </p:pic>
    </p:spTree>
    <p:extLst>
      <p:ext uri="{BB962C8B-B14F-4D97-AF65-F5344CB8AC3E}">
        <p14:creationId xmlns:p14="http://schemas.microsoft.com/office/powerpoint/2010/main" val="18565204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Shapes - Layout1">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7618" t="-2590" r="53306" b="42160"/>
          <a:stretch/>
        </p:blipFill>
        <p:spPr>
          <a:xfrm rot="16200000">
            <a:off x="6574753" y="3523224"/>
            <a:ext cx="2592289" cy="4095454"/>
          </a:xfrm>
          <a:prstGeom prst="rect">
            <a:avLst/>
          </a:prstGeom>
        </p:spPr>
      </p:pic>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501117" y="2708920"/>
            <a:ext cx="2691299" cy="720080"/>
          </a:xfrm>
          <a:prstGeom prst="rect">
            <a:avLst/>
          </a:prstGeom>
        </p:spPr>
        <p:txBody>
          <a:bodyPr anchor="ctr">
            <a:noAutofit/>
          </a:bodyPr>
          <a:lstStyle>
            <a:lvl1pPr marL="0" marR="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sz="130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501117" y="3645024"/>
            <a:ext cx="2691299" cy="720080"/>
          </a:xfrm>
          <a:prstGeom prst="rect">
            <a:avLst/>
          </a:prstGeom>
        </p:spPr>
        <p:txBody>
          <a:bodyPr anchor="ctr">
            <a:noAutofit/>
          </a:bodyPr>
          <a:lstStyle>
            <a:lvl1pPr marL="0" marR="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sz="130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5324475" y="2060576"/>
            <a:ext cx="3989487" cy="2722563"/>
          </a:xfrm>
          <a:prstGeom prst="rect">
            <a:avLst/>
          </a:prstGeom>
        </p:spPr>
        <p:txBody>
          <a:bodyPr anchor="ctr"/>
          <a:lstStyle>
            <a:lvl1pPr algn="ctr">
              <a:defRPr/>
            </a:lvl1pPr>
          </a:lstStyle>
          <a:p>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501117" y="4630276"/>
            <a:ext cx="2691299" cy="720080"/>
          </a:xfrm>
          <a:prstGeom prst="rect">
            <a:avLst/>
          </a:prstGeom>
        </p:spPr>
        <p:txBody>
          <a:bodyPr anchor="ctr">
            <a:noAutofit/>
          </a:bodyPr>
          <a:lstStyle>
            <a:lvl1pPr marL="0" marR="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sz="130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014887"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9336778" y="164829"/>
            <a:ext cx="344789" cy="459624"/>
          </a:xfrm>
          <a:prstGeom prst="rect">
            <a:avLst/>
          </a:prstGeom>
        </p:spPr>
      </p:pic>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6"/>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9440901" y="6555758"/>
            <a:ext cx="330540" cy="192360"/>
          </a:xfrm>
          <a:prstGeom prst="rect">
            <a:avLst/>
          </a:prstGeom>
        </p:spPr>
        <p:txBody>
          <a:bodyPr wrap="none">
            <a:spAutoFit/>
          </a:bodyPr>
          <a:lstStyle/>
          <a:p>
            <a:pPr algn="r"/>
            <a:fld id="{0502E5A9-B53C-401E-A0E0-4A359BB0A9E5}" type="slidenum">
              <a:rPr lang="en-US" sz="650" smtClean="0">
                <a:solidFill>
                  <a:schemeClr val="bg1"/>
                </a:solidFill>
                <a:cs typeface="Arial" panose="020B0604020202020204" pitchFamily="34" charset="0"/>
              </a:rPr>
              <a:t>‹#›</a:t>
            </a:fld>
            <a:endParaRPr lang="en-US" sz="650" dirty="0">
              <a:solidFill>
                <a:schemeClr val="bg1"/>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299363061"/>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Shapes - Layout2">
    <p:bg>
      <p:bgPr>
        <a:solidFill>
          <a:srgbClr val="E6E7E7"/>
        </a:solidFill>
        <a:effectLst/>
      </p:bgPr>
    </p:bg>
    <p:spTree>
      <p:nvGrpSpPr>
        <p:cNvPr id="1" name=""/>
        <p:cNvGrpSpPr/>
        <p:nvPr/>
      </p:nvGrpSpPr>
      <p:grpSpPr>
        <a:xfrm>
          <a:off x="0" y="0"/>
          <a:ext cx="0" cy="0"/>
          <a:chOff x="0" y="0"/>
          <a:chExt cx="0" cy="0"/>
        </a:xfrm>
      </p:grpSpPr>
      <p:sp>
        <p:nvSpPr>
          <p:cNvPr id="10" name="Text Placeholder 13">
            <a:extLst>
              <a:ext uri="{FF2B5EF4-FFF2-40B4-BE49-F238E27FC236}">
                <a16:creationId xmlns:a16="http://schemas.microsoft.com/office/drawing/2014/main" id="{7D1DC75A-C7A4-44A4-B19C-D445335545B0}"/>
              </a:ext>
            </a:extLst>
          </p:cNvPr>
          <p:cNvSpPr>
            <a:spLocks noGrp="1"/>
          </p:cNvSpPr>
          <p:nvPr>
            <p:ph type="body" sz="quarter" idx="11" hasCustomPrompt="1"/>
          </p:nvPr>
        </p:nvSpPr>
        <p:spPr>
          <a:xfrm>
            <a:off x="331491" y="2204865"/>
            <a:ext cx="2940323" cy="2924629"/>
          </a:xfrm>
          <a:prstGeom prst="rect">
            <a:avLst/>
          </a:prstGeom>
        </p:spPr>
        <p:txBody>
          <a:bodyPr lIns="0" tIns="0" rIns="0" bIns="0" anchor="b">
            <a:normAutofit/>
          </a:bodyPr>
          <a:lstStyle>
            <a:lvl1pPr>
              <a:lnSpc>
                <a:spcPts val="5038"/>
              </a:lnSpc>
              <a:defRPr sz="4388">
                <a:solidFill>
                  <a:srgbClr val="2C004B"/>
                </a:solidFill>
              </a:defRPr>
            </a:lvl1pPr>
            <a:lvl2pPr marL="371475" indent="0">
              <a:lnSpc>
                <a:spcPts val="5038"/>
              </a:lnSpc>
              <a:buNone/>
              <a:defRPr sz="4388">
                <a:solidFill>
                  <a:srgbClr val="2C004B"/>
                </a:solidFill>
              </a:defRPr>
            </a:lvl2pPr>
          </a:lstStyle>
          <a:p>
            <a:pPr lvl="0"/>
            <a:r>
              <a:rPr lang="en-US" dirty="0"/>
              <a:t>Edit text styles</a:t>
            </a:r>
          </a:p>
        </p:txBody>
      </p:sp>
      <p:sp>
        <p:nvSpPr>
          <p:cNvPr id="11" name="Text Placeholder 13">
            <a:extLst>
              <a:ext uri="{FF2B5EF4-FFF2-40B4-BE49-F238E27FC236}">
                <a16:creationId xmlns:a16="http://schemas.microsoft.com/office/drawing/2014/main" id="{563879A0-0979-491A-8758-371BB7AD935B}"/>
              </a:ext>
            </a:extLst>
          </p:cNvPr>
          <p:cNvSpPr>
            <a:spLocks noGrp="1"/>
          </p:cNvSpPr>
          <p:nvPr>
            <p:ph type="body" sz="quarter" idx="12" hasCustomPrompt="1"/>
          </p:nvPr>
        </p:nvSpPr>
        <p:spPr>
          <a:xfrm>
            <a:off x="331491" y="5273460"/>
            <a:ext cx="2940323" cy="675820"/>
          </a:xfrm>
          <a:prstGeom prst="rect">
            <a:avLst/>
          </a:prstGeom>
        </p:spPr>
        <p:txBody>
          <a:bodyPr lIns="0" tIns="0" rIns="0" bIns="0">
            <a:normAutofit/>
          </a:bodyPr>
          <a:lstStyle>
            <a:lvl1pPr>
              <a:lnSpc>
                <a:spcPts val="1463"/>
              </a:lnSpc>
              <a:defRPr sz="1300">
                <a:solidFill>
                  <a:srgbClr val="2C004B"/>
                </a:solidFill>
              </a:defRPr>
            </a:lvl1pPr>
            <a:lvl2pPr marL="371475" indent="0">
              <a:buNone/>
              <a:defRPr sz="1463">
                <a:solidFill>
                  <a:srgbClr val="2C004B"/>
                </a:solidFill>
              </a:defRPr>
            </a:lvl2pPr>
          </a:lstStyle>
          <a:p>
            <a:pPr lvl="0"/>
            <a:r>
              <a:rPr lang="en-US" dirty="0"/>
              <a:t>Edit text styles</a:t>
            </a:r>
          </a:p>
        </p:txBody>
      </p:sp>
      <p:grpSp>
        <p:nvGrpSpPr>
          <p:cNvPr id="9" name="Group 8">
            <a:extLst>
              <a:ext uri="{FF2B5EF4-FFF2-40B4-BE49-F238E27FC236}">
                <a16:creationId xmlns:a16="http://schemas.microsoft.com/office/drawing/2014/main" id="{A76958A6-8FB1-445D-BB17-D619DC39E089}"/>
              </a:ext>
            </a:extLst>
          </p:cNvPr>
          <p:cNvGrpSpPr/>
          <p:nvPr userDrawn="1"/>
        </p:nvGrpSpPr>
        <p:grpSpPr>
          <a:xfrm>
            <a:off x="2812755" y="0"/>
            <a:ext cx="7093245" cy="6858000"/>
            <a:chOff x="3461852" y="0"/>
            <a:chExt cx="8730148" cy="6858000"/>
          </a:xfrm>
        </p:grpSpPr>
        <p:sp>
          <p:nvSpPr>
            <p:cNvPr id="12"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3"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14"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grpSp>
      <p:sp>
        <p:nvSpPr>
          <p:cNvPr id="8" name="Retângulo 43">
            <a:extLst>
              <a:ext uri="{FF2B5EF4-FFF2-40B4-BE49-F238E27FC236}">
                <a16:creationId xmlns:a16="http://schemas.microsoft.com/office/drawing/2014/main" id="{834ADCB4-BFB1-450D-8F6D-64217F4CD92C}"/>
              </a:ext>
            </a:extLst>
          </p:cNvPr>
          <p:cNvSpPr/>
          <p:nvPr userDrawn="1"/>
        </p:nvSpPr>
        <p:spPr>
          <a:xfrm>
            <a:off x="7716035" y="6555758"/>
            <a:ext cx="1806745" cy="219456"/>
          </a:xfrm>
          <a:prstGeom prst="rect">
            <a:avLst/>
          </a:prstGeom>
        </p:spPr>
        <p:txBody>
          <a:bodyPr wrap="none" lIns="0" tIns="0" rIns="0" bIns="0" anchor="ctr">
            <a:noAutofit/>
          </a:bodyPr>
          <a:lstStyle/>
          <a:p>
            <a:pPr algn="l"/>
            <a:r>
              <a:rPr lang="en-US" sz="650" dirty="0">
                <a:solidFill>
                  <a:schemeClr val="bg1"/>
                </a:solidFill>
                <a:cs typeface="Arial" panose="020B0604020202020204" pitchFamily="34" charset="0"/>
              </a:rPr>
              <a:t>© 2017 Capgemini. All rights reserved.</a:t>
            </a:r>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9440901" y="6555758"/>
            <a:ext cx="330540" cy="192360"/>
          </a:xfrm>
          <a:prstGeom prst="rect">
            <a:avLst/>
          </a:prstGeom>
        </p:spPr>
        <p:txBody>
          <a:bodyPr wrap="none">
            <a:spAutoFit/>
          </a:bodyPr>
          <a:lstStyle/>
          <a:p>
            <a:pPr algn="r"/>
            <a:fld id="{0502E5A9-B53C-401E-A0E0-4A359BB0A9E5}" type="slidenum">
              <a:rPr lang="en-US" sz="650" smtClean="0">
                <a:solidFill>
                  <a:schemeClr val="bg1"/>
                </a:solidFill>
                <a:cs typeface="Arial" panose="020B0604020202020204" pitchFamily="34" charset="0"/>
              </a:rPr>
              <a:t>‹#›</a:t>
            </a:fld>
            <a:endParaRPr lang="en-US" sz="650" dirty="0">
              <a:solidFill>
                <a:schemeClr val="bg1"/>
              </a:solidFill>
              <a:cs typeface="Arial" panose="020B0604020202020204" pitchFamily="34" charset="0"/>
            </a:endParaRPr>
          </a:p>
        </p:txBody>
      </p: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Tree>
    <p:extLst>
      <p:ext uri="{BB962C8B-B14F-4D97-AF65-F5344CB8AC3E}">
        <p14:creationId xmlns:p14="http://schemas.microsoft.com/office/powerpoint/2010/main" val="13362269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sp>
        <p:nvSpPr>
          <p:cNvPr id="6" name="Retângulo 43">
            <a:extLst>
              <a:ext uri="{FF2B5EF4-FFF2-40B4-BE49-F238E27FC236}">
                <a16:creationId xmlns:a16="http://schemas.microsoft.com/office/drawing/2014/main" id="{1D8678BF-980D-487C-B597-F2C118B1EA2D}"/>
              </a:ext>
            </a:extLst>
          </p:cNvPr>
          <p:cNvSpPr/>
          <p:nvPr userDrawn="1"/>
        </p:nvSpPr>
        <p:spPr>
          <a:xfrm>
            <a:off x="2763915" y="6581276"/>
            <a:ext cx="1827744" cy="192360"/>
          </a:xfrm>
          <a:prstGeom prst="rect">
            <a:avLst/>
          </a:prstGeom>
        </p:spPr>
        <p:txBody>
          <a:bodyPr wrap="none" anchor="ctr">
            <a:spAutoFit/>
          </a:bodyPr>
          <a:lstStyle/>
          <a:p>
            <a:pPr algn="l"/>
            <a:r>
              <a:rPr lang="en-US" sz="650" dirty="0">
                <a:solidFill>
                  <a:schemeClr val="bg1">
                    <a:lumMod val="50000"/>
                  </a:schemeClr>
                </a:solidFill>
                <a:cs typeface="Arial" panose="020B0604020202020204" pitchFamily="34" charset="0"/>
              </a:rPr>
              <a:t>© 2017 Capgemini. All rights reserved.</a:t>
            </a:r>
          </a:p>
        </p:txBody>
      </p:sp>
      <p:cxnSp>
        <p:nvCxnSpPr>
          <p:cNvPr id="11" name="Conector reto 49">
            <a:extLst>
              <a:ext uri="{FF2B5EF4-FFF2-40B4-BE49-F238E27FC236}">
                <a16:creationId xmlns:a16="http://schemas.microsoft.com/office/drawing/2014/main" id="{0241615C-A133-47A7-84DF-2566BE3BE891}"/>
              </a:ext>
            </a:extLst>
          </p:cNvPr>
          <p:cNvCxnSpPr>
            <a:cxnSpLocks/>
          </p:cNvCxnSpPr>
          <p:nvPr userDrawn="1"/>
        </p:nvCxnSpPr>
        <p:spPr>
          <a:xfrm flipV="1">
            <a:off x="2725988" y="6569734"/>
            <a:ext cx="0" cy="155576"/>
          </a:xfrm>
          <a:prstGeom prst="line">
            <a:avLst/>
          </a:prstGeom>
          <a:solidFill>
            <a:schemeClr val="tx1"/>
          </a:solidFill>
          <a:ln w="12700" cap="rnd">
            <a:solidFill>
              <a:srgbClr val="0070AD"/>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3650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Charts">
    <p:bg>
      <p:bgRef idx="1001">
        <a:schemeClr val="bg1"/>
      </p:bgRef>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B710EB7-4E56-449A-B5D4-12A5A50A258D}"/>
              </a:ext>
            </a:extLst>
          </p:cNvPr>
          <p:cNvSpPr>
            <a:spLocks noGrp="1"/>
          </p:cNvSpPr>
          <p:nvPr>
            <p:ph type="body" sz="quarter" idx="14" hasCustomPrompt="1"/>
          </p:nvPr>
        </p:nvSpPr>
        <p:spPr>
          <a:xfrm>
            <a:off x="331490" y="1428076"/>
            <a:ext cx="4504134" cy="412363"/>
          </a:xfrm>
          <a:prstGeom prst="rect">
            <a:avLst/>
          </a:prstGeom>
          <a:noFill/>
        </p:spPr>
        <p:txBody>
          <a:bodyPr anchor="b">
            <a:noAutofit/>
          </a:bodyPr>
          <a:lstStyle>
            <a:lvl1pPr algn="l">
              <a:lnSpc>
                <a:spcPts val="1463"/>
              </a:lnSpc>
              <a:defRPr sz="1300" b="0">
                <a:solidFill>
                  <a:schemeClr val="accent2"/>
                </a:solidFill>
              </a:defRPr>
            </a:lvl1pPr>
            <a:lvl2pPr>
              <a:defRPr sz="1138"/>
            </a:lvl2pPr>
            <a:lvl3pPr>
              <a:defRPr sz="975"/>
            </a:lvl3pPr>
            <a:lvl4pPr>
              <a:defRPr sz="894"/>
            </a:lvl4pPr>
            <a:lvl5pPr>
              <a:defRPr sz="894"/>
            </a:lvl5pPr>
          </a:lstStyle>
          <a:p>
            <a:pPr lvl="0"/>
            <a:r>
              <a:rPr lang="en-US" dirty="0"/>
              <a:t>Click to insert chart title</a:t>
            </a:r>
          </a:p>
        </p:txBody>
      </p:sp>
      <p:sp>
        <p:nvSpPr>
          <p:cNvPr id="17" name="Chart Placeholder 16">
            <a:extLst>
              <a:ext uri="{FF2B5EF4-FFF2-40B4-BE49-F238E27FC236}">
                <a16:creationId xmlns:a16="http://schemas.microsoft.com/office/drawing/2014/main" id="{6093AB2F-A9E2-4259-8D2A-0E33C88FF1BC}"/>
              </a:ext>
            </a:extLst>
          </p:cNvPr>
          <p:cNvSpPr>
            <a:spLocks noGrp="1"/>
          </p:cNvSpPr>
          <p:nvPr>
            <p:ph type="chart" sz="quarter" idx="10"/>
          </p:nvPr>
        </p:nvSpPr>
        <p:spPr>
          <a:xfrm>
            <a:off x="331490" y="1824707"/>
            <a:ext cx="4504134" cy="1963738"/>
          </a:xfrm>
          <a:prstGeom prst="rect">
            <a:avLst/>
          </a:prstGeom>
        </p:spPr>
        <p:txBody>
          <a:bodyPr anchor="ctr"/>
          <a:lstStyle>
            <a:lvl1pPr algn="ctr">
              <a:defRPr/>
            </a:lvl1pPr>
          </a:lstStyle>
          <a:p>
            <a:endParaRPr lang="pt-PT"/>
          </a:p>
        </p:txBody>
      </p:sp>
      <p:sp>
        <p:nvSpPr>
          <p:cNvPr id="18" name="Chart Placeholder 16">
            <a:extLst>
              <a:ext uri="{FF2B5EF4-FFF2-40B4-BE49-F238E27FC236}">
                <a16:creationId xmlns:a16="http://schemas.microsoft.com/office/drawing/2014/main" id="{FFC514B9-95FB-485B-B1AD-4193B2310907}"/>
              </a:ext>
            </a:extLst>
          </p:cNvPr>
          <p:cNvSpPr>
            <a:spLocks noGrp="1"/>
          </p:cNvSpPr>
          <p:nvPr>
            <p:ph type="chart" sz="quarter" idx="11"/>
          </p:nvPr>
        </p:nvSpPr>
        <p:spPr>
          <a:xfrm>
            <a:off x="5070376" y="1824707"/>
            <a:ext cx="4504134" cy="1963738"/>
          </a:xfrm>
          <a:prstGeom prst="rect">
            <a:avLst/>
          </a:prstGeom>
        </p:spPr>
        <p:txBody>
          <a:bodyPr anchor="ctr"/>
          <a:lstStyle>
            <a:lvl1pPr algn="ctr">
              <a:defRPr/>
            </a:lvl1pPr>
          </a:lstStyle>
          <a:p>
            <a:endParaRPr lang="pt-PT"/>
          </a:p>
        </p:txBody>
      </p:sp>
      <p:sp>
        <p:nvSpPr>
          <p:cNvPr id="22" name="Text Placeholder 4">
            <a:extLst>
              <a:ext uri="{FF2B5EF4-FFF2-40B4-BE49-F238E27FC236}">
                <a16:creationId xmlns:a16="http://schemas.microsoft.com/office/drawing/2014/main" id="{212267A8-F086-40EB-BC5F-D9FE81725052}"/>
              </a:ext>
            </a:extLst>
          </p:cNvPr>
          <p:cNvSpPr>
            <a:spLocks noGrp="1"/>
          </p:cNvSpPr>
          <p:nvPr>
            <p:ph type="body" sz="quarter" idx="15" hasCustomPrompt="1"/>
          </p:nvPr>
        </p:nvSpPr>
        <p:spPr>
          <a:xfrm>
            <a:off x="5070376" y="1412876"/>
            <a:ext cx="4504134" cy="412363"/>
          </a:xfrm>
          <a:prstGeom prst="rect">
            <a:avLst/>
          </a:prstGeom>
          <a:noFill/>
        </p:spPr>
        <p:txBody>
          <a:bodyPr anchor="b">
            <a:noAutofit/>
          </a:bodyPr>
          <a:lstStyle>
            <a:lvl1pPr algn="l">
              <a:lnSpc>
                <a:spcPts val="1463"/>
              </a:lnSpc>
              <a:defRPr sz="1300" b="0">
                <a:solidFill>
                  <a:schemeClr val="accent2"/>
                </a:solidFill>
              </a:defRPr>
            </a:lvl1pPr>
            <a:lvl2pPr>
              <a:defRPr sz="1138"/>
            </a:lvl2pPr>
            <a:lvl3pPr>
              <a:defRPr sz="975"/>
            </a:lvl3pPr>
            <a:lvl4pPr>
              <a:defRPr sz="894"/>
            </a:lvl4pPr>
            <a:lvl5pPr>
              <a:defRPr sz="894"/>
            </a:lvl5pPr>
          </a:lstStyle>
          <a:p>
            <a:pPr lvl="0"/>
            <a:r>
              <a:rPr lang="en-US" dirty="0"/>
              <a:t>Click to insert chart title</a:t>
            </a:r>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25" name="Text Placeholder 4">
            <a:extLst>
              <a:ext uri="{FF2B5EF4-FFF2-40B4-BE49-F238E27FC236}">
                <a16:creationId xmlns:a16="http://schemas.microsoft.com/office/drawing/2014/main" id="{7B710EB7-4E56-449A-B5D4-12A5A50A258D}"/>
              </a:ext>
            </a:extLst>
          </p:cNvPr>
          <p:cNvSpPr>
            <a:spLocks noGrp="1"/>
          </p:cNvSpPr>
          <p:nvPr>
            <p:ph type="body" sz="quarter" idx="16" hasCustomPrompt="1"/>
          </p:nvPr>
        </p:nvSpPr>
        <p:spPr>
          <a:xfrm>
            <a:off x="331490" y="4081448"/>
            <a:ext cx="4504134" cy="412363"/>
          </a:xfrm>
          <a:prstGeom prst="rect">
            <a:avLst/>
          </a:prstGeom>
          <a:noFill/>
        </p:spPr>
        <p:txBody>
          <a:bodyPr anchor="b">
            <a:noAutofit/>
          </a:bodyPr>
          <a:lstStyle>
            <a:lvl1pPr algn="l">
              <a:lnSpc>
                <a:spcPts val="1463"/>
              </a:lnSpc>
              <a:defRPr sz="1300" b="0">
                <a:solidFill>
                  <a:schemeClr val="accent2"/>
                </a:solidFill>
              </a:defRPr>
            </a:lvl1pPr>
            <a:lvl2pPr>
              <a:defRPr sz="1138"/>
            </a:lvl2pPr>
            <a:lvl3pPr>
              <a:defRPr sz="975"/>
            </a:lvl3pPr>
            <a:lvl4pPr>
              <a:defRPr sz="894"/>
            </a:lvl4pPr>
            <a:lvl5pPr>
              <a:defRPr sz="894"/>
            </a:lvl5pPr>
          </a:lstStyle>
          <a:p>
            <a:pPr lvl="0"/>
            <a:r>
              <a:rPr lang="en-US" dirty="0"/>
              <a:t>Click to insert chart title</a:t>
            </a:r>
          </a:p>
        </p:txBody>
      </p:sp>
      <p:sp>
        <p:nvSpPr>
          <p:cNvPr id="26" name="Chart Placeholder 16">
            <a:extLst>
              <a:ext uri="{FF2B5EF4-FFF2-40B4-BE49-F238E27FC236}">
                <a16:creationId xmlns:a16="http://schemas.microsoft.com/office/drawing/2014/main" id="{6093AB2F-A9E2-4259-8D2A-0E33C88FF1BC}"/>
              </a:ext>
            </a:extLst>
          </p:cNvPr>
          <p:cNvSpPr>
            <a:spLocks noGrp="1"/>
          </p:cNvSpPr>
          <p:nvPr>
            <p:ph type="chart" sz="quarter" idx="17"/>
          </p:nvPr>
        </p:nvSpPr>
        <p:spPr>
          <a:xfrm>
            <a:off x="331490" y="4478079"/>
            <a:ext cx="4504134" cy="1963738"/>
          </a:xfrm>
          <a:prstGeom prst="rect">
            <a:avLst/>
          </a:prstGeom>
        </p:spPr>
        <p:txBody>
          <a:bodyPr anchor="ctr"/>
          <a:lstStyle>
            <a:lvl1pPr algn="ctr">
              <a:defRPr/>
            </a:lvl1pPr>
          </a:lstStyle>
          <a:p>
            <a:endParaRPr lang="pt-PT"/>
          </a:p>
        </p:txBody>
      </p:sp>
      <p:sp>
        <p:nvSpPr>
          <p:cNvPr id="27" name="Chart Placeholder 16">
            <a:extLst>
              <a:ext uri="{FF2B5EF4-FFF2-40B4-BE49-F238E27FC236}">
                <a16:creationId xmlns:a16="http://schemas.microsoft.com/office/drawing/2014/main" id="{FFC514B9-95FB-485B-B1AD-4193B2310907}"/>
              </a:ext>
            </a:extLst>
          </p:cNvPr>
          <p:cNvSpPr>
            <a:spLocks noGrp="1"/>
          </p:cNvSpPr>
          <p:nvPr>
            <p:ph type="chart" sz="quarter" idx="18"/>
          </p:nvPr>
        </p:nvSpPr>
        <p:spPr>
          <a:xfrm>
            <a:off x="5070376" y="4478079"/>
            <a:ext cx="4504134" cy="1963738"/>
          </a:xfrm>
          <a:prstGeom prst="rect">
            <a:avLst/>
          </a:prstGeom>
        </p:spPr>
        <p:txBody>
          <a:bodyPr anchor="ctr"/>
          <a:lstStyle>
            <a:lvl1pPr algn="ctr">
              <a:defRPr/>
            </a:lvl1pPr>
          </a:lstStyle>
          <a:p>
            <a:endParaRPr lang="pt-PT"/>
          </a:p>
        </p:txBody>
      </p:sp>
      <p:sp>
        <p:nvSpPr>
          <p:cNvPr id="28" name="Text Placeholder 4">
            <a:extLst>
              <a:ext uri="{FF2B5EF4-FFF2-40B4-BE49-F238E27FC236}">
                <a16:creationId xmlns:a16="http://schemas.microsoft.com/office/drawing/2014/main" id="{212267A8-F086-40EB-BC5F-D9FE81725052}"/>
              </a:ext>
            </a:extLst>
          </p:cNvPr>
          <p:cNvSpPr>
            <a:spLocks noGrp="1"/>
          </p:cNvSpPr>
          <p:nvPr>
            <p:ph type="body" sz="quarter" idx="19" hasCustomPrompt="1"/>
          </p:nvPr>
        </p:nvSpPr>
        <p:spPr>
          <a:xfrm>
            <a:off x="5070376" y="4066248"/>
            <a:ext cx="4504134" cy="412363"/>
          </a:xfrm>
          <a:prstGeom prst="rect">
            <a:avLst/>
          </a:prstGeom>
          <a:noFill/>
        </p:spPr>
        <p:txBody>
          <a:bodyPr anchor="b">
            <a:noAutofit/>
          </a:bodyPr>
          <a:lstStyle>
            <a:lvl1pPr algn="l">
              <a:lnSpc>
                <a:spcPts val="1463"/>
              </a:lnSpc>
              <a:defRPr sz="1300" b="0">
                <a:solidFill>
                  <a:schemeClr val="accent2"/>
                </a:solidFill>
              </a:defRPr>
            </a:lvl1pPr>
            <a:lvl2pPr>
              <a:defRPr sz="1138"/>
            </a:lvl2pPr>
            <a:lvl3pPr>
              <a:defRPr sz="975"/>
            </a:lvl3pPr>
            <a:lvl4pPr>
              <a:defRPr sz="894"/>
            </a:lvl4pPr>
            <a:lvl5pPr>
              <a:defRPr sz="894"/>
            </a:lvl5pPr>
          </a:lstStyle>
          <a:p>
            <a:pPr lvl="0"/>
            <a:r>
              <a:rPr lang="en-US" dirty="0"/>
              <a:t>Click to insert chart title</a:t>
            </a:r>
          </a:p>
        </p:txBody>
      </p:sp>
      <p:sp>
        <p:nvSpPr>
          <p:cNvPr id="29"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96286750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with Bullets">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0113F8D-52D8-4246-B9BC-1A6D3EF8C72C}"/>
              </a:ext>
            </a:extLst>
          </p:cNvPr>
          <p:cNvPicPr>
            <a:picLocks noChangeAspect="1"/>
          </p:cNvPicPr>
          <p:nvPr userDrawn="1"/>
        </p:nvPicPr>
        <p:blipFill>
          <a:blip r:embed="rId2">
            <a:extLst>
              <a:ext uri="{96DAC541-7B7A-43D3-8B79-37D633B846F1}">
                <asvg:svgBlip xmlns:asvg="http://schemas.microsoft.com/office/drawing/2016/SVG/main" r:embed="rId3"/>
              </a:ext>
            </a:extLst>
          </a:blip>
          <a:srcRect b="25000"/>
          <a:stretch>
            <a:fillRect/>
          </a:stretch>
        </p:blipFill>
        <p:spPr>
          <a:xfrm>
            <a:off x="0" y="1485900"/>
            <a:ext cx="5218767" cy="5372100"/>
          </a:xfrm>
          <a:custGeom>
            <a:avLst/>
            <a:gdLst>
              <a:gd name="connsiteX0" fmla="*/ 0 w 6149773"/>
              <a:gd name="connsiteY0" fmla="*/ 0 h 5143500"/>
              <a:gd name="connsiteX1" fmla="*/ 6149773 w 6149773"/>
              <a:gd name="connsiteY1" fmla="*/ 0 h 5143500"/>
              <a:gd name="connsiteX2" fmla="*/ 6149773 w 6149773"/>
              <a:gd name="connsiteY2" fmla="*/ 5143500 h 5143500"/>
              <a:gd name="connsiteX3" fmla="*/ 0 w 6149773"/>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6149773" h="5143500">
                <a:moveTo>
                  <a:pt x="0" y="0"/>
                </a:moveTo>
                <a:lnTo>
                  <a:pt x="6149773" y="0"/>
                </a:lnTo>
                <a:lnTo>
                  <a:pt x="6149773" y="5143500"/>
                </a:lnTo>
                <a:lnTo>
                  <a:pt x="0" y="5143500"/>
                </a:lnTo>
                <a:close/>
              </a:path>
            </a:pathLst>
          </a:custGeom>
        </p:spPr>
      </p:pic>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561435" y="1268413"/>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0"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561435" y="1927538"/>
            <a:ext cx="3013076" cy="555448"/>
          </a:xfrm>
          <a:prstGeom prst="rect">
            <a:avLst/>
          </a:prstGeom>
        </p:spPr>
        <p:txBody>
          <a:bodyPr anchor="ctr">
            <a:noAutofit/>
          </a:bodyPr>
          <a:lstStyle>
            <a:lvl1pPr marL="0" marR="0" indent="0" algn="l" defTabSz="742950" rtl="0" eaLnBrk="1" fontAlgn="auto" latinLnBrk="0" hangingPunct="1">
              <a:lnSpc>
                <a:spcPts val="1300"/>
              </a:lnSpc>
              <a:spcBef>
                <a:spcPts val="0"/>
              </a:spcBef>
              <a:spcAft>
                <a:spcPts val="488"/>
              </a:spcAft>
              <a:buClrTx/>
              <a:buSzTx/>
              <a:buFont typeface="Arial" panose="020B0604020202020204" pitchFamily="34" charset="0"/>
              <a:buNone/>
              <a:tabLs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41"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561435" y="2586663"/>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2"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561435" y="3245788"/>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3"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561435" y="3904913"/>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4"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561435" y="4564038"/>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5"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561435" y="5223163"/>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6"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561435" y="5882286"/>
            <a:ext cx="3013076" cy="555448"/>
          </a:xfrm>
          <a:prstGeom prst="rect">
            <a:avLst/>
          </a:prstGeom>
        </p:spPr>
        <p:txBody>
          <a:bodyPr anchor="ctr">
            <a:noAutofit/>
          </a:bodyPr>
          <a:lstStyle>
            <a:lvl1pPr>
              <a:lnSpc>
                <a:spcPts val="1300"/>
              </a:lnSpc>
              <a:spcBef>
                <a:spcPts val="0"/>
              </a:spcBef>
              <a:spcAft>
                <a:spcPts val="488"/>
              </a:spcAft>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8" name="Picture Placeholder 47">
            <a:extLst>
              <a:ext uri="{FF2B5EF4-FFF2-40B4-BE49-F238E27FC236}">
                <a16:creationId xmlns:a16="http://schemas.microsoft.com/office/drawing/2014/main" id="{51CA337D-4B25-44C1-847A-AC0D74277B60}"/>
              </a:ext>
            </a:extLst>
          </p:cNvPr>
          <p:cNvSpPr>
            <a:spLocks noGrp="1"/>
          </p:cNvSpPr>
          <p:nvPr>
            <p:ph type="pic" sz="quarter" idx="19"/>
          </p:nvPr>
        </p:nvSpPr>
        <p:spPr>
          <a:xfrm>
            <a:off x="0" y="1381126"/>
            <a:ext cx="6089353" cy="5476875"/>
          </a:xfrm>
          <a:prstGeom prst="rect">
            <a:avLst/>
          </a:prstGeom>
        </p:spPr>
        <p:txBody>
          <a:bodyPr anchor="ctr"/>
          <a:lstStyle>
            <a:lvl1pPr algn="ctr">
              <a:defRPr/>
            </a:lvl1pPr>
          </a:lstStyle>
          <a:p>
            <a:endParaRPr lang="pt-PT"/>
          </a:p>
        </p:txBody>
      </p:sp>
      <p:sp>
        <p:nvSpPr>
          <p:cNvPr id="1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2438"/>
              </a:lnSpc>
            </a:pPr>
            <a:r>
              <a:rPr lang="en-US" dirty="0"/>
              <a:t>Click to add title</a:t>
            </a:r>
            <a:endParaRPr lang="pt-PT" dirty="0"/>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4"/>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37610838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userDrawn="1"/>
        </p:nvSpPr>
        <p:spPr>
          <a:xfrm>
            <a:off x="4509474" y="732975"/>
            <a:ext cx="5396526"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1661318" y="3913792"/>
            <a:ext cx="2432982" cy="894840"/>
          </a:xfrm>
          <a:prstGeom prst="rect">
            <a:avLst/>
          </a:prstGeom>
        </p:spPr>
        <p:txBody>
          <a:bodyPr anchor="ctr">
            <a:noAutofit/>
          </a:bodyPr>
          <a:lstStyle>
            <a:lvl1pPr>
              <a:lnSpc>
                <a:spcPts val="1300"/>
              </a:lnSpc>
              <a:defRPr sz="1138"/>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1661318" y="5111406"/>
            <a:ext cx="2432982" cy="894840"/>
          </a:xfrm>
          <a:prstGeom prst="rect">
            <a:avLst/>
          </a:prstGeom>
        </p:spPr>
        <p:txBody>
          <a:bodyPr anchor="ctr">
            <a:noAutofit/>
          </a:bodyPr>
          <a:lstStyle>
            <a:lvl1pPr>
              <a:lnSpc>
                <a:spcPts val="1300"/>
              </a:lnSpc>
              <a:defRPr sz="1138"/>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331490" y="1413990"/>
            <a:ext cx="5117039" cy="894840"/>
          </a:xfrm>
          <a:prstGeom prst="rect">
            <a:avLst/>
          </a:prstGeom>
        </p:spPr>
        <p:txBody>
          <a:bodyPr>
            <a:noAutofit/>
          </a:bodyPr>
          <a:lstStyle>
            <a:lvl1pPr>
              <a:lnSpc>
                <a:spcPts val="1788"/>
              </a:lnSpc>
              <a:defRPr sz="1463"/>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1661318" y="2611604"/>
            <a:ext cx="2432982" cy="894840"/>
          </a:xfrm>
          <a:prstGeom prst="rect">
            <a:avLst/>
          </a:prstGeom>
        </p:spPr>
        <p:txBody>
          <a:bodyPr anchor="ctr">
            <a:noAutofit/>
          </a:bodyPr>
          <a:lstStyle>
            <a:lvl1pPr>
              <a:lnSpc>
                <a:spcPts val="1300"/>
              </a:lnSpc>
              <a:defRPr sz="1138"/>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6006117" y="5276722"/>
            <a:ext cx="3568394" cy="729525"/>
          </a:xfrm>
          <a:prstGeom prst="rect">
            <a:avLst/>
          </a:prstGeom>
        </p:spPr>
        <p:txBody>
          <a:bodyPr>
            <a:noAutofit/>
          </a:bodyPr>
          <a:lstStyle>
            <a:lvl1pPr algn="r">
              <a:lnSpc>
                <a:spcPts val="1463"/>
              </a:lnSpc>
              <a:defRPr sz="1300">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6006117" y="4140765"/>
            <a:ext cx="3568394" cy="974725"/>
          </a:xfrm>
          <a:prstGeom prst="rect">
            <a:avLst/>
          </a:prstGeom>
        </p:spPr>
        <p:txBody>
          <a:bodyPr anchor="b">
            <a:noAutofit/>
          </a:bodyPr>
          <a:lstStyle>
            <a:lvl1pPr algn="r">
              <a:lnSpc>
                <a:spcPts val="2438"/>
              </a:lnSpc>
              <a:defRPr sz="2113">
                <a:solidFill>
                  <a:schemeClr val="bg1"/>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2438"/>
              </a:lnSpc>
            </a:pPr>
            <a:r>
              <a:rPr lang="en-US" dirty="0"/>
              <a:t>Click to add title</a:t>
            </a:r>
            <a:endParaRPr lang="pt-PT" dirty="0"/>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9440901" y="6555758"/>
            <a:ext cx="330540" cy="192360"/>
          </a:xfrm>
          <a:prstGeom prst="rect">
            <a:avLst/>
          </a:prstGeom>
        </p:spPr>
        <p:txBody>
          <a:bodyPr wrap="none">
            <a:spAutoFit/>
          </a:bodyPr>
          <a:lstStyle/>
          <a:p>
            <a:pPr algn="r"/>
            <a:fld id="{0502E5A9-B53C-401E-A0E0-4A359BB0A9E5}" type="slidenum">
              <a:rPr lang="en-US" sz="650" smtClean="0">
                <a:solidFill>
                  <a:schemeClr val="bg1"/>
                </a:solidFill>
                <a:cs typeface="Arial" panose="020B0604020202020204" pitchFamily="34" charset="0"/>
              </a:rPr>
              <a:t>‹#›</a:t>
            </a:fld>
            <a:endParaRPr lang="en-US" sz="650" dirty="0">
              <a:solidFill>
                <a:schemeClr val="bg1"/>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8239726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a:off x="0" y="2698314"/>
            <a:ext cx="5087990" cy="415968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dirty="0"/>
          </a:p>
        </p:txBody>
      </p:sp>
      <p:sp>
        <p:nvSpPr>
          <p:cNvPr id="36" name="Text Placeholder 30">
            <a:extLst>
              <a:ext uri="{FF2B5EF4-FFF2-40B4-BE49-F238E27FC236}">
                <a16:creationId xmlns:a16="http://schemas.microsoft.com/office/drawing/2014/main" id="{A694DB54-BE04-4A4E-A6EE-DAEE5E62E607}"/>
              </a:ext>
            </a:extLst>
          </p:cNvPr>
          <p:cNvSpPr>
            <a:spLocks noGrp="1"/>
          </p:cNvSpPr>
          <p:nvPr>
            <p:ph type="body" sz="quarter" idx="22" hasCustomPrompt="1"/>
          </p:nvPr>
        </p:nvSpPr>
        <p:spPr>
          <a:xfrm>
            <a:off x="7122776" y="1370346"/>
            <a:ext cx="2451735" cy="4684811"/>
          </a:xfrm>
          <a:prstGeom prst="rect">
            <a:avLst/>
          </a:prstGeom>
        </p:spPr>
        <p:txBody>
          <a:bodyPr>
            <a:noAutofit/>
          </a:bodyPr>
          <a:lstStyle>
            <a:lvl1pPr marL="232172" marR="0" indent="-232172" algn="l" defTabSz="742950" rtl="0" eaLnBrk="1" fontAlgn="auto" latinLnBrk="0" hangingPunct="1">
              <a:lnSpc>
                <a:spcPct val="90000"/>
              </a:lnSpc>
              <a:spcBef>
                <a:spcPts val="813"/>
              </a:spcBef>
              <a:spcAft>
                <a:spcPts val="0"/>
              </a:spcAft>
              <a:buClr>
                <a:schemeClr val="accent5"/>
              </a:buClr>
              <a:buSzTx/>
              <a:buFont typeface="Wingdings" panose="05000000000000000000" pitchFamily="2" charset="2"/>
              <a:buChar char="§"/>
              <a:tabLst/>
              <a:defRPr sz="1138"/>
            </a:lvl1pPr>
          </a:lstStyle>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endParaRPr lang="en-US" dirty="0"/>
          </a:p>
        </p:txBody>
      </p:sp>
      <p:sp>
        <p:nvSpPr>
          <p:cNvPr id="35" name="Text Placeholder 4">
            <a:extLst>
              <a:ext uri="{FF2B5EF4-FFF2-40B4-BE49-F238E27FC236}">
                <a16:creationId xmlns:a16="http://schemas.microsoft.com/office/drawing/2014/main" id="{E2060C84-FD71-4961-82B4-7C268461CC65}"/>
              </a:ext>
            </a:extLst>
          </p:cNvPr>
          <p:cNvSpPr>
            <a:spLocks noGrp="1"/>
          </p:cNvSpPr>
          <p:nvPr>
            <p:ph type="body" sz="quarter" idx="21" hasCustomPrompt="1"/>
          </p:nvPr>
        </p:nvSpPr>
        <p:spPr>
          <a:xfrm>
            <a:off x="7122776" y="948200"/>
            <a:ext cx="2451735" cy="412363"/>
          </a:xfrm>
          <a:prstGeom prst="rect">
            <a:avLst/>
          </a:prstGeom>
          <a:noFill/>
        </p:spPr>
        <p:txBody>
          <a:bodyPr anchor="ctr">
            <a:normAutofit/>
          </a:bodyPr>
          <a:lstStyle>
            <a:lvl1pPr algn="l">
              <a:defRPr sz="1300" b="1">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32" name="Text Placeholder 4">
            <a:extLst>
              <a:ext uri="{FF2B5EF4-FFF2-40B4-BE49-F238E27FC236}">
                <a16:creationId xmlns:a16="http://schemas.microsoft.com/office/drawing/2014/main" id="{2004AAFC-35BA-48A1-8C05-845440E48D80}"/>
              </a:ext>
            </a:extLst>
          </p:cNvPr>
          <p:cNvSpPr>
            <a:spLocks noGrp="1"/>
          </p:cNvSpPr>
          <p:nvPr>
            <p:ph type="body" sz="quarter" idx="18" hasCustomPrompt="1"/>
          </p:nvPr>
        </p:nvSpPr>
        <p:spPr>
          <a:xfrm>
            <a:off x="4384167" y="948200"/>
            <a:ext cx="2451735" cy="412363"/>
          </a:xfrm>
          <a:prstGeom prst="rect">
            <a:avLst/>
          </a:prstGeom>
          <a:noFill/>
        </p:spPr>
        <p:txBody>
          <a:bodyPr anchor="ctr">
            <a:normAutofit/>
          </a:bodyPr>
          <a:lstStyle>
            <a:lvl1pPr algn="l">
              <a:defRPr sz="1300" b="1">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636293" y="4963915"/>
            <a:ext cx="2678526" cy="331986"/>
          </a:xfrm>
          <a:prstGeom prst="rect">
            <a:avLst/>
          </a:prstGeom>
          <a:noFill/>
        </p:spPr>
        <p:txBody>
          <a:bodyPr anchor="ctr">
            <a:noAutofit/>
          </a:bodyPr>
          <a:lstStyle>
            <a:lvl1pPr algn="l">
              <a:defRPr sz="1300" b="1">
                <a:solidFill>
                  <a:schemeClr val="bg1"/>
                </a:solidFill>
              </a:defRPr>
            </a:lvl1pPr>
            <a:lvl2pPr>
              <a:defRPr sz="1138"/>
            </a:lvl2pPr>
            <a:lvl3pPr>
              <a:defRPr sz="975"/>
            </a:lvl3pPr>
            <a:lvl4pPr>
              <a:defRPr sz="894"/>
            </a:lvl4pPr>
            <a:lvl5pPr>
              <a:defRPr sz="894"/>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636293" y="3601840"/>
            <a:ext cx="2678526" cy="412363"/>
          </a:xfrm>
          <a:prstGeom prst="rect">
            <a:avLst/>
          </a:prstGeom>
          <a:noFill/>
        </p:spPr>
        <p:txBody>
          <a:bodyPr anchor="ctr">
            <a:noAutofit/>
          </a:bodyPr>
          <a:lstStyle>
            <a:lvl1pPr algn="l">
              <a:spcAft>
                <a:spcPts val="0"/>
              </a:spcAft>
              <a:defRPr sz="1463" b="1">
                <a:solidFill>
                  <a:schemeClr val="bg1"/>
                </a:solidFill>
              </a:defRPr>
            </a:lvl1pPr>
            <a:lvl2pPr>
              <a:defRPr sz="1138"/>
            </a:lvl2pPr>
            <a:lvl3pPr>
              <a:defRPr sz="975"/>
            </a:lvl3pPr>
            <a:lvl4pPr>
              <a:defRPr sz="894"/>
            </a:lvl4pPr>
            <a:lvl5pPr>
              <a:defRPr sz="894"/>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635441" y="4029586"/>
            <a:ext cx="2684617" cy="894840"/>
          </a:xfrm>
          <a:prstGeom prst="rect">
            <a:avLst/>
          </a:prstGeom>
        </p:spPr>
        <p:txBody>
          <a:bodyPr>
            <a:noAutofit/>
          </a:bodyPr>
          <a:lstStyle>
            <a:lvl1pPr>
              <a:lnSpc>
                <a:spcPct val="100000"/>
              </a:lnSpc>
              <a:defRPr sz="1138">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635441" y="5286886"/>
            <a:ext cx="2679377" cy="713864"/>
          </a:xfrm>
          <a:prstGeom prst="rect">
            <a:avLst/>
          </a:prstGeom>
        </p:spPr>
        <p:txBody>
          <a:bodyPr>
            <a:noAutofit/>
          </a:bodyPr>
          <a:lstStyle>
            <a:lvl1pPr>
              <a:lnSpc>
                <a:spcPct val="100000"/>
              </a:lnSpc>
              <a:defRPr sz="1138">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1138"/>
            </a:lvl5pPr>
          </a:lstStyle>
          <a:p>
            <a:pPr lvl="0"/>
            <a:r>
              <a:rPr lang="en-US" dirty="0"/>
              <a:t>Insert text</a:t>
            </a:r>
          </a:p>
        </p:txBody>
      </p:sp>
      <p:sp>
        <p:nvSpPr>
          <p:cNvPr id="31" name="Text Placeholder 30">
            <a:extLst>
              <a:ext uri="{FF2B5EF4-FFF2-40B4-BE49-F238E27FC236}">
                <a16:creationId xmlns:a16="http://schemas.microsoft.com/office/drawing/2014/main" id="{2F5FD05B-1971-40EF-87B3-AD5F161F8514}"/>
              </a:ext>
            </a:extLst>
          </p:cNvPr>
          <p:cNvSpPr>
            <a:spLocks noGrp="1"/>
          </p:cNvSpPr>
          <p:nvPr>
            <p:ph type="body" sz="quarter" idx="17" hasCustomPrompt="1"/>
          </p:nvPr>
        </p:nvSpPr>
        <p:spPr>
          <a:xfrm>
            <a:off x="4382441" y="1370346"/>
            <a:ext cx="2451735" cy="1951038"/>
          </a:xfrm>
          <a:prstGeom prst="rect">
            <a:avLst/>
          </a:prstGeom>
        </p:spPr>
        <p:txBody>
          <a:bodyPr>
            <a:noAutofit/>
          </a:bodyPr>
          <a:lstStyle>
            <a:lvl1pPr marL="189607" marR="0" indent="-189607" algn="l" defTabSz="742950" rtl="0" eaLnBrk="1" fontAlgn="auto" latinLnBrk="0" hangingPunct="1">
              <a:lnSpc>
                <a:spcPct val="90000"/>
              </a:lnSpc>
              <a:spcBef>
                <a:spcPts val="813"/>
              </a:spcBef>
              <a:spcAft>
                <a:spcPts val="0"/>
              </a:spcAft>
              <a:buClr>
                <a:schemeClr val="accent5"/>
              </a:buClr>
              <a:buSzTx/>
              <a:buFont typeface="Wingdings" panose="05000000000000000000" pitchFamily="2" charset="2"/>
              <a:buChar char="§"/>
              <a:tabLst/>
              <a:defRPr sz="1138"/>
            </a:lvl1pPr>
          </a:lstStyle>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endParaRPr lang="en-US" dirty="0"/>
          </a:p>
        </p:txBody>
      </p:sp>
      <p:sp>
        <p:nvSpPr>
          <p:cNvPr id="33" name="Text Placeholder 4">
            <a:extLst>
              <a:ext uri="{FF2B5EF4-FFF2-40B4-BE49-F238E27FC236}">
                <a16:creationId xmlns:a16="http://schemas.microsoft.com/office/drawing/2014/main" id="{C387DD03-5B9B-4915-A35C-BA24C495D5E3}"/>
              </a:ext>
            </a:extLst>
          </p:cNvPr>
          <p:cNvSpPr>
            <a:spLocks noGrp="1"/>
          </p:cNvSpPr>
          <p:nvPr>
            <p:ph type="body" sz="quarter" idx="19" hasCustomPrompt="1"/>
          </p:nvPr>
        </p:nvSpPr>
        <p:spPr>
          <a:xfrm>
            <a:off x="4393103" y="3683544"/>
            <a:ext cx="2451735" cy="412363"/>
          </a:xfrm>
          <a:prstGeom prst="rect">
            <a:avLst/>
          </a:prstGeom>
          <a:noFill/>
        </p:spPr>
        <p:txBody>
          <a:bodyPr anchor="ctr">
            <a:normAutofit/>
          </a:bodyPr>
          <a:lstStyle>
            <a:lvl1pPr algn="l">
              <a:defRPr sz="1300" b="1">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34" name="Text Placeholder 30">
            <a:extLst>
              <a:ext uri="{FF2B5EF4-FFF2-40B4-BE49-F238E27FC236}">
                <a16:creationId xmlns:a16="http://schemas.microsoft.com/office/drawing/2014/main" id="{F174517F-7F9E-4498-9850-A8027203156A}"/>
              </a:ext>
            </a:extLst>
          </p:cNvPr>
          <p:cNvSpPr>
            <a:spLocks noGrp="1"/>
          </p:cNvSpPr>
          <p:nvPr>
            <p:ph type="body" sz="quarter" idx="20" hasCustomPrompt="1"/>
          </p:nvPr>
        </p:nvSpPr>
        <p:spPr>
          <a:xfrm>
            <a:off x="4391377" y="4105691"/>
            <a:ext cx="2451735" cy="1951038"/>
          </a:xfrm>
          <a:prstGeom prst="rect">
            <a:avLst/>
          </a:prstGeom>
        </p:spPr>
        <p:txBody>
          <a:bodyPr>
            <a:noAutofit/>
          </a:bodyPr>
          <a:lstStyle>
            <a:lvl1pPr marL="232172" marR="0" indent="-232172" algn="l" defTabSz="742950" rtl="0" eaLnBrk="1" fontAlgn="auto" latinLnBrk="0" hangingPunct="1">
              <a:lnSpc>
                <a:spcPct val="90000"/>
              </a:lnSpc>
              <a:spcBef>
                <a:spcPts val="813"/>
              </a:spcBef>
              <a:spcAft>
                <a:spcPts val="0"/>
              </a:spcAft>
              <a:buClr>
                <a:schemeClr val="accent5"/>
              </a:buClr>
              <a:buSzTx/>
              <a:buFont typeface="Wingdings" panose="05000000000000000000" pitchFamily="2" charset="2"/>
              <a:buChar char="§"/>
              <a:tabLst/>
              <a:defRPr sz="1138"/>
            </a:lvl1pPr>
          </a:lstStyle>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r>
              <a:rPr lang="en-US" dirty="0"/>
              <a:t>Click to insert bullet point</a:t>
            </a:r>
          </a:p>
          <a:p>
            <a:pPr marL="232172" marR="0" lvl="0" indent="-232172" algn="l" defTabSz="742950" rtl="0" eaLnBrk="1" fontAlgn="auto" latinLnBrk="0" hangingPunct="1">
              <a:lnSpc>
                <a:spcPct val="90000"/>
              </a:lnSpc>
              <a:spcBef>
                <a:spcPts val="813"/>
              </a:spcBef>
              <a:spcAft>
                <a:spcPts val="0"/>
              </a:spcAft>
              <a:buClr>
                <a:srgbClr val="95E616"/>
              </a:buClr>
              <a:buSzTx/>
              <a:buFont typeface="Arial" panose="020B0604020202020204" pitchFamily="34" charset="0"/>
              <a:buChar char="•"/>
              <a:tabLst/>
              <a:defRPr/>
            </a:pPr>
            <a:endParaRPr lang="en-US" dirty="0"/>
          </a:p>
        </p:txBody>
      </p:sp>
      <p:sp>
        <p:nvSpPr>
          <p:cNvPr id="13" name="Oval 20">
            <a:extLst>
              <a:ext uri="{FF2B5EF4-FFF2-40B4-BE49-F238E27FC236}">
                <a16:creationId xmlns:a16="http://schemas.microsoft.com/office/drawing/2014/main" id="{1EFB3510-D39A-47CF-8191-109DDF9E53D5}"/>
              </a:ext>
            </a:extLst>
          </p:cNvPr>
          <p:cNvSpPr/>
          <p:nvPr userDrawn="1"/>
        </p:nvSpPr>
        <p:spPr>
          <a:xfrm>
            <a:off x="619635" y="1028252"/>
            <a:ext cx="2119993"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4"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chemeClr val="tx2"/>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37614243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331490" y="2010607"/>
            <a:ext cx="4504135" cy="4442581"/>
          </a:xfrm>
          <a:prstGeom prst="rect">
            <a:avLst/>
          </a:prstGeom>
        </p:spPr>
        <p:txBody>
          <a:bodyPr>
            <a:noAutofit/>
          </a:bodyPr>
          <a:lstStyle>
            <a:lvl1pPr>
              <a:lnSpc>
                <a:spcPct val="100000"/>
              </a:lnSpc>
              <a:defRPr sz="1138">
                <a:solidFill>
                  <a:schemeClr val="tx1"/>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5070378" y="2010606"/>
            <a:ext cx="4482111" cy="4441372"/>
          </a:xfrm>
          <a:prstGeom prst="rect">
            <a:avLst/>
          </a:prstGeom>
        </p:spPr>
        <p:txBody>
          <a:bodyPr>
            <a:noAutofit/>
          </a:bodyPr>
          <a:lstStyle>
            <a:lvl1pPr>
              <a:lnSpc>
                <a:spcPct val="100000"/>
              </a:lnSpc>
              <a:defRPr sz="1138">
                <a:solidFill>
                  <a:schemeClr val="tx1"/>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331490" y="1420990"/>
            <a:ext cx="4504135" cy="438494"/>
          </a:xfrm>
          <a:prstGeom prst="rect">
            <a:avLst/>
          </a:prstGeom>
        </p:spPr>
        <p:txBody>
          <a:bodyPr>
            <a:noAutofit/>
          </a:bodyPr>
          <a:lstStyle>
            <a:lvl1pPr>
              <a:lnSpc>
                <a:spcPts val="1788"/>
              </a:lnSpc>
              <a:defRPr sz="1463" b="0">
                <a:solidFill>
                  <a:srgbClr val="12ABDB"/>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5070378" y="1420990"/>
            <a:ext cx="4482111" cy="438494"/>
          </a:xfrm>
          <a:prstGeom prst="rect">
            <a:avLst/>
          </a:prstGeom>
        </p:spPr>
        <p:txBody>
          <a:bodyPr>
            <a:noAutofit/>
          </a:bodyPr>
          <a:lstStyle>
            <a:lvl1pPr>
              <a:lnSpc>
                <a:spcPts val="1788"/>
              </a:lnSpc>
              <a:defRPr sz="1463" b="0">
                <a:solidFill>
                  <a:srgbClr val="12ABDB"/>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331490" y="404813"/>
            <a:ext cx="8892484"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2438"/>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spTree>
    <p:extLst>
      <p:ext uri="{BB962C8B-B14F-4D97-AF65-F5344CB8AC3E}">
        <p14:creationId xmlns:p14="http://schemas.microsoft.com/office/powerpoint/2010/main" val="2663724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4077072"/>
            <a:ext cx="9906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dirty="0"/>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346522" y="1423338"/>
            <a:ext cx="2897505" cy="412363"/>
          </a:xfrm>
          <a:prstGeom prst="rect">
            <a:avLst/>
          </a:prstGeom>
          <a:noFill/>
        </p:spPr>
        <p:txBody>
          <a:bodyPr anchor="ctr">
            <a:noAutofit/>
          </a:bodyPr>
          <a:lstStyle>
            <a:lvl1pPr algn="l">
              <a:defRPr sz="1463" b="0">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6677006" y="1423338"/>
            <a:ext cx="2897505" cy="412363"/>
          </a:xfrm>
          <a:prstGeom prst="rect">
            <a:avLst/>
          </a:prstGeom>
          <a:noFill/>
        </p:spPr>
        <p:txBody>
          <a:bodyPr anchor="ctr">
            <a:noAutofit/>
          </a:bodyPr>
          <a:lstStyle>
            <a:lvl1pPr algn="l">
              <a:defRPr sz="1463" b="0">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3511764" y="1423338"/>
            <a:ext cx="2897505" cy="412363"/>
          </a:xfrm>
          <a:prstGeom prst="rect">
            <a:avLst/>
          </a:prstGeom>
          <a:noFill/>
        </p:spPr>
        <p:txBody>
          <a:bodyPr anchor="ctr">
            <a:noAutofit/>
          </a:bodyPr>
          <a:lstStyle>
            <a:lvl1pPr algn="l">
              <a:defRPr sz="1463" b="0">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331490" y="4231997"/>
            <a:ext cx="9243020"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346522" y="1866556"/>
            <a:ext cx="2897505" cy="1994493"/>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21"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3511764" y="1866556"/>
            <a:ext cx="2897505" cy="1994493"/>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6677006" y="1866556"/>
            <a:ext cx="2897505" cy="1994493"/>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346521" y="4674188"/>
            <a:ext cx="9227989" cy="1799211"/>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544244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Topics with icons">
    <p:bg>
      <p:bgPr>
        <a:solidFill>
          <a:schemeClr val="bg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10"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1619118" y="1556793"/>
            <a:ext cx="7955393" cy="1368152"/>
          </a:xfrm>
          <a:prstGeom prst="rect">
            <a:avLst/>
          </a:prstGeom>
        </p:spPr>
        <p:txBody>
          <a:bodyPr anchor="ctr">
            <a:noAutofit/>
          </a:bodyPr>
          <a:lstStyle>
            <a:lvl1pPr>
              <a:lnSpc>
                <a:spcPts val="1788"/>
              </a:lnSpc>
              <a:defRPr sz="1463">
                <a:solidFill>
                  <a:schemeClr val="tx1"/>
                </a:solidFill>
              </a:defRPr>
            </a:lvl1pPr>
            <a:lvl2pPr marL="188317" indent="-184448">
              <a:lnSpc>
                <a:spcPts val="1463"/>
              </a:lnSpc>
              <a:defRPr sz="1300">
                <a:solidFill>
                  <a:schemeClr val="tx1"/>
                </a:solidFill>
              </a:defRPr>
            </a:lvl2pPr>
            <a:lvl3pPr marL="376634" indent="-188317">
              <a:lnSpc>
                <a:spcPts val="1300"/>
              </a:lnSpc>
              <a:defRPr sz="1138">
                <a:solidFill>
                  <a:schemeClr val="tx1"/>
                </a:solidFill>
              </a:defRPr>
            </a:lvl3pPr>
            <a:lvl4pPr marL="554633" indent="-177998">
              <a:lnSpc>
                <a:spcPts val="1138"/>
              </a:lnSpc>
              <a:defRPr sz="975">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1"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1619118" y="3320915"/>
            <a:ext cx="7955393" cy="1368152"/>
          </a:xfrm>
          <a:prstGeom prst="rect">
            <a:avLst/>
          </a:prstGeom>
        </p:spPr>
        <p:txBody>
          <a:bodyPr anchor="ctr">
            <a:noAutofit/>
          </a:bodyPr>
          <a:lstStyle>
            <a:lvl1pPr>
              <a:lnSpc>
                <a:spcPts val="1788"/>
              </a:lnSpc>
              <a:defRPr sz="1463">
                <a:solidFill>
                  <a:schemeClr val="tx1"/>
                </a:solidFill>
              </a:defRPr>
            </a:lvl1pPr>
            <a:lvl2pPr marL="188317" indent="-184448">
              <a:lnSpc>
                <a:spcPts val="1463"/>
              </a:lnSpc>
              <a:defRPr sz="1300">
                <a:solidFill>
                  <a:schemeClr val="tx1"/>
                </a:solidFill>
              </a:defRPr>
            </a:lvl2pPr>
            <a:lvl3pPr marL="376634" indent="-188317">
              <a:lnSpc>
                <a:spcPts val="1300"/>
              </a:lnSpc>
              <a:defRPr sz="1138">
                <a:solidFill>
                  <a:schemeClr val="tx1"/>
                </a:solidFill>
              </a:defRPr>
            </a:lvl3pPr>
            <a:lvl4pPr marL="554633" indent="-177998">
              <a:lnSpc>
                <a:spcPts val="1138"/>
              </a:lnSpc>
              <a:defRPr sz="975">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2"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1619118" y="5085036"/>
            <a:ext cx="7955393" cy="1368152"/>
          </a:xfrm>
          <a:prstGeom prst="rect">
            <a:avLst/>
          </a:prstGeom>
        </p:spPr>
        <p:txBody>
          <a:bodyPr anchor="ctr">
            <a:noAutofit/>
          </a:bodyPr>
          <a:lstStyle>
            <a:lvl1pPr>
              <a:lnSpc>
                <a:spcPts val="1788"/>
              </a:lnSpc>
              <a:defRPr sz="1463">
                <a:solidFill>
                  <a:schemeClr val="tx1"/>
                </a:solidFill>
              </a:defRPr>
            </a:lvl1pPr>
            <a:lvl2pPr marL="188317" indent="-184448">
              <a:lnSpc>
                <a:spcPts val="1463"/>
              </a:lnSpc>
              <a:defRPr sz="1300">
                <a:solidFill>
                  <a:schemeClr val="tx1"/>
                </a:solidFill>
              </a:defRPr>
            </a:lvl2pPr>
            <a:lvl3pPr marL="376634" indent="-188317">
              <a:lnSpc>
                <a:spcPts val="1300"/>
              </a:lnSpc>
              <a:defRPr sz="1138">
                <a:solidFill>
                  <a:schemeClr val="tx1"/>
                </a:solidFill>
              </a:defRPr>
            </a:lvl3pPr>
            <a:lvl4pPr marL="554633" indent="-177998">
              <a:lnSpc>
                <a:spcPts val="1138"/>
              </a:lnSpc>
              <a:defRPr sz="975">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grpSp>
        <p:nvGrpSpPr>
          <p:cNvPr id="17" name="Group 4">
            <a:extLst>
              <a:ext uri="{FF2B5EF4-FFF2-40B4-BE49-F238E27FC236}">
                <a16:creationId xmlns:a16="http://schemas.microsoft.com/office/drawing/2014/main" id="{F55AA728-28C9-4E2C-9F9C-ED1CE98A5CDA}"/>
              </a:ext>
            </a:extLst>
          </p:cNvPr>
          <p:cNvGrpSpPr>
            <a:grpSpLocks noChangeAspect="1"/>
          </p:cNvGrpSpPr>
          <p:nvPr userDrawn="1"/>
        </p:nvGrpSpPr>
        <p:grpSpPr bwMode="auto">
          <a:xfrm>
            <a:off x="306092" y="3487371"/>
            <a:ext cx="1044838" cy="1201696"/>
            <a:chOff x="-163" y="-158"/>
            <a:chExt cx="2854" cy="2667"/>
          </a:xfrm>
        </p:grpSpPr>
        <p:sp>
          <p:nvSpPr>
            <p:cNvPr id="18" name="Freeform 5">
              <a:extLst>
                <a:ext uri="{FF2B5EF4-FFF2-40B4-BE49-F238E27FC236}">
                  <a16:creationId xmlns:a16="http://schemas.microsoft.com/office/drawing/2014/main" id="{C00D10BF-495F-4321-9BCA-1A6DC376E34A}"/>
                </a:ext>
              </a:extLst>
            </p:cNvPr>
            <p:cNvSpPr>
              <a:spLocks/>
            </p:cNvSpPr>
            <p:nvPr/>
          </p:nvSpPr>
          <p:spPr bwMode="auto">
            <a:xfrm>
              <a:off x="-163" y="-158"/>
              <a:ext cx="2854" cy="2667"/>
            </a:xfrm>
            <a:custGeom>
              <a:avLst/>
              <a:gdLst>
                <a:gd name="T0" fmla="*/ 153 w 1067"/>
                <a:gd name="T1" fmla="*/ 780 h 997"/>
                <a:gd name="T2" fmla="*/ 256 w 1067"/>
                <a:gd name="T3" fmla="*/ 149 h 997"/>
                <a:gd name="T4" fmla="*/ 914 w 1067"/>
                <a:gd name="T5" fmla="*/ 241 h 997"/>
                <a:gd name="T6" fmla="*/ 794 w 1067"/>
                <a:gd name="T7" fmla="*/ 848 h 997"/>
                <a:gd name="T8" fmla="*/ 153 w 1067"/>
                <a:gd name="T9" fmla="*/ 780 h 997"/>
              </a:gdLst>
              <a:ahLst/>
              <a:cxnLst>
                <a:cxn ang="0">
                  <a:pos x="T0" y="T1"/>
                </a:cxn>
                <a:cxn ang="0">
                  <a:pos x="T2" y="T3"/>
                </a:cxn>
                <a:cxn ang="0">
                  <a:pos x="T4" y="T5"/>
                </a:cxn>
                <a:cxn ang="0">
                  <a:pos x="T6" y="T7"/>
                </a:cxn>
                <a:cxn ang="0">
                  <a:pos x="T8" y="T9"/>
                </a:cxn>
              </a:cxnLst>
              <a:rect l="0" t="0" r="r" b="b"/>
              <a:pathLst>
                <a:path w="1067" h="99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19" name="Freeform 6">
              <a:extLst>
                <a:ext uri="{FF2B5EF4-FFF2-40B4-BE49-F238E27FC236}">
                  <a16:creationId xmlns:a16="http://schemas.microsoft.com/office/drawing/2014/main" id="{FC345721-3D86-455D-A3E5-6A031E9161FE}"/>
                </a:ext>
              </a:extLst>
            </p:cNvPr>
            <p:cNvSpPr>
              <a:spLocks/>
            </p:cNvSpPr>
            <p:nvPr/>
          </p:nvSpPr>
          <p:spPr bwMode="auto">
            <a:xfrm>
              <a:off x="677" y="535"/>
              <a:ext cx="465" cy="500"/>
            </a:xfrm>
            <a:custGeom>
              <a:avLst/>
              <a:gdLst>
                <a:gd name="T0" fmla="*/ 71 w 174"/>
                <a:gd name="T1" fmla="*/ 178 h 187"/>
                <a:gd name="T2" fmla="*/ 8 w 174"/>
                <a:gd name="T3" fmla="*/ 78 h 187"/>
                <a:gd name="T4" fmla="*/ 98 w 174"/>
                <a:gd name="T5" fmla="*/ 9 h 187"/>
                <a:gd name="T6" fmla="*/ 167 w 174"/>
                <a:gd name="T7" fmla="*/ 110 h 187"/>
                <a:gd name="T8" fmla="*/ 71 w 174"/>
                <a:gd name="T9" fmla="*/ 178 h 187"/>
              </a:gdLst>
              <a:ahLst/>
              <a:cxnLst>
                <a:cxn ang="0">
                  <a:pos x="T0" y="T1"/>
                </a:cxn>
                <a:cxn ang="0">
                  <a:pos x="T2" y="T3"/>
                </a:cxn>
                <a:cxn ang="0">
                  <a:pos x="T4" y="T5"/>
                </a:cxn>
                <a:cxn ang="0">
                  <a:pos x="T6" y="T7"/>
                </a:cxn>
                <a:cxn ang="0">
                  <a:pos x="T8" y="T9"/>
                </a:cxn>
              </a:cxnLst>
              <a:rect l="0" t="0" r="r" b="b"/>
              <a:pathLst>
                <a:path w="174" h="187">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20" name="Freeform 7">
              <a:extLst>
                <a:ext uri="{FF2B5EF4-FFF2-40B4-BE49-F238E27FC236}">
                  <a16:creationId xmlns:a16="http://schemas.microsoft.com/office/drawing/2014/main" id="{88996DE1-792D-4B62-9A86-687AFAF8E76E}"/>
                </a:ext>
              </a:extLst>
            </p:cNvPr>
            <p:cNvSpPr>
              <a:spLocks/>
            </p:cNvSpPr>
            <p:nvPr/>
          </p:nvSpPr>
          <p:spPr bwMode="auto">
            <a:xfrm>
              <a:off x="500" y="1075"/>
              <a:ext cx="821" cy="543"/>
            </a:xfrm>
            <a:custGeom>
              <a:avLst/>
              <a:gdLst>
                <a:gd name="T0" fmla="*/ 49 w 307"/>
                <a:gd name="T1" fmla="*/ 182 h 203"/>
                <a:gd name="T2" fmla="*/ 8 w 307"/>
                <a:gd name="T3" fmla="*/ 118 h 203"/>
                <a:gd name="T4" fmla="*/ 192 w 307"/>
                <a:gd name="T5" fmla="*/ 23 h 203"/>
                <a:gd name="T6" fmla="*/ 303 w 307"/>
                <a:gd name="T7" fmla="*/ 135 h 203"/>
                <a:gd name="T8" fmla="*/ 307 w 307"/>
                <a:gd name="T9" fmla="*/ 172 h 203"/>
                <a:gd name="T10" fmla="*/ 49 w 307"/>
                <a:gd name="T11" fmla="*/ 182 h 203"/>
              </a:gdLst>
              <a:ahLst/>
              <a:cxnLst>
                <a:cxn ang="0">
                  <a:pos x="T0" y="T1"/>
                </a:cxn>
                <a:cxn ang="0">
                  <a:pos x="T2" y="T3"/>
                </a:cxn>
                <a:cxn ang="0">
                  <a:pos x="T4" y="T5"/>
                </a:cxn>
                <a:cxn ang="0">
                  <a:pos x="T6" y="T7"/>
                </a:cxn>
                <a:cxn ang="0">
                  <a:pos x="T8" y="T9"/>
                </a:cxn>
                <a:cxn ang="0">
                  <a:pos x="T10" y="T11"/>
                </a:cxn>
              </a:cxnLst>
              <a:rect l="0" t="0" r="r" b="b"/>
              <a:pathLst>
                <a:path w="307" h="203">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21" name="Freeform 8">
              <a:extLst>
                <a:ext uri="{FF2B5EF4-FFF2-40B4-BE49-F238E27FC236}">
                  <a16:creationId xmlns:a16="http://schemas.microsoft.com/office/drawing/2014/main" id="{99A3E024-557A-4737-A486-DB81CBFED8D8}"/>
                </a:ext>
              </a:extLst>
            </p:cNvPr>
            <p:cNvSpPr>
              <a:spLocks/>
            </p:cNvSpPr>
            <p:nvPr/>
          </p:nvSpPr>
          <p:spPr bwMode="auto">
            <a:xfrm>
              <a:off x="1249" y="575"/>
              <a:ext cx="527" cy="570"/>
            </a:xfrm>
            <a:custGeom>
              <a:avLst/>
              <a:gdLst>
                <a:gd name="T0" fmla="*/ 105 w 197"/>
                <a:gd name="T1" fmla="*/ 209 h 213"/>
                <a:gd name="T2" fmla="*/ 196 w 197"/>
                <a:gd name="T3" fmla="*/ 100 h 213"/>
                <a:gd name="T4" fmla="*/ 99 w 197"/>
                <a:gd name="T5" fmla="*/ 4 h 213"/>
                <a:gd name="T6" fmla="*/ 2 w 197"/>
                <a:gd name="T7" fmla="*/ 113 h 213"/>
                <a:gd name="T8" fmla="*/ 105 w 197"/>
                <a:gd name="T9" fmla="*/ 209 h 213"/>
              </a:gdLst>
              <a:ahLst/>
              <a:cxnLst>
                <a:cxn ang="0">
                  <a:pos x="T0" y="T1"/>
                </a:cxn>
                <a:cxn ang="0">
                  <a:pos x="T2" y="T3"/>
                </a:cxn>
                <a:cxn ang="0">
                  <a:pos x="T4" y="T5"/>
                </a:cxn>
                <a:cxn ang="0">
                  <a:pos x="T6" y="T7"/>
                </a:cxn>
                <a:cxn ang="0">
                  <a:pos x="T8" y="T9"/>
                </a:cxn>
              </a:cxnLst>
              <a:rect l="0" t="0" r="r" b="b"/>
              <a:pathLst>
                <a:path w="197" h="213">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22" name="Freeform 9">
              <a:extLst>
                <a:ext uri="{FF2B5EF4-FFF2-40B4-BE49-F238E27FC236}">
                  <a16:creationId xmlns:a16="http://schemas.microsoft.com/office/drawing/2014/main" id="{B91EABC1-BAA9-4368-93ED-01B2A8854188}"/>
                </a:ext>
              </a:extLst>
            </p:cNvPr>
            <p:cNvSpPr>
              <a:spLocks/>
            </p:cNvSpPr>
            <p:nvPr/>
          </p:nvSpPr>
          <p:spPr bwMode="auto">
            <a:xfrm>
              <a:off x="1017" y="1209"/>
              <a:ext cx="986" cy="647"/>
            </a:xfrm>
            <a:custGeom>
              <a:avLst/>
              <a:gdLst>
                <a:gd name="T0" fmla="*/ 1 w 369"/>
                <a:gd name="T1" fmla="*/ 207 h 242"/>
                <a:gd name="T2" fmla="*/ 5 w 369"/>
                <a:gd name="T3" fmla="*/ 162 h 242"/>
                <a:gd name="T4" fmla="*/ 137 w 369"/>
                <a:gd name="T5" fmla="*/ 28 h 242"/>
                <a:gd name="T6" fmla="*/ 356 w 369"/>
                <a:gd name="T7" fmla="*/ 131 h 242"/>
                <a:gd name="T8" fmla="*/ 304 w 369"/>
                <a:gd name="T9" fmla="*/ 218 h 242"/>
                <a:gd name="T10" fmla="*/ 1 w 369"/>
                <a:gd name="T11" fmla="*/ 207 h 242"/>
              </a:gdLst>
              <a:ahLst/>
              <a:cxnLst>
                <a:cxn ang="0">
                  <a:pos x="T0" y="T1"/>
                </a:cxn>
                <a:cxn ang="0">
                  <a:pos x="T2" y="T3"/>
                </a:cxn>
                <a:cxn ang="0">
                  <a:pos x="T4" y="T5"/>
                </a:cxn>
                <a:cxn ang="0">
                  <a:pos x="T6" y="T7"/>
                </a:cxn>
                <a:cxn ang="0">
                  <a:pos x="T8" y="T9"/>
                </a:cxn>
                <a:cxn ang="0">
                  <a:pos x="T10" y="T11"/>
                </a:cxn>
              </a:cxnLst>
              <a:rect l="0" t="0" r="r" b="b"/>
              <a:pathLst>
                <a:path w="369" h="242">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grpSp>
      <p:grpSp>
        <p:nvGrpSpPr>
          <p:cNvPr id="23" name="Group 30">
            <a:extLst>
              <a:ext uri="{FF2B5EF4-FFF2-40B4-BE49-F238E27FC236}">
                <a16:creationId xmlns:a16="http://schemas.microsoft.com/office/drawing/2014/main" id="{A10900A1-B639-4F4D-B2A8-3302F49771BD}"/>
              </a:ext>
            </a:extLst>
          </p:cNvPr>
          <p:cNvGrpSpPr>
            <a:grpSpLocks noChangeAspect="1"/>
          </p:cNvGrpSpPr>
          <p:nvPr userDrawn="1"/>
        </p:nvGrpSpPr>
        <p:grpSpPr bwMode="auto">
          <a:xfrm>
            <a:off x="306092" y="1642923"/>
            <a:ext cx="1039391" cy="1195892"/>
            <a:chOff x="-223" y="-210"/>
            <a:chExt cx="3852" cy="3601"/>
          </a:xfrm>
        </p:grpSpPr>
        <p:sp>
          <p:nvSpPr>
            <p:cNvPr id="24" name="Freeform 31">
              <a:extLst>
                <a:ext uri="{FF2B5EF4-FFF2-40B4-BE49-F238E27FC236}">
                  <a16:creationId xmlns:a16="http://schemas.microsoft.com/office/drawing/2014/main" id="{63E2A064-7520-4F5E-83E0-1D9A7E442B39}"/>
                </a:ext>
              </a:extLst>
            </p:cNvPr>
            <p:cNvSpPr>
              <a:spLocks/>
            </p:cNvSpPr>
            <p:nvPr/>
          </p:nvSpPr>
          <p:spPr bwMode="auto">
            <a:xfrm>
              <a:off x="-223" y="-210"/>
              <a:ext cx="3852" cy="3601"/>
            </a:xfrm>
            <a:custGeom>
              <a:avLst/>
              <a:gdLst>
                <a:gd name="T0" fmla="*/ 207 w 1442"/>
                <a:gd name="T1" fmla="*/ 1053 h 1347"/>
                <a:gd name="T2" fmla="*/ 346 w 1442"/>
                <a:gd name="T3" fmla="*/ 201 h 1347"/>
                <a:gd name="T4" fmla="*/ 1235 w 1442"/>
                <a:gd name="T5" fmla="*/ 326 h 1347"/>
                <a:gd name="T6" fmla="*/ 1073 w 1442"/>
                <a:gd name="T7" fmla="*/ 1147 h 1347"/>
                <a:gd name="T8" fmla="*/ 207 w 1442"/>
                <a:gd name="T9" fmla="*/ 1053 h 1347"/>
              </a:gdLst>
              <a:ahLst/>
              <a:cxnLst>
                <a:cxn ang="0">
                  <a:pos x="T0" y="T1"/>
                </a:cxn>
                <a:cxn ang="0">
                  <a:pos x="T2" y="T3"/>
                </a:cxn>
                <a:cxn ang="0">
                  <a:pos x="T4" y="T5"/>
                </a:cxn>
                <a:cxn ang="0">
                  <a:pos x="T6" y="T7"/>
                </a:cxn>
                <a:cxn ang="0">
                  <a:pos x="T8" y="T9"/>
                </a:cxn>
              </a:cxnLst>
              <a:rect l="0" t="0" r="r" b="b"/>
              <a:pathLst>
                <a:path w="1442" h="1347">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25" name="Freeform 32">
              <a:extLst>
                <a:ext uri="{FF2B5EF4-FFF2-40B4-BE49-F238E27FC236}">
                  <a16:creationId xmlns:a16="http://schemas.microsoft.com/office/drawing/2014/main" id="{E00548ED-7E30-4648-88C9-25FEB9790230}"/>
                </a:ext>
              </a:extLst>
            </p:cNvPr>
            <p:cNvSpPr>
              <a:spLocks/>
            </p:cNvSpPr>
            <p:nvPr/>
          </p:nvSpPr>
          <p:spPr bwMode="auto">
            <a:xfrm>
              <a:off x="1284" y="672"/>
              <a:ext cx="870" cy="1045"/>
            </a:xfrm>
            <a:custGeom>
              <a:avLst/>
              <a:gdLst>
                <a:gd name="T0" fmla="*/ 71 w 326"/>
                <a:gd name="T1" fmla="*/ 391 h 391"/>
                <a:gd name="T2" fmla="*/ 1 w 326"/>
                <a:gd name="T3" fmla="*/ 390 h 391"/>
                <a:gd name="T4" fmla="*/ 0 w 326"/>
                <a:gd name="T5" fmla="*/ 172 h 391"/>
                <a:gd name="T6" fmla="*/ 95 w 326"/>
                <a:gd name="T7" fmla="*/ 13 h 391"/>
                <a:gd name="T8" fmla="*/ 223 w 326"/>
                <a:gd name="T9" fmla="*/ 8 h 391"/>
                <a:gd name="T10" fmla="*/ 326 w 326"/>
                <a:gd name="T11" fmla="*/ 164 h 391"/>
                <a:gd name="T12" fmla="*/ 326 w 326"/>
                <a:gd name="T13" fmla="*/ 385 h 391"/>
                <a:gd name="T14" fmla="*/ 263 w 326"/>
                <a:gd name="T15" fmla="*/ 385 h 391"/>
                <a:gd name="T16" fmla="*/ 263 w 326"/>
                <a:gd name="T17" fmla="*/ 164 h 391"/>
                <a:gd name="T18" fmla="*/ 210 w 326"/>
                <a:gd name="T19" fmla="*/ 78 h 391"/>
                <a:gd name="T20" fmla="*/ 117 w 326"/>
                <a:gd name="T21" fmla="*/ 80 h 391"/>
                <a:gd name="T22" fmla="*/ 71 w 326"/>
                <a:gd name="T23" fmla="*/ 172 h 391"/>
                <a:gd name="T24" fmla="*/ 71 w 326"/>
                <a:gd name="T25"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391">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26" name="Freeform 33">
              <a:extLst>
                <a:ext uri="{FF2B5EF4-FFF2-40B4-BE49-F238E27FC236}">
                  <a16:creationId xmlns:a16="http://schemas.microsoft.com/office/drawing/2014/main" id="{7DF3B566-6491-43A9-B36C-C70A3959006F}"/>
                </a:ext>
              </a:extLst>
            </p:cNvPr>
            <p:cNvSpPr>
              <a:spLocks/>
            </p:cNvSpPr>
            <p:nvPr/>
          </p:nvSpPr>
          <p:spPr bwMode="auto">
            <a:xfrm>
              <a:off x="992" y="1429"/>
              <a:ext cx="1408" cy="927"/>
            </a:xfrm>
            <a:custGeom>
              <a:avLst/>
              <a:gdLst>
                <a:gd name="T0" fmla="*/ 98 w 527"/>
                <a:gd name="T1" fmla="*/ 344 h 347"/>
                <a:gd name="T2" fmla="*/ 433 w 527"/>
                <a:gd name="T3" fmla="*/ 344 h 347"/>
                <a:gd name="T4" fmla="*/ 524 w 527"/>
                <a:gd name="T5" fmla="*/ 231 h 347"/>
                <a:gd name="T6" fmla="*/ 524 w 527"/>
                <a:gd name="T7" fmla="*/ 12 h 347"/>
                <a:gd name="T8" fmla="*/ 97 w 527"/>
                <a:gd name="T9" fmla="*/ 7 h 347"/>
                <a:gd name="T10" fmla="*/ 0 w 527"/>
                <a:gd name="T11" fmla="*/ 121 h 347"/>
                <a:gd name="T12" fmla="*/ 1 w 527"/>
                <a:gd name="T13" fmla="*/ 258 h 347"/>
                <a:gd name="T14" fmla="*/ 98 w 527"/>
                <a:gd name="T15" fmla="*/ 344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7" h="34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30" name="Freeform 34">
              <a:extLst>
                <a:ext uri="{FF2B5EF4-FFF2-40B4-BE49-F238E27FC236}">
                  <a16:creationId xmlns:a16="http://schemas.microsoft.com/office/drawing/2014/main" id="{88320A64-FAD9-4C64-9B53-156412CFAE13}"/>
                </a:ext>
              </a:extLst>
            </p:cNvPr>
            <p:cNvSpPr>
              <a:spLocks/>
            </p:cNvSpPr>
            <p:nvPr/>
          </p:nvSpPr>
          <p:spPr bwMode="auto">
            <a:xfrm>
              <a:off x="1599" y="1621"/>
              <a:ext cx="270" cy="292"/>
            </a:xfrm>
            <a:custGeom>
              <a:avLst/>
              <a:gdLst>
                <a:gd name="T0" fmla="*/ 54 w 101"/>
                <a:gd name="T1" fmla="*/ 107 h 109"/>
                <a:gd name="T2" fmla="*/ 101 w 101"/>
                <a:gd name="T3" fmla="*/ 51 h 109"/>
                <a:gd name="T4" fmla="*/ 51 w 101"/>
                <a:gd name="T5" fmla="*/ 2 h 109"/>
                <a:gd name="T6" fmla="*/ 1 w 101"/>
                <a:gd name="T7" fmla="*/ 58 h 109"/>
                <a:gd name="T8" fmla="*/ 54 w 101"/>
                <a:gd name="T9" fmla="*/ 107 h 109"/>
              </a:gdLst>
              <a:ahLst/>
              <a:cxnLst>
                <a:cxn ang="0">
                  <a:pos x="T0" y="T1"/>
                </a:cxn>
                <a:cxn ang="0">
                  <a:pos x="T2" y="T3"/>
                </a:cxn>
                <a:cxn ang="0">
                  <a:pos x="T4" y="T5"/>
                </a:cxn>
                <a:cxn ang="0">
                  <a:pos x="T6" y="T7"/>
                </a:cxn>
                <a:cxn ang="0">
                  <a:pos x="T8" y="T9"/>
                </a:cxn>
              </a:cxnLst>
              <a:rect l="0" t="0" r="r" b="b"/>
              <a:pathLst>
                <a:path w="101" h="109">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31" name="Freeform 35">
              <a:extLst>
                <a:ext uri="{FF2B5EF4-FFF2-40B4-BE49-F238E27FC236}">
                  <a16:creationId xmlns:a16="http://schemas.microsoft.com/office/drawing/2014/main" id="{6F95B647-B7B5-433E-A77A-04C22AF5DCBF}"/>
                </a:ext>
              </a:extLst>
            </p:cNvPr>
            <p:cNvSpPr>
              <a:spLocks/>
            </p:cNvSpPr>
            <p:nvPr/>
          </p:nvSpPr>
          <p:spPr bwMode="auto">
            <a:xfrm>
              <a:off x="1615" y="1878"/>
              <a:ext cx="238" cy="273"/>
            </a:xfrm>
            <a:custGeom>
              <a:avLst/>
              <a:gdLst>
                <a:gd name="T0" fmla="*/ 67 w 238"/>
                <a:gd name="T1" fmla="*/ 0 h 273"/>
                <a:gd name="T2" fmla="*/ 0 w 238"/>
                <a:gd name="T3" fmla="*/ 273 h 273"/>
                <a:gd name="T4" fmla="*/ 238 w 238"/>
                <a:gd name="T5" fmla="*/ 273 h 273"/>
                <a:gd name="T6" fmla="*/ 165 w 238"/>
                <a:gd name="T7" fmla="*/ 0 h 273"/>
                <a:gd name="T8" fmla="*/ 67 w 238"/>
                <a:gd name="T9" fmla="*/ 0 h 273"/>
              </a:gdLst>
              <a:ahLst/>
              <a:cxnLst>
                <a:cxn ang="0">
                  <a:pos x="T0" y="T1"/>
                </a:cxn>
                <a:cxn ang="0">
                  <a:pos x="T2" y="T3"/>
                </a:cxn>
                <a:cxn ang="0">
                  <a:pos x="T4" y="T5"/>
                </a:cxn>
                <a:cxn ang="0">
                  <a:pos x="T6" y="T7"/>
                </a:cxn>
                <a:cxn ang="0">
                  <a:pos x="T8" y="T9"/>
                </a:cxn>
              </a:cxnLst>
              <a:rect l="0" t="0" r="r" b="b"/>
              <a:pathLst>
                <a:path w="238" h="273">
                  <a:moveTo>
                    <a:pt x="67" y="0"/>
                  </a:moveTo>
                  <a:lnTo>
                    <a:pt x="0" y="273"/>
                  </a:lnTo>
                  <a:lnTo>
                    <a:pt x="238" y="273"/>
                  </a:lnTo>
                  <a:lnTo>
                    <a:pt x="165" y="0"/>
                  </a:lnTo>
                  <a:lnTo>
                    <a:pt x="67" y="0"/>
                  </a:lnTo>
                  <a:close/>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grpSp>
      <p:grpSp>
        <p:nvGrpSpPr>
          <p:cNvPr id="32" name="Group 12">
            <a:extLst>
              <a:ext uri="{FF2B5EF4-FFF2-40B4-BE49-F238E27FC236}">
                <a16:creationId xmlns:a16="http://schemas.microsoft.com/office/drawing/2014/main" id="{B03705AC-ADA5-4143-92DC-8EE15523316C}"/>
              </a:ext>
            </a:extLst>
          </p:cNvPr>
          <p:cNvGrpSpPr>
            <a:grpSpLocks noChangeAspect="1"/>
          </p:cNvGrpSpPr>
          <p:nvPr userDrawn="1"/>
        </p:nvGrpSpPr>
        <p:grpSpPr bwMode="auto">
          <a:xfrm>
            <a:off x="306092" y="5168264"/>
            <a:ext cx="1046796" cy="1201696"/>
            <a:chOff x="-60" y="-50"/>
            <a:chExt cx="996" cy="929"/>
          </a:xfrm>
        </p:grpSpPr>
        <p:sp>
          <p:nvSpPr>
            <p:cNvPr id="33" name="Freeform 13">
              <a:extLst>
                <a:ext uri="{FF2B5EF4-FFF2-40B4-BE49-F238E27FC236}">
                  <a16:creationId xmlns:a16="http://schemas.microsoft.com/office/drawing/2014/main" id="{9AE3823F-4D56-4BE9-8E66-6870A028182F}"/>
                </a:ext>
              </a:extLst>
            </p:cNvPr>
            <p:cNvSpPr>
              <a:spLocks/>
            </p:cNvSpPr>
            <p:nvPr/>
          </p:nvSpPr>
          <p:spPr bwMode="auto">
            <a:xfrm>
              <a:off x="-60" y="-50"/>
              <a:ext cx="996" cy="929"/>
            </a:xfrm>
            <a:custGeom>
              <a:avLst/>
              <a:gdLst>
                <a:gd name="T0" fmla="*/ 54 w 370"/>
                <a:gd name="T1" fmla="*/ 269 h 345"/>
                <a:gd name="T2" fmla="*/ 89 w 370"/>
                <a:gd name="T3" fmla="*/ 51 h 345"/>
                <a:gd name="T4" fmla="*/ 317 w 370"/>
                <a:gd name="T5" fmla="*/ 83 h 345"/>
                <a:gd name="T6" fmla="*/ 275 w 370"/>
                <a:gd name="T7" fmla="*/ 293 h 345"/>
                <a:gd name="T8" fmla="*/ 54 w 370"/>
                <a:gd name="T9" fmla="*/ 269 h 345"/>
              </a:gdLst>
              <a:ahLst/>
              <a:cxnLst>
                <a:cxn ang="0">
                  <a:pos x="T0" y="T1"/>
                </a:cxn>
                <a:cxn ang="0">
                  <a:pos x="T2" y="T3"/>
                </a:cxn>
                <a:cxn ang="0">
                  <a:pos x="T4" y="T5"/>
                </a:cxn>
                <a:cxn ang="0">
                  <a:pos x="T6" y="T7"/>
                </a:cxn>
                <a:cxn ang="0">
                  <a:pos x="T8" y="T9"/>
                </a:cxn>
              </a:cxnLst>
              <a:rect l="0" t="0" r="r" b="b"/>
              <a:pathLst>
                <a:path w="370" h="345">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34" name="Freeform 14">
              <a:extLst>
                <a:ext uri="{FF2B5EF4-FFF2-40B4-BE49-F238E27FC236}">
                  <a16:creationId xmlns:a16="http://schemas.microsoft.com/office/drawing/2014/main" id="{DAD44F77-C4A1-47A4-B417-D607A66BF50D}"/>
                </a:ext>
              </a:extLst>
            </p:cNvPr>
            <p:cNvSpPr>
              <a:spLocks/>
            </p:cNvSpPr>
            <p:nvPr/>
          </p:nvSpPr>
          <p:spPr bwMode="auto">
            <a:xfrm>
              <a:off x="287" y="152"/>
              <a:ext cx="296" cy="533"/>
            </a:xfrm>
            <a:custGeom>
              <a:avLst/>
              <a:gdLst>
                <a:gd name="T0" fmla="*/ 78 w 110"/>
                <a:gd name="T1" fmla="*/ 1 h 198"/>
                <a:gd name="T2" fmla="*/ 31 w 110"/>
                <a:gd name="T3" fmla="*/ 2 h 198"/>
                <a:gd name="T4" fmla="*/ 0 w 110"/>
                <a:gd name="T5" fmla="*/ 38 h 198"/>
                <a:gd name="T6" fmla="*/ 0 w 110"/>
                <a:gd name="T7" fmla="*/ 53 h 198"/>
                <a:gd name="T8" fmla="*/ 2 w 110"/>
                <a:gd name="T9" fmla="*/ 193 h 198"/>
                <a:gd name="T10" fmla="*/ 78 w 110"/>
                <a:gd name="T11" fmla="*/ 196 h 198"/>
                <a:gd name="T12" fmla="*/ 110 w 110"/>
                <a:gd name="T13" fmla="*/ 161 h 198"/>
                <a:gd name="T14" fmla="*/ 110 w 110"/>
                <a:gd name="T15" fmla="*/ 29 h 198"/>
                <a:gd name="T16" fmla="*/ 78 w 110"/>
                <a:gd name="T17" fmla="*/ 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98">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35" name="Freeform 15">
              <a:extLst>
                <a:ext uri="{FF2B5EF4-FFF2-40B4-BE49-F238E27FC236}">
                  <a16:creationId xmlns:a16="http://schemas.microsoft.com/office/drawing/2014/main" id="{1AE40BDF-76B3-472C-A714-97A9C9834ABE}"/>
                </a:ext>
              </a:extLst>
            </p:cNvPr>
            <p:cNvSpPr>
              <a:spLocks/>
            </p:cNvSpPr>
            <p:nvPr/>
          </p:nvSpPr>
          <p:spPr bwMode="auto">
            <a:xfrm>
              <a:off x="312" y="203"/>
              <a:ext cx="247" cy="369"/>
            </a:xfrm>
            <a:custGeom>
              <a:avLst/>
              <a:gdLst>
                <a:gd name="T0" fmla="*/ 90 w 92"/>
                <a:gd name="T1" fmla="*/ 137 h 137"/>
                <a:gd name="T2" fmla="*/ 3 w 92"/>
                <a:gd name="T3" fmla="*/ 135 h 137"/>
                <a:gd name="T4" fmla="*/ 2 w 92"/>
                <a:gd name="T5" fmla="*/ 4 h 137"/>
                <a:gd name="T6" fmla="*/ 91 w 92"/>
                <a:gd name="T7" fmla="*/ 2 h 137"/>
                <a:gd name="T8" fmla="*/ 90 w 92"/>
                <a:gd name="T9" fmla="*/ 137 h 137"/>
              </a:gdLst>
              <a:ahLst/>
              <a:cxnLst>
                <a:cxn ang="0">
                  <a:pos x="T0" y="T1"/>
                </a:cxn>
                <a:cxn ang="0">
                  <a:pos x="T2" y="T3"/>
                </a:cxn>
                <a:cxn ang="0">
                  <a:pos x="T4" y="T5"/>
                </a:cxn>
                <a:cxn ang="0">
                  <a:pos x="T6" y="T7"/>
                </a:cxn>
                <a:cxn ang="0">
                  <a:pos x="T8" y="T9"/>
                </a:cxn>
              </a:cxnLst>
              <a:rect l="0" t="0" r="r" b="b"/>
              <a:pathLst>
                <a:path w="92" h="137">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sp>
          <p:nvSpPr>
            <p:cNvPr id="36" name="Freeform 16">
              <a:extLst>
                <a:ext uri="{FF2B5EF4-FFF2-40B4-BE49-F238E27FC236}">
                  <a16:creationId xmlns:a16="http://schemas.microsoft.com/office/drawing/2014/main" id="{C9E568C6-E9E9-409D-8041-D5C9C44E705F}"/>
                </a:ext>
              </a:extLst>
            </p:cNvPr>
            <p:cNvSpPr>
              <a:spLocks/>
            </p:cNvSpPr>
            <p:nvPr/>
          </p:nvSpPr>
          <p:spPr bwMode="auto">
            <a:xfrm>
              <a:off x="411" y="596"/>
              <a:ext cx="49" cy="54"/>
            </a:xfrm>
            <a:custGeom>
              <a:avLst/>
              <a:gdLst>
                <a:gd name="T0" fmla="*/ 10 w 18"/>
                <a:gd name="T1" fmla="*/ 19 h 20"/>
                <a:gd name="T2" fmla="*/ 18 w 18"/>
                <a:gd name="T3" fmla="*/ 9 h 20"/>
                <a:gd name="T4" fmla="*/ 9 w 18"/>
                <a:gd name="T5" fmla="*/ 0 h 20"/>
                <a:gd name="T6" fmla="*/ 0 w 18"/>
                <a:gd name="T7" fmla="*/ 10 h 20"/>
                <a:gd name="T8" fmla="*/ 10 w 18"/>
                <a:gd name="T9" fmla="*/ 19 h 20"/>
              </a:gdLst>
              <a:ahLst/>
              <a:cxnLst>
                <a:cxn ang="0">
                  <a:pos x="T0" y="T1"/>
                </a:cxn>
                <a:cxn ang="0">
                  <a:pos x="T2" y="T3"/>
                </a:cxn>
                <a:cxn ang="0">
                  <a:pos x="T4" y="T5"/>
                </a:cxn>
                <a:cxn ang="0">
                  <a:pos x="T6" y="T7"/>
                </a:cxn>
                <a:cxn ang="0">
                  <a:pos x="T8" y="T9"/>
                </a:cxn>
              </a:cxnLst>
              <a:rect l="0" t="0" r="r" b="b"/>
              <a:pathLst>
                <a:path w="18" h="20">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sz="1544"/>
            </a:p>
          </p:txBody>
        </p:sp>
      </p:grpSp>
    </p:spTree>
    <p:extLst>
      <p:ext uri="{BB962C8B-B14F-4D97-AF65-F5344CB8AC3E}">
        <p14:creationId xmlns:p14="http://schemas.microsoft.com/office/powerpoint/2010/main" val="4952523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Pie Charts ">
    <p:bg>
      <p:bgRef idx="1001">
        <a:schemeClr val="bg1"/>
      </p:bgRef>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5C88D47-86DF-4336-A768-786DBD0060C8}"/>
              </a:ext>
            </a:extLst>
          </p:cNvPr>
          <p:cNvSpPr/>
          <p:nvPr userDrawn="1"/>
        </p:nvSpPr>
        <p:spPr>
          <a:xfrm>
            <a:off x="0" y="1773238"/>
            <a:ext cx="9906000" cy="3023914"/>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38" name="Chart Placeholder 29">
            <a:extLst>
              <a:ext uri="{FF2B5EF4-FFF2-40B4-BE49-F238E27FC236}">
                <a16:creationId xmlns:a16="http://schemas.microsoft.com/office/drawing/2014/main" id="{6F232C89-BD5F-4CA7-A3AA-F6F1576CFE6E}"/>
              </a:ext>
            </a:extLst>
          </p:cNvPr>
          <p:cNvSpPr>
            <a:spLocks noGrp="1"/>
          </p:cNvSpPr>
          <p:nvPr>
            <p:ph type="chart" sz="quarter" idx="39"/>
          </p:nvPr>
        </p:nvSpPr>
        <p:spPr>
          <a:xfrm>
            <a:off x="5363738" y="2032334"/>
            <a:ext cx="1404156" cy="1617453"/>
          </a:xfrm>
          <a:prstGeom prst="rect">
            <a:avLst/>
          </a:prstGeom>
        </p:spPr>
        <p:txBody>
          <a:bodyPr anchor="ctr"/>
          <a:lstStyle>
            <a:lvl1pPr algn="ctr">
              <a:defRPr/>
            </a:lvl1pPr>
          </a:lstStyle>
          <a:p>
            <a:endParaRPr lang="pt-PT" dirty="0"/>
          </a:p>
        </p:txBody>
      </p:sp>
      <p:sp>
        <p:nvSpPr>
          <p:cNvPr id="33" name="Text Placeholder 7">
            <a:extLst>
              <a:ext uri="{FF2B5EF4-FFF2-40B4-BE49-F238E27FC236}">
                <a16:creationId xmlns:a16="http://schemas.microsoft.com/office/drawing/2014/main" id="{D9223961-F190-4765-ADD3-748B8A88C5A4}"/>
              </a:ext>
            </a:extLst>
          </p:cNvPr>
          <p:cNvSpPr>
            <a:spLocks noGrp="1"/>
          </p:cNvSpPr>
          <p:nvPr>
            <p:ph type="body" sz="quarter" idx="34" hasCustomPrompt="1"/>
          </p:nvPr>
        </p:nvSpPr>
        <p:spPr>
          <a:xfrm>
            <a:off x="740532" y="3717032"/>
            <a:ext cx="1930715" cy="720080"/>
          </a:xfrm>
          <a:prstGeom prst="rect">
            <a:avLst/>
          </a:prstGeom>
        </p:spPr>
        <p:txBody>
          <a:bodyPr>
            <a:noAutofit/>
          </a:bodyPr>
          <a:lstStyle>
            <a:lvl1pPr algn="ctr">
              <a:lnSpc>
                <a:spcPts val="1138"/>
              </a:lnSpc>
              <a:spcBef>
                <a:spcPts val="488"/>
              </a:spcBef>
              <a:defRPr sz="975"/>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text</a:t>
            </a:r>
          </a:p>
        </p:txBody>
      </p:sp>
      <p:sp>
        <p:nvSpPr>
          <p:cNvPr id="30" name="Chart Placeholder 29">
            <a:extLst>
              <a:ext uri="{FF2B5EF4-FFF2-40B4-BE49-F238E27FC236}">
                <a16:creationId xmlns:a16="http://schemas.microsoft.com/office/drawing/2014/main" id="{667CB86F-C1D1-4D9A-BBD9-57EF8C95B524}"/>
              </a:ext>
            </a:extLst>
          </p:cNvPr>
          <p:cNvSpPr>
            <a:spLocks noGrp="1"/>
          </p:cNvSpPr>
          <p:nvPr userDrawn="1">
            <p:ph type="chart" sz="quarter" idx="10"/>
          </p:nvPr>
        </p:nvSpPr>
        <p:spPr>
          <a:xfrm>
            <a:off x="1003811" y="2027571"/>
            <a:ext cx="1404156" cy="1617453"/>
          </a:xfrm>
          <a:prstGeom prst="rect">
            <a:avLst/>
          </a:prstGeom>
        </p:spPr>
        <p:txBody>
          <a:bodyPr anchor="ctr"/>
          <a:lstStyle>
            <a:lvl1pPr algn="ctr">
              <a:defRPr/>
            </a:lvl1pPr>
          </a:lstStyle>
          <a:p>
            <a:endParaRPr lang="pt-PT" dirty="0"/>
          </a:p>
        </p:txBody>
      </p:sp>
      <p:sp>
        <p:nvSpPr>
          <p:cNvPr id="32" name="Text Placeholder 31">
            <a:extLst>
              <a:ext uri="{FF2B5EF4-FFF2-40B4-BE49-F238E27FC236}">
                <a16:creationId xmlns:a16="http://schemas.microsoft.com/office/drawing/2014/main" id="{B1204F05-191D-4ACA-AADF-FB43F1F07D83}"/>
              </a:ext>
            </a:extLst>
          </p:cNvPr>
          <p:cNvSpPr>
            <a:spLocks noGrp="1"/>
          </p:cNvSpPr>
          <p:nvPr userDrawn="1">
            <p:ph type="body" sz="quarter" idx="11" hasCustomPrompt="1"/>
          </p:nvPr>
        </p:nvSpPr>
        <p:spPr>
          <a:xfrm>
            <a:off x="1383498" y="2708276"/>
            <a:ext cx="702684" cy="314325"/>
          </a:xfrm>
          <a:prstGeom prst="rect">
            <a:avLst/>
          </a:prstGeom>
        </p:spPr>
        <p:txBody>
          <a:bodyPr anchor="ctr">
            <a:noAutofit/>
          </a:bodyPr>
          <a:lstStyle>
            <a:lvl1pPr algn="ctr">
              <a:defRPr sz="1300" b="1"/>
            </a:lvl1pPr>
          </a:lstStyle>
          <a:p>
            <a:pPr lvl="0"/>
            <a:r>
              <a:rPr lang="pt-PT" dirty="0"/>
              <a:t>XX%</a:t>
            </a:r>
          </a:p>
        </p:txBody>
      </p:sp>
      <p:sp>
        <p:nvSpPr>
          <p:cNvPr id="34" name="Text Placeholder 7">
            <a:extLst>
              <a:ext uri="{FF2B5EF4-FFF2-40B4-BE49-F238E27FC236}">
                <a16:creationId xmlns:a16="http://schemas.microsoft.com/office/drawing/2014/main" id="{3F48228B-C831-497E-A26D-61A81F63E42B}"/>
              </a:ext>
            </a:extLst>
          </p:cNvPr>
          <p:cNvSpPr>
            <a:spLocks noGrp="1"/>
          </p:cNvSpPr>
          <p:nvPr userDrawn="1">
            <p:ph type="body" sz="quarter" idx="35" hasCustomPrompt="1"/>
          </p:nvPr>
        </p:nvSpPr>
        <p:spPr>
          <a:xfrm>
            <a:off x="2920495" y="3717032"/>
            <a:ext cx="1930715" cy="720080"/>
          </a:xfrm>
          <a:prstGeom prst="rect">
            <a:avLst/>
          </a:prstGeom>
        </p:spPr>
        <p:txBody>
          <a:bodyPr>
            <a:noAutofit/>
          </a:bodyPr>
          <a:lstStyle>
            <a:lvl1pPr algn="ctr">
              <a:lnSpc>
                <a:spcPts val="1138"/>
              </a:lnSpc>
              <a:spcBef>
                <a:spcPts val="488"/>
              </a:spcBef>
              <a:defRPr sz="975"/>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text</a:t>
            </a:r>
          </a:p>
        </p:txBody>
      </p:sp>
      <p:sp>
        <p:nvSpPr>
          <p:cNvPr id="35" name="Chart Placeholder 29">
            <a:extLst>
              <a:ext uri="{FF2B5EF4-FFF2-40B4-BE49-F238E27FC236}">
                <a16:creationId xmlns:a16="http://schemas.microsoft.com/office/drawing/2014/main" id="{D061EF55-20AF-4182-B722-C227F72A880B}"/>
              </a:ext>
            </a:extLst>
          </p:cNvPr>
          <p:cNvSpPr>
            <a:spLocks noGrp="1"/>
          </p:cNvSpPr>
          <p:nvPr userDrawn="1">
            <p:ph type="chart" sz="quarter" idx="36"/>
          </p:nvPr>
        </p:nvSpPr>
        <p:spPr>
          <a:xfrm>
            <a:off x="3183775" y="2027571"/>
            <a:ext cx="1404156" cy="1617453"/>
          </a:xfrm>
          <a:prstGeom prst="rect">
            <a:avLst/>
          </a:prstGeom>
        </p:spPr>
        <p:txBody>
          <a:bodyPr anchor="ctr"/>
          <a:lstStyle>
            <a:lvl1pPr algn="ctr">
              <a:defRPr/>
            </a:lvl1pPr>
          </a:lstStyle>
          <a:p>
            <a:endParaRPr lang="pt-PT" dirty="0"/>
          </a:p>
        </p:txBody>
      </p:sp>
      <p:sp>
        <p:nvSpPr>
          <p:cNvPr id="36" name="Text Placeholder 31">
            <a:extLst>
              <a:ext uri="{FF2B5EF4-FFF2-40B4-BE49-F238E27FC236}">
                <a16:creationId xmlns:a16="http://schemas.microsoft.com/office/drawing/2014/main" id="{E682B04D-D1A2-4B73-BDB4-D4FBD2A9BEF1}"/>
              </a:ext>
            </a:extLst>
          </p:cNvPr>
          <p:cNvSpPr>
            <a:spLocks noGrp="1"/>
          </p:cNvSpPr>
          <p:nvPr userDrawn="1">
            <p:ph type="body" sz="quarter" idx="37" hasCustomPrompt="1"/>
          </p:nvPr>
        </p:nvSpPr>
        <p:spPr>
          <a:xfrm>
            <a:off x="3558558" y="2708276"/>
            <a:ext cx="702684" cy="314325"/>
          </a:xfrm>
          <a:prstGeom prst="rect">
            <a:avLst/>
          </a:prstGeom>
        </p:spPr>
        <p:txBody>
          <a:bodyPr anchor="ctr">
            <a:noAutofit/>
          </a:bodyPr>
          <a:lstStyle>
            <a:lvl1pPr algn="ctr">
              <a:defRPr sz="1300" b="1"/>
            </a:lvl1pPr>
          </a:lstStyle>
          <a:p>
            <a:pPr lvl="0"/>
            <a:r>
              <a:rPr lang="pt-PT" dirty="0"/>
              <a:t>XX%</a:t>
            </a:r>
          </a:p>
        </p:txBody>
      </p:sp>
      <p:sp>
        <p:nvSpPr>
          <p:cNvPr id="37" name="Text Placeholder 7">
            <a:extLst>
              <a:ext uri="{FF2B5EF4-FFF2-40B4-BE49-F238E27FC236}">
                <a16:creationId xmlns:a16="http://schemas.microsoft.com/office/drawing/2014/main" id="{3C81FA68-C8C6-4011-8666-EF35E85DCC96}"/>
              </a:ext>
            </a:extLst>
          </p:cNvPr>
          <p:cNvSpPr>
            <a:spLocks noGrp="1"/>
          </p:cNvSpPr>
          <p:nvPr userDrawn="1">
            <p:ph type="body" sz="quarter" idx="38" hasCustomPrompt="1"/>
          </p:nvPr>
        </p:nvSpPr>
        <p:spPr>
          <a:xfrm>
            <a:off x="5100459" y="3717032"/>
            <a:ext cx="1930715" cy="720080"/>
          </a:xfrm>
          <a:prstGeom prst="rect">
            <a:avLst/>
          </a:prstGeom>
        </p:spPr>
        <p:txBody>
          <a:bodyPr>
            <a:noAutofit/>
          </a:bodyPr>
          <a:lstStyle>
            <a:lvl1pPr algn="ctr">
              <a:lnSpc>
                <a:spcPts val="1138"/>
              </a:lnSpc>
              <a:spcBef>
                <a:spcPts val="488"/>
              </a:spcBef>
              <a:defRPr sz="975"/>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text</a:t>
            </a:r>
          </a:p>
        </p:txBody>
      </p:sp>
      <p:sp>
        <p:nvSpPr>
          <p:cNvPr id="39" name="Text Placeholder 31">
            <a:extLst>
              <a:ext uri="{FF2B5EF4-FFF2-40B4-BE49-F238E27FC236}">
                <a16:creationId xmlns:a16="http://schemas.microsoft.com/office/drawing/2014/main" id="{9EF5179D-59B1-44D7-BC86-E8A77DCFF84C}"/>
              </a:ext>
            </a:extLst>
          </p:cNvPr>
          <p:cNvSpPr>
            <a:spLocks noGrp="1"/>
          </p:cNvSpPr>
          <p:nvPr userDrawn="1">
            <p:ph type="body" sz="quarter" idx="40" hasCustomPrompt="1"/>
          </p:nvPr>
        </p:nvSpPr>
        <p:spPr>
          <a:xfrm>
            <a:off x="5725495" y="2708276"/>
            <a:ext cx="702684" cy="314325"/>
          </a:xfrm>
          <a:prstGeom prst="rect">
            <a:avLst/>
          </a:prstGeom>
        </p:spPr>
        <p:txBody>
          <a:bodyPr anchor="ctr">
            <a:noAutofit/>
          </a:bodyPr>
          <a:lstStyle>
            <a:lvl1pPr algn="ctr">
              <a:defRPr sz="1300" b="1"/>
            </a:lvl1pPr>
          </a:lstStyle>
          <a:p>
            <a:pPr lvl="0"/>
            <a:r>
              <a:rPr lang="pt-PT" dirty="0"/>
              <a:t>XX%</a:t>
            </a:r>
          </a:p>
        </p:txBody>
      </p:sp>
      <p:sp>
        <p:nvSpPr>
          <p:cNvPr id="40" name="Chart Placeholder 29">
            <a:extLst>
              <a:ext uri="{FF2B5EF4-FFF2-40B4-BE49-F238E27FC236}">
                <a16:creationId xmlns:a16="http://schemas.microsoft.com/office/drawing/2014/main" id="{D076F0C2-9B62-4C55-88BD-5D8F3A4066E8}"/>
              </a:ext>
            </a:extLst>
          </p:cNvPr>
          <p:cNvSpPr>
            <a:spLocks noGrp="1"/>
          </p:cNvSpPr>
          <p:nvPr userDrawn="1">
            <p:ph type="chart" sz="quarter" idx="41"/>
          </p:nvPr>
        </p:nvSpPr>
        <p:spPr>
          <a:xfrm>
            <a:off x="7543702" y="2032334"/>
            <a:ext cx="1404156" cy="1617453"/>
          </a:xfrm>
          <a:prstGeom prst="rect">
            <a:avLst/>
          </a:prstGeom>
        </p:spPr>
        <p:txBody>
          <a:bodyPr anchor="ctr"/>
          <a:lstStyle>
            <a:lvl1pPr algn="ctr">
              <a:defRPr/>
            </a:lvl1pPr>
          </a:lstStyle>
          <a:p>
            <a:endParaRPr lang="pt-PT" dirty="0"/>
          </a:p>
        </p:txBody>
      </p:sp>
      <p:sp>
        <p:nvSpPr>
          <p:cNvPr id="41" name="Text Placeholder 7">
            <a:extLst>
              <a:ext uri="{FF2B5EF4-FFF2-40B4-BE49-F238E27FC236}">
                <a16:creationId xmlns:a16="http://schemas.microsoft.com/office/drawing/2014/main" id="{E7590D3D-14BD-4608-AB95-0952261EAA1C}"/>
              </a:ext>
            </a:extLst>
          </p:cNvPr>
          <p:cNvSpPr>
            <a:spLocks noGrp="1"/>
          </p:cNvSpPr>
          <p:nvPr userDrawn="1">
            <p:ph type="body" sz="quarter" idx="42" hasCustomPrompt="1"/>
          </p:nvPr>
        </p:nvSpPr>
        <p:spPr>
          <a:xfrm>
            <a:off x="7280422" y="3717032"/>
            <a:ext cx="1930715" cy="720080"/>
          </a:xfrm>
          <a:prstGeom prst="rect">
            <a:avLst/>
          </a:prstGeom>
        </p:spPr>
        <p:txBody>
          <a:bodyPr>
            <a:noAutofit/>
          </a:bodyPr>
          <a:lstStyle>
            <a:lvl1pPr algn="ctr">
              <a:lnSpc>
                <a:spcPts val="1138"/>
              </a:lnSpc>
              <a:spcBef>
                <a:spcPts val="488"/>
              </a:spcBef>
              <a:defRPr sz="975"/>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text</a:t>
            </a:r>
          </a:p>
        </p:txBody>
      </p:sp>
      <p:sp>
        <p:nvSpPr>
          <p:cNvPr id="42" name="Text Placeholder 31">
            <a:extLst>
              <a:ext uri="{FF2B5EF4-FFF2-40B4-BE49-F238E27FC236}">
                <a16:creationId xmlns:a16="http://schemas.microsoft.com/office/drawing/2014/main" id="{93DCB675-62E7-4926-98A4-F120ABA92EBF}"/>
              </a:ext>
            </a:extLst>
          </p:cNvPr>
          <p:cNvSpPr>
            <a:spLocks noGrp="1"/>
          </p:cNvSpPr>
          <p:nvPr userDrawn="1">
            <p:ph type="body" sz="quarter" idx="43" hasCustomPrompt="1"/>
          </p:nvPr>
        </p:nvSpPr>
        <p:spPr>
          <a:xfrm>
            <a:off x="7923389" y="2708276"/>
            <a:ext cx="702684" cy="314325"/>
          </a:xfrm>
          <a:prstGeom prst="rect">
            <a:avLst/>
          </a:prstGeom>
        </p:spPr>
        <p:txBody>
          <a:bodyPr anchor="ctr">
            <a:noAutofit/>
          </a:bodyPr>
          <a:lstStyle>
            <a:lvl1pPr algn="ctr">
              <a:defRPr sz="1300" b="1"/>
            </a:lvl1pPr>
          </a:lstStyle>
          <a:p>
            <a:pPr lvl="0"/>
            <a:r>
              <a:rPr lang="pt-PT" dirty="0"/>
              <a:t>XX%</a:t>
            </a:r>
          </a:p>
        </p:txBody>
      </p:sp>
      <p:sp>
        <p:nvSpPr>
          <p:cNvPr id="43" name="Text Placeholder 7">
            <a:extLst>
              <a:ext uri="{FF2B5EF4-FFF2-40B4-BE49-F238E27FC236}">
                <a16:creationId xmlns:a16="http://schemas.microsoft.com/office/drawing/2014/main" id="{C70FC002-22B1-4B43-A640-05B3543D2B31}"/>
              </a:ext>
            </a:extLst>
          </p:cNvPr>
          <p:cNvSpPr>
            <a:spLocks noGrp="1"/>
          </p:cNvSpPr>
          <p:nvPr userDrawn="1">
            <p:ph type="body" sz="quarter" idx="44" hasCustomPrompt="1"/>
          </p:nvPr>
        </p:nvSpPr>
        <p:spPr>
          <a:xfrm>
            <a:off x="916051" y="5308653"/>
            <a:ext cx="1345650" cy="576064"/>
          </a:xfrm>
          <a:prstGeom prst="rect">
            <a:avLst/>
          </a:prstGeom>
        </p:spPr>
        <p:txBody>
          <a:bodyPr anchor="ctr">
            <a:noAutofit/>
          </a:bodyPr>
          <a:lstStyle>
            <a:lvl1pPr algn="ctr">
              <a:lnSpc>
                <a:spcPts val="2600"/>
              </a:lnSpc>
              <a:defRPr sz="2275" b="1">
                <a:solidFill>
                  <a:srgbClr val="2B0A3D"/>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xx%</a:t>
            </a:r>
          </a:p>
        </p:txBody>
      </p:sp>
      <p:sp>
        <p:nvSpPr>
          <p:cNvPr id="44" name="Text Placeholder 7">
            <a:extLst>
              <a:ext uri="{FF2B5EF4-FFF2-40B4-BE49-F238E27FC236}">
                <a16:creationId xmlns:a16="http://schemas.microsoft.com/office/drawing/2014/main" id="{8E1CE648-2FAE-4439-A1A4-5BE3863514F4}"/>
              </a:ext>
            </a:extLst>
          </p:cNvPr>
          <p:cNvSpPr>
            <a:spLocks noGrp="1"/>
          </p:cNvSpPr>
          <p:nvPr>
            <p:ph type="body" sz="quarter" idx="45" hasCustomPrompt="1"/>
          </p:nvPr>
        </p:nvSpPr>
        <p:spPr>
          <a:xfrm>
            <a:off x="2342759" y="5163113"/>
            <a:ext cx="6824522" cy="867147"/>
          </a:xfrm>
          <a:prstGeom prst="rect">
            <a:avLst/>
          </a:prstGeom>
        </p:spPr>
        <p:txBody>
          <a:bodyPr anchor="ctr">
            <a:noAutofit/>
          </a:bodyPr>
          <a:lstStyle>
            <a:lvl1pPr algn="l">
              <a:lnSpc>
                <a:spcPts val="1463"/>
              </a:lnSpc>
              <a:spcBef>
                <a:spcPts val="488"/>
              </a:spcBef>
              <a:defRPr sz="1300"/>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20"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2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23"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714653737"/>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s">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28BC1D5-366F-454F-B964-C24C149791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009136" y="-1195947"/>
            <a:ext cx="1706401" cy="4087326"/>
          </a:xfrm>
          <a:prstGeom prst="rect">
            <a:avLst/>
          </a:prstGeom>
        </p:spPr>
      </p:pic>
      <p:sp>
        <p:nvSpPr>
          <p:cNvPr id="4" name="Rectangle 3">
            <a:extLst>
              <a:ext uri="{FF2B5EF4-FFF2-40B4-BE49-F238E27FC236}">
                <a16:creationId xmlns:a16="http://schemas.microsoft.com/office/drawing/2014/main" id="{9653C8D1-E525-4A1D-BA42-B310FCE0AA96}"/>
              </a:ext>
            </a:extLst>
          </p:cNvPr>
          <p:cNvSpPr/>
          <p:nvPr userDrawn="1"/>
        </p:nvSpPr>
        <p:spPr>
          <a:xfrm>
            <a:off x="331490" y="2423886"/>
            <a:ext cx="2863453"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5" name="Rectangle 4">
            <a:extLst>
              <a:ext uri="{FF2B5EF4-FFF2-40B4-BE49-F238E27FC236}">
                <a16:creationId xmlns:a16="http://schemas.microsoft.com/office/drawing/2014/main" id="{5D624820-6891-4116-9EE3-E6D3B41D5557}"/>
              </a:ext>
            </a:extLst>
          </p:cNvPr>
          <p:cNvSpPr/>
          <p:nvPr userDrawn="1"/>
        </p:nvSpPr>
        <p:spPr>
          <a:xfrm>
            <a:off x="3521274" y="2423886"/>
            <a:ext cx="2863453"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6" name="Rectangle 5">
            <a:extLst>
              <a:ext uri="{FF2B5EF4-FFF2-40B4-BE49-F238E27FC236}">
                <a16:creationId xmlns:a16="http://schemas.microsoft.com/office/drawing/2014/main" id="{4ED1E18D-CB5A-40D2-9E0C-21B1DC24C582}"/>
              </a:ext>
            </a:extLst>
          </p:cNvPr>
          <p:cNvSpPr/>
          <p:nvPr userDrawn="1"/>
        </p:nvSpPr>
        <p:spPr>
          <a:xfrm>
            <a:off x="6711058" y="2406300"/>
            <a:ext cx="2863453"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31" name="Text Placeholder 4">
            <a:extLst>
              <a:ext uri="{FF2B5EF4-FFF2-40B4-BE49-F238E27FC236}">
                <a16:creationId xmlns:a16="http://schemas.microsoft.com/office/drawing/2014/main" id="{5714BE43-18D4-460E-A270-8F2FA1EB1FE6}"/>
              </a:ext>
            </a:extLst>
          </p:cNvPr>
          <p:cNvSpPr>
            <a:spLocks noGrp="1"/>
          </p:cNvSpPr>
          <p:nvPr>
            <p:ph type="body" sz="quarter" idx="13" hasCustomPrompt="1"/>
          </p:nvPr>
        </p:nvSpPr>
        <p:spPr>
          <a:xfrm>
            <a:off x="589075" y="3332369"/>
            <a:ext cx="2348283" cy="645047"/>
          </a:xfrm>
          <a:prstGeom prst="rect">
            <a:avLst/>
          </a:prstGeom>
          <a:noFill/>
        </p:spPr>
        <p:txBody>
          <a:bodyPr anchor="ctr">
            <a:noAutofit/>
          </a:bodyPr>
          <a:lstStyle>
            <a:lvl1pPr algn="l">
              <a:lnSpc>
                <a:spcPts val="1463"/>
              </a:lnSpc>
              <a:defRPr sz="1300" b="1">
                <a:solidFill>
                  <a:srgbClr val="12ABDB"/>
                </a:solidFill>
              </a:defRPr>
            </a:lvl1pPr>
            <a:lvl2pPr>
              <a:defRPr sz="1138"/>
            </a:lvl2pPr>
            <a:lvl3pPr>
              <a:defRPr sz="975"/>
            </a:lvl3pPr>
            <a:lvl4pPr>
              <a:defRPr sz="894"/>
            </a:lvl4pPr>
            <a:lvl5pPr>
              <a:defRPr sz="894"/>
            </a:lvl5pPr>
          </a:lstStyle>
          <a:p>
            <a:pPr lvl="0"/>
            <a:r>
              <a:rPr lang="en-US" dirty="0"/>
              <a:t>Click to insert title</a:t>
            </a:r>
          </a:p>
        </p:txBody>
      </p:sp>
      <p:sp>
        <p:nvSpPr>
          <p:cNvPr id="32" name="Text Placeholder 7">
            <a:extLst>
              <a:ext uri="{FF2B5EF4-FFF2-40B4-BE49-F238E27FC236}">
                <a16:creationId xmlns:a16="http://schemas.microsoft.com/office/drawing/2014/main" id="{DF3E2A1A-B668-4C6F-87C6-8F37A241C2C0}"/>
              </a:ext>
            </a:extLst>
          </p:cNvPr>
          <p:cNvSpPr>
            <a:spLocks noGrp="1"/>
          </p:cNvSpPr>
          <p:nvPr>
            <p:ph type="body" sz="quarter" idx="32" hasCustomPrompt="1"/>
          </p:nvPr>
        </p:nvSpPr>
        <p:spPr>
          <a:xfrm>
            <a:off x="589076" y="4079992"/>
            <a:ext cx="2335303" cy="1711208"/>
          </a:xfrm>
          <a:prstGeom prst="rect">
            <a:avLst/>
          </a:prstGeom>
        </p:spPr>
        <p:txBody>
          <a:bodyPr>
            <a:noAutofit/>
          </a:bodyPr>
          <a:lstStyle>
            <a:lvl1pPr>
              <a:lnSpc>
                <a:spcPct val="100000"/>
              </a:lnSpc>
              <a:defRPr sz="1138"/>
            </a:lvl1pPr>
            <a:lvl2pPr>
              <a:lnSpc>
                <a:spcPts val="1138"/>
              </a:lnSpc>
              <a:defRPr sz="975"/>
            </a:lvl2pPr>
            <a:lvl3pPr>
              <a:lnSpc>
                <a:spcPts val="1056"/>
              </a:lnSpc>
              <a:defRPr sz="894"/>
            </a:lvl3pPr>
            <a:lvl4pPr>
              <a:lnSpc>
                <a:spcPts val="975"/>
              </a:lnSpc>
              <a:defRPr sz="813"/>
            </a:lvl4pPr>
            <a:lvl5pPr>
              <a:lnSpc>
                <a:spcPct val="100000"/>
              </a:lnSpc>
              <a:defRPr sz="975"/>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A44485C3-4220-46B7-B1FC-AB2889C2B910}"/>
              </a:ext>
            </a:extLst>
          </p:cNvPr>
          <p:cNvSpPr>
            <a:spLocks noGrp="1"/>
          </p:cNvSpPr>
          <p:nvPr>
            <p:ph type="body" sz="quarter" idx="33" hasCustomPrompt="1"/>
          </p:nvPr>
        </p:nvSpPr>
        <p:spPr>
          <a:xfrm>
            <a:off x="3778859" y="3332369"/>
            <a:ext cx="2348283" cy="645047"/>
          </a:xfrm>
          <a:prstGeom prst="rect">
            <a:avLst/>
          </a:prstGeom>
          <a:noFill/>
        </p:spPr>
        <p:txBody>
          <a:bodyPr anchor="ctr">
            <a:noAutofit/>
          </a:bodyPr>
          <a:lstStyle>
            <a:lvl1pPr algn="l">
              <a:lnSpc>
                <a:spcPts val="1463"/>
              </a:lnSpc>
              <a:defRPr sz="1300" b="1">
                <a:solidFill>
                  <a:srgbClr val="FF304C"/>
                </a:solidFill>
              </a:defRPr>
            </a:lvl1pPr>
            <a:lvl2pPr>
              <a:defRPr sz="1138"/>
            </a:lvl2pPr>
            <a:lvl3pPr>
              <a:defRPr sz="975"/>
            </a:lvl3pPr>
            <a:lvl4pPr>
              <a:defRPr sz="894"/>
            </a:lvl4pPr>
            <a:lvl5pPr>
              <a:defRPr sz="894"/>
            </a:lvl5pPr>
          </a:lstStyle>
          <a:p>
            <a:pPr lvl="0"/>
            <a:r>
              <a:rPr lang="en-US" dirty="0"/>
              <a:t>Click to insert title</a:t>
            </a:r>
          </a:p>
        </p:txBody>
      </p:sp>
      <p:sp>
        <p:nvSpPr>
          <p:cNvPr id="35" name="Text Placeholder 4">
            <a:extLst>
              <a:ext uri="{FF2B5EF4-FFF2-40B4-BE49-F238E27FC236}">
                <a16:creationId xmlns:a16="http://schemas.microsoft.com/office/drawing/2014/main" id="{310CE3C3-B1E7-4F6F-B7BE-DF93DF2ACD74}"/>
              </a:ext>
            </a:extLst>
          </p:cNvPr>
          <p:cNvSpPr>
            <a:spLocks noGrp="1"/>
          </p:cNvSpPr>
          <p:nvPr>
            <p:ph type="body" sz="quarter" idx="35" hasCustomPrompt="1"/>
          </p:nvPr>
        </p:nvSpPr>
        <p:spPr>
          <a:xfrm>
            <a:off x="6968643" y="3332369"/>
            <a:ext cx="2348283" cy="645047"/>
          </a:xfrm>
          <a:prstGeom prst="rect">
            <a:avLst/>
          </a:prstGeom>
          <a:noFill/>
        </p:spPr>
        <p:txBody>
          <a:bodyPr anchor="ctr">
            <a:noAutofit/>
          </a:bodyPr>
          <a:lstStyle>
            <a:lvl1pPr algn="l">
              <a:lnSpc>
                <a:spcPts val="1463"/>
              </a:lnSpc>
              <a:defRPr sz="1300" b="1">
                <a:solidFill>
                  <a:srgbClr val="2C004B"/>
                </a:solidFill>
              </a:defRPr>
            </a:lvl1pPr>
            <a:lvl2pPr>
              <a:defRPr sz="1138"/>
            </a:lvl2pPr>
            <a:lvl3pPr>
              <a:defRPr sz="975"/>
            </a:lvl3pPr>
            <a:lvl4pPr>
              <a:defRPr sz="894"/>
            </a:lvl4pPr>
            <a:lvl5pPr>
              <a:defRPr sz="894"/>
            </a:lvl5pPr>
          </a:lstStyle>
          <a:p>
            <a:pPr lvl="0"/>
            <a:r>
              <a:rPr lang="en-US" dirty="0"/>
              <a:t>Click to insert title</a:t>
            </a:r>
          </a:p>
        </p:txBody>
      </p:sp>
      <p:sp>
        <p:nvSpPr>
          <p:cNvPr id="37" name="Text Placeholder 7">
            <a:extLst>
              <a:ext uri="{FF2B5EF4-FFF2-40B4-BE49-F238E27FC236}">
                <a16:creationId xmlns:a16="http://schemas.microsoft.com/office/drawing/2014/main" id="{32047331-01BE-47AE-BC0C-B787B1E9553B}"/>
              </a:ext>
            </a:extLst>
          </p:cNvPr>
          <p:cNvSpPr>
            <a:spLocks noGrp="1"/>
          </p:cNvSpPr>
          <p:nvPr>
            <p:ph type="body" sz="quarter" idx="37" hasCustomPrompt="1"/>
          </p:nvPr>
        </p:nvSpPr>
        <p:spPr>
          <a:xfrm>
            <a:off x="6904731" y="295729"/>
            <a:ext cx="2378924" cy="876300"/>
          </a:xfrm>
          <a:prstGeom prst="rect">
            <a:avLst/>
          </a:prstGeom>
        </p:spPr>
        <p:txBody>
          <a:bodyPr anchor="t">
            <a:noAutofit/>
          </a:bodyPr>
          <a:lstStyle>
            <a:lvl1pPr>
              <a:lnSpc>
                <a:spcPct val="100000"/>
              </a:lnSpc>
              <a:defRPr sz="1300" b="1"/>
            </a:lvl1pPr>
            <a:lvl2pPr>
              <a:lnSpc>
                <a:spcPct val="100000"/>
              </a:lnSpc>
              <a:defRPr sz="1300"/>
            </a:lvl2pPr>
            <a:lvl3pPr>
              <a:lnSpc>
                <a:spcPct val="100000"/>
              </a:lnSpc>
              <a:defRPr sz="1300"/>
            </a:lvl3pPr>
            <a:lvl4pPr>
              <a:lnSpc>
                <a:spcPct val="100000"/>
              </a:lnSpc>
              <a:defRPr sz="1300"/>
            </a:lvl4pPr>
            <a:lvl5pPr>
              <a:lnSpc>
                <a:spcPct val="100000"/>
              </a:lnSpc>
              <a:defRPr sz="1300"/>
            </a:lvl5pPr>
          </a:lstStyle>
          <a:p>
            <a:pPr lvl="0"/>
            <a:r>
              <a:rPr lang="en-US" dirty="0"/>
              <a:t>Click to insert text</a:t>
            </a:r>
          </a:p>
        </p:txBody>
      </p:sp>
      <p:pic>
        <p:nvPicPr>
          <p:cNvPr id="15" name="Graphic 14">
            <a:extLst>
              <a:ext uri="{FF2B5EF4-FFF2-40B4-BE49-F238E27FC236}">
                <a16:creationId xmlns:a16="http://schemas.microsoft.com/office/drawing/2014/main" id="{CA70D5E4-F0EE-4368-A09C-60021E85A04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9336778" y="164829"/>
            <a:ext cx="344789" cy="459624"/>
          </a:xfrm>
          <a:prstGeom prst="rect">
            <a:avLst/>
          </a:prstGeom>
        </p:spPr>
      </p:pic>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526275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27"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sp>
        <p:nvSpPr>
          <p:cNvPr id="39" name="Text Placeholder 7">
            <a:extLst>
              <a:ext uri="{FF2B5EF4-FFF2-40B4-BE49-F238E27FC236}">
                <a16:creationId xmlns:a16="http://schemas.microsoft.com/office/drawing/2014/main" id="{DF3E2A1A-B668-4C6F-87C6-8F37A241C2C0}"/>
              </a:ext>
            </a:extLst>
          </p:cNvPr>
          <p:cNvSpPr>
            <a:spLocks noGrp="1"/>
          </p:cNvSpPr>
          <p:nvPr>
            <p:ph type="body" sz="quarter" idx="38" hasCustomPrompt="1"/>
          </p:nvPr>
        </p:nvSpPr>
        <p:spPr>
          <a:xfrm>
            <a:off x="3791839" y="4079992"/>
            <a:ext cx="2335303" cy="1711208"/>
          </a:xfrm>
          <a:prstGeom prst="rect">
            <a:avLst/>
          </a:prstGeom>
        </p:spPr>
        <p:txBody>
          <a:bodyPr>
            <a:noAutofit/>
          </a:bodyPr>
          <a:lstStyle>
            <a:lvl1pPr>
              <a:lnSpc>
                <a:spcPct val="100000"/>
              </a:lnSpc>
              <a:defRPr sz="1138"/>
            </a:lvl1pPr>
            <a:lvl2pPr>
              <a:lnSpc>
                <a:spcPts val="1138"/>
              </a:lnSpc>
              <a:buClr>
                <a:schemeClr val="accent4"/>
              </a:buClr>
              <a:defRPr sz="975"/>
            </a:lvl2pPr>
            <a:lvl3pPr>
              <a:lnSpc>
                <a:spcPts val="1056"/>
              </a:lnSpc>
              <a:buClr>
                <a:schemeClr val="accent4"/>
              </a:buClr>
              <a:defRPr sz="894"/>
            </a:lvl3pPr>
            <a:lvl4pPr>
              <a:lnSpc>
                <a:spcPts val="975"/>
              </a:lnSpc>
              <a:buClr>
                <a:schemeClr val="accent4"/>
              </a:buClr>
              <a:defRPr sz="813"/>
            </a:lvl4pPr>
            <a:lvl5pPr>
              <a:lnSpc>
                <a:spcPct val="100000"/>
              </a:lnSpc>
              <a:defRPr sz="975"/>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40" name="Text Placeholder 7">
            <a:extLst>
              <a:ext uri="{FF2B5EF4-FFF2-40B4-BE49-F238E27FC236}">
                <a16:creationId xmlns:a16="http://schemas.microsoft.com/office/drawing/2014/main" id="{DF3E2A1A-B668-4C6F-87C6-8F37A241C2C0}"/>
              </a:ext>
            </a:extLst>
          </p:cNvPr>
          <p:cNvSpPr>
            <a:spLocks noGrp="1"/>
          </p:cNvSpPr>
          <p:nvPr>
            <p:ph type="body" sz="quarter" idx="39" hasCustomPrompt="1"/>
          </p:nvPr>
        </p:nvSpPr>
        <p:spPr>
          <a:xfrm>
            <a:off x="6981623" y="4079992"/>
            <a:ext cx="2335303" cy="1711208"/>
          </a:xfrm>
          <a:prstGeom prst="rect">
            <a:avLst/>
          </a:prstGeom>
        </p:spPr>
        <p:txBody>
          <a:bodyPr>
            <a:noAutofit/>
          </a:bodyPr>
          <a:lstStyle>
            <a:lvl1pPr>
              <a:lnSpc>
                <a:spcPct val="100000"/>
              </a:lnSpc>
              <a:defRPr sz="1138"/>
            </a:lvl1pPr>
            <a:lvl2pPr>
              <a:lnSpc>
                <a:spcPts val="1138"/>
              </a:lnSpc>
              <a:buClr>
                <a:schemeClr val="accent3"/>
              </a:buClr>
              <a:defRPr sz="975"/>
            </a:lvl2pPr>
            <a:lvl3pPr>
              <a:lnSpc>
                <a:spcPts val="1056"/>
              </a:lnSpc>
              <a:buClr>
                <a:schemeClr val="accent3"/>
              </a:buClr>
              <a:defRPr sz="894"/>
            </a:lvl3pPr>
            <a:lvl4pPr>
              <a:lnSpc>
                <a:spcPts val="975"/>
              </a:lnSpc>
              <a:buClr>
                <a:schemeClr val="accent3"/>
              </a:buClr>
              <a:defRPr sz="813"/>
            </a:lvl4pPr>
            <a:lvl5pPr>
              <a:lnSpc>
                <a:spcPct val="100000"/>
              </a:lnSpc>
              <a:defRPr sz="975"/>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74408240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bullets with highlights">
    <p:bg>
      <p:bgRef idx="1001">
        <a:schemeClr val="bg1"/>
      </p:bgRef>
    </p:bg>
    <p:spTree>
      <p:nvGrpSpPr>
        <p:cNvPr id="1" name=""/>
        <p:cNvGrpSpPr/>
        <p:nvPr/>
      </p:nvGrpSpPr>
      <p:grpSpPr>
        <a:xfrm>
          <a:off x="0" y="0"/>
          <a:ext cx="0" cy="0"/>
          <a:chOff x="0" y="0"/>
          <a:chExt cx="0" cy="0"/>
        </a:xfrm>
      </p:grpSpPr>
      <p:sp>
        <p:nvSpPr>
          <p:cNvPr id="41" name="Oval 20">
            <a:extLst>
              <a:ext uri="{FF2B5EF4-FFF2-40B4-BE49-F238E27FC236}">
                <a16:creationId xmlns:a16="http://schemas.microsoft.com/office/drawing/2014/main" id="{ADB39E78-E9B7-40CD-9999-E8302C610DC2}"/>
              </a:ext>
            </a:extLst>
          </p:cNvPr>
          <p:cNvSpPr/>
          <p:nvPr userDrawn="1"/>
        </p:nvSpPr>
        <p:spPr>
          <a:xfrm>
            <a:off x="4520421" y="4734096"/>
            <a:ext cx="978262"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42" name="Oval 20">
            <a:extLst>
              <a:ext uri="{FF2B5EF4-FFF2-40B4-BE49-F238E27FC236}">
                <a16:creationId xmlns:a16="http://schemas.microsoft.com/office/drawing/2014/main" id="{80DEC651-0810-4FD4-A2CA-C54974433D45}"/>
              </a:ext>
            </a:extLst>
          </p:cNvPr>
          <p:cNvSpPr/>
          <p:nvPr userDrawn="1"/>
        </p:nvSpPr>
        <p:spPr>
          <a:xfrm>
            <a:off x="4520421" y="2944150"/>
            <a:ext cx="978262"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43" name="Oval 20">
            <a:extLst>
              <a:ext uri="{FF2B5EF4-FFF2-40B4-BE49-F238E27FC236}">
                <a16:creationId xmlns:a16="http://schemas.microsoft.com/office/drawing/2014/main" id="{4F0142AD-298C-4A60-9F24-035D4F3F07D0}"/>
              </a:ext>
            </a:extLst>
          </p:cNvPr>
          <p:cNvSpPr/>
          <p:nvPr userDrawn="1"/>
        </p:nvSpPr>
        <p:spPr>
          <a:xfrm>
            <a:off x="4481869" y="1186057"/>
            <a:ext cx="978262"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3" name="Rectangle 12">
            <a:extLst>
              <a:ext uri="{FF2B5EF4-FFF2-40B4-BE49-F238E27FC236}">
                <a16:creationId xmlns:a16="http://schemas.microsoft.com/office/drawing/2014/main" id="{9455EBB8-DB3C-45D2-B02F-0B36A58E555B}"/>
              </a:ext>
            </a:extLst>
          </p:cNvPr>
          <p:cNvSpPr/>
          <p:nvPr userDrawn="1"/>
        </p:nvSpPr>
        <p:spPr>
          <a:xfrm>
            <a:off x="0" y="0"/>
            <a:ext cx="3858805"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pic>
        <p:nvPicPr>
          <p:cNvPr id="14" name="Graphic 41">
            <a:extLst>
              <a:ext uri="{FF2B5EF4-FFF2-40B4-BE49-F238E27FC236}">
                <a16:creationId xmlns:a16="http://schemas.microsoft.com/office/drawing/2014/main" id="{39882BC4-7320-49FC-B1BE-AEB377EFC01A}"/>
              </a:ext>
            </a:extLst>
          </p:cNvPr>
          <p:cNvPicPr>
            <a:picLocks noChangeAspect="1"/>
          </p:cNvPicPr>
          <p:nvPr userDrawn="1"/>
        </p:nvPicPr>
        <p:blipFill>
          <a:blip r:embed="rId2">
            <a:extLst>
              <a:ext uri="{96DAC541-7B7A-43D3-8B79-37D633B846F1}">
                <asvg:svgBlip xmlns:asvg="http://schemas.microsoft.com/office/drawing/2016/SVG/main" r:embed="rId3"/>
              </a:ext>
            </a:extLst>
          </a:blip>
          <a:srcRect t="7669"/>
          <a:stretch>
            <a:fillRect/>
          </a:stretch>
        </p:blipFill>
        <p:spPr>
          <a:xfrm rot="7221508" flipH="1" flipV="1">
            <a:off x="-854854" y="-585508"/>
            <a:ext cx="4694967" cy="3590091"/>
          </a:xfrm>
          <a:custGeom>
            <a:avLst/>
            <a:gdLst>
              <a:gd name="connsiteX0" fmla="*/ 0 w 6728158"/>
              <a:gd name="connsiteY0" fmla="*/ 6332069 h 6332069"/>
              <a:gd name="connsiteX1" fmla="*/ 6728158 w 6728158"/>
              <a:gd name="connsiteY1" fmla="*/ 6332069 h 6332069"/>
              <a:gd name="connsiteX2" fmla="*/ 6728158 w 6728158"/>
              <a:gd name="connsiteY2" fmla="*/ 5480387 h 6332069"/>
              <a:gd name="connsiteX3" fmla="*/ 3518172 w 6728158"/>
              <a:gd name="connsiteY3" fmla="*/ 0 h 6332069"/>
              <a:gd name="connsiteX4" fmla="*/ 0 w 6728158"/>
              <a:gd name="connsiteY4" fmla="*/ 2060673 h 6332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58" h="6332069">
                <a:moveTo>
                  <a:pt x="0" y="6332069"/>
                </a:moveTo>
                <a:lnTo>
                  <a:pt x="6728158" y="6332069"/>
                </a:lnTo>
                <a:lnTo>
                  <a:pt x="6728158" y="5480387"/>
                </a:lnTo>
                <a:lnTo>
                  <a:pt x="3518172" y="0"/>
                </a:lnTo>
                <a:lnTo>
                  <a:pt x="0" y="2060673"/>
                </a:lnTo>
                <a:close/>
              </a:path>
            </a:pathLst>
          </a:custGeom>
        </p:spPr>
      </p:pic>
      <p:sp>
        <p:nvSpPr>
          <p:cNvPr id="24"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4642524" y="1525458"/>
            <a:ext cx="701401" cy="482705"/>
          </a:xfrm>
          <a:prstGeom prst="rect">
            <a:avLst/>
          </a:prstGeom>
          <a:noFill/>
        </p:spPr>
        <p:txBody>
          <a:bodyPr anchor="ctr">
            <a:noAutofit/>
          </a:bodyPr>
          <a:lstStyle>
            <a:lvl1pPr algn="ctr">
              <a:lnSpc>
                <a:spcPts val="2438"/>
              </a:lnSpc>
              <a:defRPr sz="2113" b="0">
                <a:solidFill>
                  <a:srgbClr val="2C004B"/>
                </a:solidFill>
              </a:defRPr>
            </a:lvl1pPr>
            <a:lvl2pPr>
              <a:defRPr sz="1138"/>
            </a:lvl2pPr>
            <a:lvl3pPr>
              <a:defRPr sz="975"/>
            </a:lvl3pPr>
            <a:lvl4pPr>
              <a:defRPr sz="894"/>
            </a:lvl4pPr>
            <a:lvl5pPr>
              <a:defRPr sz="894"/>
            </a:lvl5pPr>
          </a:lstStyle>
          <a:p>
            <a:pPr lvl="0"/>
            <a:r>
              <a:rPr lang="en-US" dirty="0"/>
              <a:t>Nº</a:t>
            </a:r>
          </a:p>
        </p:txBody>
      </p:sp>
      <p:sp>
        <p:nvSpPr>
          <p:cNvPr id="25"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4642524" y="3284121"/>
            <a:ext cx="701401" cy="482705"/>
          </a:xfrm>
          <a:prstGeom prst="rect">
            <a:avLst/>
          </a:prstGeom>
          <a:noFill/>
        </p:spPr>
        <p:txBody>
          <a:bodyPr anchor="ctr">
            <a:noAutofit/>
          </a:bodyPr>
          <a:lstStyle>
            <a:lvl1pPr algn="ctr">
              <a:lnSpc>
                <a:spcPts val="2438"/>
              </a:lnSpc>
              <a:defRPr sz="2113" b="0">
                <a:solidFill>
                  <a:srgbClr val="2C004B"/>
                </a:solidFill>
              </a:defRPr>
            </a:lvl1pPr>
            <a:lvl2pPr>
              <a:defRPr sz="1138"/>
            </a:lvl2pPr>
            <a:lvl3pPr>
              <a:defRPr sz="975"/>
            </a:lvl3pPr>
            <a:lvl4pPr>
              <a:defRPr sz="894"/>
            </a:lvl4pPr>
            <a:lvl5pPr>
              <a:defRPr sz="894"/>
            </a:lvl5pPr>
          </a:lstStyle>
          <a:p>
            <a:pPr lvl="0"/>
            <a:r>
              <a:rPr lang="en-US" dirty="0"/>
              <a:t>Nº</a:t>
            </a:r>
          </a:p>
        </p:txBody>
      </p:sp>
      <p:sp>
        <p:nvSpPr>
          <p:cNvPr id="26"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4642524" y="5061943"/>
            <a:ext cx="701401" cy="482705"/>
          </a:xfrm>
          <a:prstGeom prst="rect">
            <a:avLst/>
          </a:prstGeom>
          <a:noFill/>
        </p:spPr>
        <p:txBody>
          <a:bodyPr anchor="ctr">
            <a:noAutofit/>
          </a:bodyPr>
          <a:lstStyle>
            <a:lvl1pPr algn="ctr">
              <a:lnSpc>
                <a:spcPts val="2438"/>
              </a:lnSpc>
              <a:defRPr sz="2113" b="0">
                <a:solidFill>
                  <a:srgbClr val="2C004B"/>
                </a:solidFill>
              </a:defRPr>
            </a:lvl1pPr>
            <a:lvl2pPr>
              <a:defRPr sz="1138"/>
            </a:lvl2pPr>
            <a:lvl3pPr>
              <a:defRPr sz="975"/>
            </a:lvl3pPr>
            <a:lvl4pPr>
              <a:defRPr sz="894"/>
            </a:lvl4pPr>
            <a:lvl5pPr>
              <a:defRPr sz="894"/>
            </a:lvl5pPr>
          </a:lstStyle>
          <a:p>
            <a:pPr lvl="0"/>
            <a:r>
              <a:rPr lang="en-US" dirty="0"/>
              <a:t>Nº</a:t>
            </a:r>
          </a:p>
        </p:txBody>
      </p:sp>
      <p:sp>
        <p:nvSpPr>
          <p:cNvPr id="27"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346707" y="3367132"/>
            <a:ext cx="2982546" cy="2993216"/>
          </a:xfrm>
          <a:prstGeom prst="rect">
            <a:avLst/>
          </a:prstGeom>
        </p:spPr>
        <p:txBody>
          <a:bodyPr>
            <a:noAutofit/>
          </a:bodyPr>
          <a:lstStyle>
            <a:lvl1pPr>
              <a:lnSpc>
                <a:spcPts val="1788"/>
              </a:lnSpc>
              <a:defRPr sz="1463"/>
            </a:lvl1pPr>
            <a:lvl2pPr>
              <a:lnSpc>
                <a:spcPts val="1463"/>
              </a:lnSpc>
              <a:buClr>
                <a:schemeClr val="accent3"/>
              </a:buClr>
              <a:defRPr sz="1300"/>
            </a:lvl2pPr>
            <a:lvl3pPr>
              <a:lnSpc>
                <a:spcPts val="1300"/>
              </a:lnSpc>
              <a:buClr>
                <a:schemeClr val="accent3"/>
              </a:buClr>
              <a:defRPr sz="1138"/>
            </a:lvl3pPr>
            <a:lvl4pPr>
              <a:lnSpc>
                <a:spcPts val="1138"/>
              </a:lnSpc>
              <a:buClr>
                <a:schemeClr val="accent3"/>
              </a:buClr>
              <a:defRPr sz="975"/>
            </a:lvl4pPr>
            <a:lvl5pPr>
              <a:lnSpc>
                <a:spcPct val="100000"/>
              </a:lnSpc>
              <a:defRPr sz="975"/>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2164237" cy="1584027"/>
          </a:xfrm>
          <a:prstGeom prst="rect">
            <a:avLst/>
          </a:prstGeom>
        </p:spPr>
        <p:txBody>
          <a:bodyPr vert="horz" lIns="0" tIns="0" rIns="0" bIns="0" rtlCol="0" anchor="t">
            <a:normAutofit/>
          </a:bodyPr>
          <a:lstStyle>
            <a:lvl1pPr>
              <a:defRPr lang="pt-PT" dirty="0">
                <a:solidFill>
                  <a:schemeClr val="bg1"/>
                </a:solidFill>
              </a:defRPr>
            </a:lvl1pPr>
          </a:lstStyle>
          <a:p>
            <a:pPr lvl="0">
              <a:lnSpc>
                <a:spcPts val="2438"/>
              </a:lnSpc>
            </a:pPr>
            <a:r>
              <a:rPr lang="en-US" dirty="0"/>
              <a:t>Click to add title</a:t>
            </a:r>
            <a:endParaRPr lang="pt-PT" dirty="0"/>
          </a:p>
        </p:txBody>
      </p:sp>
      <p:sp>
        <p:nvSpPr>
          <p:cNvPr id="16"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5620785" y="825195"/>
            <a:ext cx="3953725" cy="412363"/>
          </a:xfrm>
          <a:prstGeom prst="rect">
            <a:avLst/>
          </a:prstGeom>
          <a:noFill/>
        </p:spPr>
        <p:txBody>
          <a:bodyPr anchor="ctr">
            <a:noAutofit/>
          </a:bodyPr>
          <a:lstStyle>
            <a:lvl1pPr algn="l">
              <a:defRPr sz="1463" b="0">
                <a:solidFill>
                  <a:schemeClr val="tx2"/>
                </a:solidFill>
              </a:defRPr>
            </a:lvl1pPr>
            <a:lvl2pPr>
              <a:defRPr sz="1138"/>
            </a:lvl2pPr>
            <a:lvl3pPr>
              <a:defRPr sz="975"/>
            </a:lvl3pPr>
            <a:lvl4pPr>
              <a:defRPr sz="894"/>
            </a:lvl4pPr>
            <a:lvl5pPr>
              <a:defRPr sz="894"/>
            </a:lvl5pPr>
          </a:lstStyle>
          <a:p>
            <a:pPr lvl="0"/>
            <a:r>
              <a:rPr lang="en-US" dirty="0"/>
              <a:t>Click to insert title</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5620785" y="1268414"/>
            <a:ext cx="3953725" cy="996793"/>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3"/>
              </a:buClr>
              <a:defRPr sz="975">
                <a:solidFill>
                  <a:schemeClr val="tx1"/>
                </a:solidFill>
              </a:defRPr>
            </a:lvl2pPr>
            <a:lvl3pPr marL="282476" indent="-141883">
              <a:lnSpc>
                <a:spcPts val="1138"/>
              </a:lnSpc>
              <a:buClr>
                <a:schemeClr val="accent3"/>
              </a:buClr>
              <a:defRPr sz="975">
                <a:solidFill>
                  <a:schemeClr val="tx1"/>
                </a:solidFill>
              </a:defRPr>
            </a:lvl3pPr>
            <a:lvl4pPr marL="414040" indent="-131564">
              <a:lnSpc>
                <a:spcPts val="975"/>
              </a:lnSpc>
              <a:buClr>
                <a:schemeClr val="accent3"/>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04C1CAD0-39C3-4CE2-A9E9-8CA99EFF5357}"/>
              </a:ext>
            </a:extLst>
          </p:cNvPr>
          <p:cNvSpPr>
            <a:spLocks noGrp="1"/>
          </p:cNvSpPr>
          <p:nvPr>
            <p:ph type="body" sz="quarter" idx="39" hasCustomPrompt="1"/>
          </p:nvPr>
        </p:nvSpPr>
        <p:spPr>
          <a:xfrm>
            <a:off x="5620785" y="2583859"/>
            <a:ext cx="3953725" cy="412363"/>
          </a:xfrm>
          <a:prstGeom prst="rect">
            <a:avLst/>
          </a:prstGeom>
          <a:noFill/>
        </p:spPr>
        <p:txBody>
          <a:bodyPr anchor="ctr">
            <a:noAutofit/>
          </a:bodyPr>
          <a:lstStyle>
            <a:lvl1pPr algn="l">
              <a:defRPr sz="1463" b="0">
                <a:solidFill>
                  <a:schemeClr val="tx2"/>
                </a:solidFill>
              </a:defRPr>
            </a:lvl1pPr>
            <a:lvl2pPr>
              <a:defRPr sz="1138"/>
            </a:lvl2pPr>
            <a:lvl3pPr>
              <a:defRPr sz="975"/>
            </a:lvl3pPr>
            <a:lvl4pPr>
              <a:defRPr sz="894"/>
            </a:lvl4pPr>
            <a:lvl5pPr>
              <a:defRPr sz="894"/>
            </a:lvl5pPr>
          </a:lstStyle>
          <a:p>
            <a:pPr lvl="0"/>
            <a:r>
              <a:rPr lang="en-US" dirty="0"/>
              <a:t>Click to insert title</a:t>
            </a:r>
          </a:p>
        </p:txBody>
      </p:sp>
      <p:sp>
        <p:nvSpPr>
          <p:cNvPr id="34" name="Text Placeholder 7">
            <a:extLst>
              <a:ext uri="{FF2B5EF4-FFF2-40B4-BE49-F238E27FC236}">
                <a16:creationId xmlns:a16="http://schemas.microsoft.com/office/drawing/2014/main" id="{9228FC83-C11D-47F2-8BDE-B10D125E5E87}"/>
              </a:ext>
            </a:extLst>
          </p:cNvPr>
          <p:cNvSpPr>
            <a:spLocks noGrp="1"/>
          </p:cNvSpPr>
          <p:nvPr>
            <p:ph type="body" sz="quarter" idx="40" hasCustomPrompt="1"/>
          </p:nvPr>
        </p:nvSpPr>
        <p:spPr>
          <a:xfrm>
            <a:off x="5620785" y="3027077"/>
            <a:ext cx="3953725" cy="996793"/>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3"/>
              </a:buClr>
              <a:defRPr sz="975">
                <a:solidFill>
                  <a:schemeClr val="tx1"/>
                </a:solidFill>
              </a:defRPr>
            </a:lvl2pPr>
            <a:lvl3pPr marL="282476" indent="-141883">
              <a:lnSpc>
                <a:spcPts val="1138"/>
              </a:lnSpc>
              <a:buClr>
                <a:schemeClr val="accent3"/>
              </a:buClr>
              <a:defRPr sz="975">
                <a:solidFill>
                  <a:schemeClr val="tx1"/>
                </a:solidFill>
              </a:defRPr>
            </a:lvl3pPr>
            <a:lvl4pPr marL="414040" indent="-131564">
              <a:lnSpc>
                <a:spcPts val="975"/>
              </a:lnSpc>
              <a:buClr>
                <a:schemeClr val="accent3"/>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5" name="Text Placeholder 4">
            <a:extLst>
              <a:ext uri="{FF2B5EF4-FFF2-40B4-BE49-F238E27FC236}">
                <a16:creationId xmlns:a16="http://schemas.microsoft.com/office/drawing/2014/main" id="{04C1CAD0-39C3-4CE2-A9E9-8CA99EFF5357}"/>
              </a:ext>
            </a:extLst>
          </p:cNvPr>
          <p:cNvSpPr>
            <a:spLocks noGrp="1"/>
          </p:cNvSpPr>
          <p:nvPr>
            <p:ph type="body" sz="quarter" idx="41" hasCustomPrompt="1"/>
          </p:nvPr>
        </p:nvSpPr>
        <p:spPr>
          <a:xfrm>
            <a:off x="5620785" y="4361681"/>
            <a:ext cx="3953725" cy="412363"/>
          </a:xfrm>
          <a:prstGeom prst="rect">
            <a:avLst/>
          </a:prstGeom>
          <a:noFill/>
        </p:spPr>
        <p:txBody>
          <a:bodyPr anchor="ctr">
            <a:noAutofit/>
          </a:bodyPr>
          <a:lstStyle>
            <a:lvl1pPr algn="l">
              <a:defRPr sz="1463" b="0">
                <a:solidFill>
                  <a:schemeClr val="tx2"/>
                </a:solidFill>
              </a:defRPr>
            </a:lvl1pPr>
            <a:lvl2pPr>
              <a:defRPr sz="1138"/>
            </a:lvl2pPr>
            <a:lvl3pPr>
              <a:defRPr sz="975"/>
            </a:lvl3pPr>
            <a:lvl4pPr>
              <a:defRPr sz="894"/>
            </a:lvl4pPr>
            <a:lvl5pPr>
              <a:defRPr sz="894"/>
            </a:lvl5pPr>
          </a:lstStyle>
          <a:p>
            <a:pPr lvl="0"/>
            <a:r>
              <a:rPr lang="en-US" dirty="0"/>
              <a:t>Click to insert title</a:t>
            </a:r>
          </a:p>
        </p:txBody>
      </p:sp>
      <p:sp>
        <p:nvSpPr>
          <p:cNvPr id="36"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5620785" y="4804899"/>
            <a:ext cx="3953725" cy="996793"/>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3"/>
              </a:buClr>
              <a:defRPr sz="975">
                <a:solidFill>
                  <a:schemeClr val="tx1"/>
                </a:solidFill>
              </a:defRPr>
            </a:lvl2pPr>
            <a:lvl3pPr marL="282476" indent="-141883">
              <a:lnSpc>
                <a:spcPts val="1138"/>
              </a:lnSpc>
              <a:buClr>
                <a:schemeClr val="accent3"/>
              </a:buClr>
              <a:defRPr sz="975">
                <a:solidFill>
                  <a:schemeClr val="tx1"/>
                </a:solidFill>
              </a:defRPr>
            </a:lvl3pPr>
            <a:lvl4pPr marL="414040" indent="-131564">
              <a:lnSpc>
                <a:spcPts val="975"/>
              </a:lnSpc>
              <a:buClr>
                <a:schemeClr val="accent3"/>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7"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sp>
        <p:nvSpPr>
          <p:cNvPr id="40" name="Retângulo 43">
            <a:extLst>
              <a:ext uri="{FF2B5EF4-FFF2-40B4-BE49-F238E27FC236}">
                <a16:creationId xmlns:a16="http://schemas.microsoft.com/office/drawing/2014/main" id="{834ADCB4-BFB1-450D-8F6D-64217F4CD92C}"/>
              </a:ext>
            </a:extLst>
          </p:cNvPr>
          <p:cNvSpPr/>
          <p:nvPr userDrawn="1"/>
        </p:nvSpPr>
        <p:spPr>
          <a:xfrm>
            <a:off x="7767766"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15218460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p:cNvSpPr>
          <p:nvPr>
            <p:ph type="pic" sz="quarter" idx="10"/>
          </p:nvPr>
        </p:nvSpPr>
        <p:spPr>
          <a:xfrm>
            <a:off x="507094" y="1903414"/>
            <a:ext cx="1180207" cy="1671637"/>
          </a:xfrm>
          <a:prstGeom prst="rect">
            <a:avLst/>
          </a:prstGeom>
          <a:solidFill>
            <a:srgbClr val="D9D9D9"/>
          </a:solidFill>
        </p:spPr>
        <p:txBody>
          <a:bodyPr anchor="ctr"/>
          <a:lstStyle>
            <a:lvl1pPr algn="ctr">
              <a:defRPr/>
            </a:lvl1pPr>
          </a:lstStyle>
          <a:p>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p:cNvSpPr>
          <p:nvPr>
            <p:ph type="pic" sz="quarter" idx="11"/>
          </p:nvPr>
        </p:nvSpPr>
        <p:spPr>
          <a:xfrm>
            <a:off x="5244847" y="1903414"/>
            <a:ext cx="1180207" cy="1671637"/>
          </a:xfrm>
          <a:prstGeom prst="rect">
            <a:avLst/>
          </a:prstGeom>
          <a:solidFill>
            <a:srgbClr val="D9D9D9"/>
          </a:solidFill>
        </p:spPr>
        <p:txBody>
          <a:bodyPr anchor="ctr"/>
          <a:lstStyle>
            <a:lvl1pPr algn="ctr">
              <a:defRPr/>
            </a:lvl1pPr>
          </a:lstStyle>
          <a:p>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p:cNvSpPr>
          <p:nvPr>
            <p:ph type="pic" sz="quarter" idx="12"/>
          </p:nvPr>
        </p:nvSpPr>
        <p:spPr>
          <a:xfrm>
            <a:off x="507094" y="4379454"/>
            <a:ext cx="1180207" cy="1671637"/>
          </a:xfrm>
          <a:prstGeom prst="rect">
            <a:avLst/>
          </a:prstGeom>
          <a:solidFill>
            <a:srgbClr val="D9D9D9"/>
          </a:solidFill>
        </p:spPr>
        <p:txBody>
          <a:bodyPr anchor="ctr"/>
          <a:lstStyle>
            <a:lvl1pPr algn="ctr">
              <a:defRPr/>
            </a:lvl1pPr>
          </a:lstStyle>
          <a:p>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p:cNvSpPr>
          <p:nvPr>
            <p:ph type="pic" sz="quarter" idx="13"/>
          </p:nvPr>
        </p:nvSpPr>
        <p:spPr>
          <a:xfrm>
            <a:off x="5244847" y="4379454"/>
            <a:ext cx="1180207" cy="1671637"/>
          </a:xfrm>
          <a:prstGeom prst="rect">
            <a:avLst/>
          </a:prstGeom>
          <a:solidFill>
            <a:srgbClr val="D9D9D9"/>
          </a:solidFill>
        </p:spPr>
        <p:txBody>
          <a:bodyPr anchor="ctr"/>
          <a:lstStyle>
            <a:lvl1pPr algn="ctr">
              <a:defRPr/>
            </a:lvl1pPr>
          </a:lstStyle>
          <a:p>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1793649" y="1903414"/>
            <a:ext cx="3041976" cy="1671637"/>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1"/>
              </a:buClr>
              <a:defRPr sz="975">
                <a:solidFill>
                  <a:schemeClr val="tx1"/>
                </a:solidFill>
              </a:defRPr>
            </a:lvl2pPr>
            <a:lvl3pPr marL="282476" indent="-141883">
              <a:lnSpc>
                <a:spcPts val="1138"/>
              </a:lnSpc>
              <a:buClr>
                <a:schemeClr val="accent1"/>
              </a:buClr>
              <a:defRPr sz="975">
                <a:solidFill>
                  <a:schemeClr val="tx1"/>
                </a:solidFill>
              </a:defRPr>
            </a:lvl3pPr>
            <a:lvl4pPr marL="414040" indent="-131564">
              <a:lnSpc>
                <a:spcPts val="975"/>
              </a:lnSpc>
              <a:buClr>
                <a:schemeClr val="accent1"/>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6532535" y="1903414"/>
            <a:ext cx="3041976" cy="1671637"/>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1"/>
              </a:buClr>
              <a:defRPr sz="975">
                <a:solidFill>
                  <a:schemeClr val="tx1"/>
                </a:solidFill>
              </a:defRPr>
            </a:lvl2pPr>
            <a:lvl3pPr marL="282476" indent="-141883">
              <a:lnSpc>
                <a:spcPts val="1138"/>
              </a:lnSpc>
              <a:buClr>
                <a:schemeClr val="accent1"/>
              </a:buClr>
              <a:defRPr sz="975">
                <a:solidFill>
                  <a:schemeClr val="tx1"/>
                </a:solidFill>
              </a:defRPr>
            </a:lvl3pPr>
            <a:lvl4pPr marL="414040" indent="-131564">
              <a:lnSpc>
                <a:spcPts val="975"/>
              </a:lnSpc>
              <a:buClr>
                <a:schemeClr val="accent1"/>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1793649" y="4379454"/>
            <a:ext cx="3041976" cy="1671637"/>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1"/>
              </a:buClr>
              <a:defRPr sz="975">
                <a:solidFill>
                  <a:schemeClr val="tx1"/>
                </a:solidFill>
              </a:defRPr>
            </a:lvl2pPr>
            <a:lvl3pPr marL="282476" indent="-141883">
              <a:lnSpc>
                <a:spcPts val="1138"/>
              </a:lnSpc>
              <a:buClr>
                <a:schemeClr val="accent1"/>
              </a:buClr>
              <a:defRPr sz="975">
                <a:solidFill>
                  <a:schemeClr val="tx1"/>
                </a:solidFill>
              </a:defRPr>
            </a:lvl3pPr>
            <a:lvl4pPr marL="414040" indent="-131564">
              <a:lnSpc>
                <a:spcPts val="975"/>
              </a:lnSpc>
              <a:buClr>
                <a:schemeClr val="accent1"/>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6532535" y="4379454"/>
            <a:ext cx="3041976" cy="1671637"/>
          </a:xfrm>
          <a:prstGeom prst="rect">
            <a:avLst/>
          </a:prstGeom>
        </p:spPr>
        <p:txBody>
          <a:bodyPr>
            <a:noAutofit/>
          </a:bodyPr>
          <a:lstStyle>
            <a:lvl1pPr>
              <a:lnSpc>
                <a:spcPts val="1300"/>
              </a:lnSpc>
              <a:defRPr sz="1138">
                <a:solidFill>
                  <a:schemeClr val="tx1"/>
                </a:solidFill>
              </a:defRPr>
            </a:lvl1pPr>
            <a:lvl2pPr marL="140593" indent="-136723">
              <a:lnSpc>
                <a:spcPts val="1138"/>
              </a:lnSpc>
              <a:buClr>
                <a:schemeClr val="accent1"/>
              </a:buClr>
              <a:defRPr sz="975">
                <a:solidFill>
                  <a:schemeClr val="tx1"/>
                </a:solidFill>
              </a:defRPr>
            </a:lvl2pPr>
            <a:lvl3pPr marL="282476" indent="-141883">
              <a:lnSpc>
                <a:spcPts val="1138"/>
              </a:lnSpc>
              <a:buClr>
                <a:schemeClr val="accent1"/>
              </a:buClr>
              <a:defRPr sz="975">
                <a:solidFill>
                  <a:schemeClr val="tx1"/>
                </a:solidFill>
              </a:defRPr>
            </a:lvl3pPr>
            <a:lvl4pPr marL="414040" indent="-131564">
              <a:lnSpc>
                <a:spcPts val="975"/>
              </a:lnSpc>
              <a:buClr>
                <a:schemeClr val="accent1"/>
              </a:buClr>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3072459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5393468" y="662160"/>
            <a:ext cx="3967981" cy="412363"/>
          </a:xfrm>
          <a:prstGeom prst="rect">
            <a:avLst/>
          </a:prstGeom>
          <a:noFill/>
        </p:spPr>
        <p:txBody>
          <a:bodyPr anchor="ctr">
            <a:noAutofit/>
          </a:bodyPr>
          <a:lstStyle>
            <a:lvl1pPr algn="l">
              <a:lnSpc>
                <a:spcPts val="2438"/>
              </a:lnSpc>
              <a:defRPr sz="2113" b="0">
                <a:solidFill>
                  <a:srgbClr val="12ABDB"/>
                </a:solidFill>
              </a:defRPr>
            </a:lvl1pPr>
            <a:lvl2pPr>
              <a:defRPr sz="1138"/>
            </a:lvl2pPr>
            <a:lvl3pPr>
              <a:defRPr sz="975"/>
            </a:lvl3pPr>
            <a:lvl4pPr>
              <a:defRPr sz="894"/>
            </a:lvl4pPr>
            <a:lvl5pPr>
              <a:defRPr sz="894"/>
            </a:lvl5pPr>
          </a:lstStyle>
          <a:p>
            <a:pPr lvl="0"/>
            <a:r>
              <a:rPr lang="en-US" dirty="0"/>
              <a:t>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5393468" y="4374298"/>
            <a:ext cx="3967981" cy="412363"/>
          </a:xfrm>
          <a:prstGeom prst="rect">
            <a:avLst/>
          </a:prstGeom>
          <a:noFill/>
        </p:spPr>
        <p:txBody>
          <a:bodyPr anchor="ctr">
            <a:noAutofit/>
          </a:bodyPr>
          <a:lstStyle>
            <a:lvl1pPr algn="l">
              <a:lnSpc>
                <a:spcPts val="2438"/>
              </a:lnSpc>
              <a:defRPr sz="2113" b="0">
                <a:solidFill>
                  <a:srgbClr val="12ABDB"/>
                </a:solidFill>
              </a:defRPr>
            </a:lvl1pPr>
            <a:lvl2pPr>
              <a:defRPr sz="1138"/>
            </a:lvl2pPr>
            <a:lvl3pPr>
              <a:defRPr sz="975"/>
            </a:lvl3pPr>
            <a:lvl4pPr>
              <a:defRPr sz="894"/>
            </a:lvl4pPr>
            <a:lvl5pPr>
              <a:defRPr sz="894"/>
            </a:lvl5pPr>
          </a:lstStyle>
          <a:p>
            <a:pPr lvl="0"/>
            <a:r>
              <a:rPr lang="en-US" dirty="0"/>
              <a:t>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5393467" y="4810700"/>
            <a:ext cx="3967982" cy="1717101"/>
          </a:xfrm>
          <a:prstGeom prst="rect">
            <a:avLst/>
          </a:prstGeom>
        </p:spPr>
        <p:txBody>
          <a:bodyPr>
            <a:noAutofit/>
          </a:bodyPr>
          <a:lstStyle>
            <a:lvl1pPr>
              <a:lnSpc>
                <a:spcPts val="1300"/>
              </a:lnSpc>
              <a:defRPr sz="1138"/>
            </a:lvl1pPr>
            <a:lvl2pPr marL="140593" indent="-136723">
              <a:lnSpc>
                <a:spcPts val="1138"/>
              </a:lnSpc>
              <a:defRPr sz="975"/>
            </a:lvl2pPr>
            <a:lvl3pPr marL="282476" indent="-141883">
              <a:lnSpc>
                <a:spcPts val="975"/>
              </a:lnSpc>
              <a:defRPr sz="894"/>
            </a:lvl3pPr>
            <a:lvl4pPr marL="328911" indent="-94159">
              <a:lnSpc>
                <a:spcPts val="894"/>
              </a:lnSpc>
              <a:defRPr sz="813"/>
            </a:lvl4pPr>
            <a:lvl5pPr>
              <a:lnSpc>
                <a:spcPct val="100000"/>
              </a:lnSpc>
              <a:defRPr sz="975"/>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5393467" y="1265729"/>
            <a:ext cx="1610089" cy="1058371"/>
          </a:xfrm>
          <a:prstGeom prst="rect">
            <a:avLst/>
          </a:prstGeom>
        </p:spPr>
        <p:txBody>
          <a:bodyPr>
            <a:noAutofit/>
          </a:bodyPr>
          <a:lstStyle>
            <a:lvl1pPr>
              <a:lnSpc>
                <a:spcPts val="1138"/>
              </a:lnSpc>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7696891" y="1265729"/>
            <a:ext cx="1610089" cy="1058371"/>
          </a:xfrm>
          <a:prstGeom prst="rect">
            <a:avLst/>
          </a:prstGeom>
        </p:spPr>
        <p:txBody>
          <a:bodyPr>
            <a:noAutofit/>
          </a:bodyPr>
          <a:lstStyle>
            <a:lvl1pPr>
              <a:lnSpc>
                <a:spcPts val="1138"/>
              </a:lnSpc>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5393467" y="2455545"/>
            <a:ext cx="1610089" cy="1058371"/>
          </a:xfrm>
          <a:prstGeom prst="rect">
            <a:avLst/>
          </a:prstGeom>
        </p:spPr>
        <p:txBody>
          <a:bodyPr>
            <a:noAutofit/>
          </a:bodyPr>
          <a:lstStyle>
            <a:lvl1pPr>
              <a:lnSpc>
                <a:spcPts val="1138"/>
              </a:lnSpc>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7696891" y="2455545"/>
            <a:ext cx="1610089" cy="1058371"/>
          </a:xfrm>
          <a:prstGeom prst="rect">
            <a:avLst/>
          </a:prstGeom>
        </p:spPr>
        <p:txBody>
          <a:bodyPr>
            <a:noAutofit/>
          </a:bodyPr>
          <a:lstStyle>
            <a:lvl1pPr>
              <a:lnSpc>
                <a:spcPts val="1138"/>
              </a:lnSpc>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userDrawn="1"/>
        </p:nvSpPr>
        <p:spPr bwMode="auto">
          <a:xfrm>
            <a:off x="0" y="0"/>
            <a:ext cx="5130340"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noAutofit/>
          </a:bodyPr>
          <a:lstStyle/>
          <a:p>
            <a:endParaRPr lang="pt-PT" sz="1544"/>
          </a:p>
        </p:txBody>
      </p:sp>
      <p:sp>
        <p:nvSpPr>
          <p:cNvPr id="23" name="Freeform 26">
            <a:extLst>
              <a:ext uri="{FF2B5EF4-FFF2-40B4-BE49-F238E27FC236}">
                <a16:creationId xmlns:a16="http://schemas.microsoft.com/office/drawing/2014/main" id="{B017E329-98D6-4441-B449-FBAD88FAA377}"/>
              </a:ext>
            </a:extLst>
          </p:cNvPr>
          <p:cNvSpPr>
            <a:spLocks/>
          </p:cNvSpPr>
          <p:nvPr userDrawn="1"/>
        </p:nvSpPr>
        <p:spPr bwMode="auto">
          <a:xfrm>
            <a:off x="4621831" y="4703083"/>
            <a:ext cx="336650"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pt-PT" sz="1544" b="1"/>
          </a:p>
        </p:txBody>
      </p:sp>
      <p:sp>
        <p:nvSpPr>
          <p:cNvPr id="24" name="Freeform 27">
            <a:extLst>
              <a:ext uri="{FF2B5EF4-FFF2-40B4-BE49-F238E27FC236}">
                <a16:creationId xmlns:a16="http://schemas.microsoft.com/office/drawing/2014/main" id="{8015E310-A729-4C80-936F-71D663EE6DA7}"/>
              </a:ext>
            </a:extLst>
          </p:cNvPr>
          <p:cNvSpPr>
            <a:spLocks/>
          </p:cNvSpPr>
          <p:nvPr userDrawn="1"/>
        </p:nvSpPr>
        <p:spPr bwMode="auto">
          <a:xfrm>
            <a:off x="4445894" y="4458435"/>
            <a:ext cx="512588" cy="536142"/>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pt-PT" sz="1544" b="1"/>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335313" y="4869077"/>
            <a:ext cx="2717071" cy="1088820"/>
          </a:xfrm>
          <a:prstGeom prst="rect">
            <a:avLst/>
          </a:prstGeom>
        </p:spPr>
        <p:txBody>
          <a:bodyPr anchor="b">
            <a:noAutofit/>
          </a:bodyPr>
          <a:lstStyle>
            <a:lvl1pPr>
              <a:lnSpc>
                <a:spcPts val="1300"/>
              </a:lnSpc>
              <a:spcAft>
                <a:spcPts val="0"/>
              </a:spcAft>
              <a:defRPr sz="1138">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Edit Master text styles</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6"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chemeClr val="bg1"/>
                </a:solidFill>
                <a:latin typeface="+mj-lt"/>
                <a:cs typeface="Arial" panose="020B0604020202020204" pitchFamily="34" charset="0"/>
              </a:rPr>
              <a:t>Presentation Title | Author | Date</a:t>
            </a:r>
          </a:p>
        </p:txBody>
      </p:sp>
      <p:sp>
        <p:nvSpPr>
          <p:cNvPr id="27"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5277483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Shapes - Layout4">
    <p:bg>
      <p:bgRef idx="1001">
        <a:schemeClr val="bg1"/>
      </p:bgRef>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9816AFFC-77B8-4D07-A4F8-5D71746F909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9060"/>
          <a:stretch/>
        </p:blipFill>
        <p:spPr>
          <a:xfrm flipH="1">
            <a:off x="0" y="0"/>
            <a:ext cx="5466628" cy="6236668"/>
          </a:xfrm>
          <a:prstGeom prst="rect">
            <a:avLst/>
          </a:prstGeom>
        </p:spPr>
      </p:pic>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331490" y="2439343"/>
            <a:ext cx="4013895" cy="1008112"/>
          </a:xfrm>
          <a:prstGeom prst="rect">
            <a:avLst/>
          </a:prstGeom>
        </p:spPr>
        <p:txBody>
          <a:bodyPr anchor="t">
            <a:noAutofit/>
          </a:bodyPr>
          <a:lstStyle>
            <a:lvl1pPr algn="l">
              <a:lnSpc>
                <a:spcPts val="1463"/>
              </a:lnSpc>
              <a:spcAft>
                <a:spcPts val="488"/>
              </a:spcAft>
              <a:defRPr sz="1300">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6415663" y="1404921"/>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6415663" y="5918247"/>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6415663" y="5015581"/>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6415663" y="4112916"/>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6415663" y="3210251"/>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6415663" y="2307586"/>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1447298"/>
            <a:ext cx="4445990"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2438"/>
              </a:lnSpc>
            </a:pPr>
            <a:r>
              <a:rPr lang="en-US" dirty="0"/>
              <a:t>Click to add title</a:t>
            </a:r>
            <a:endParaRPr lang="pt-PT" dirty="0"/>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4"/>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5"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085258897"/>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columns with signature circle">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6919663-CB01-46C8-8B1A-7D7C5FFB79D0}"/>
              </a:ext>
            </a:extLst>
          </p:cNvPr>
          <p:cNvSpPr/>
          <p:nvPr userDrawn="1"/>
        </p:nvSpPr>
        <p:spPr>
          <a:xfrm>
            <a:off x="810961" y="2708996"/>
            <a:ext cx="2451735"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6" name="Rectangle 15">
            <a:extLst>
              <a:ext uri="{FF2B5EF4-FFF2-40B4-BE49-F238E27FC236}">
                <a16:creationId xmlns:a16="http://schemas.microsoft.com/office/drawing/2014/main" id="{07A11129-008D-4898-86B9-B6C83562FA3A}"/>
              </a:ext>
            </a:extLst>
          </p:cNvPr>
          <p:cNvSpPr/>
          <p:nvPr userDrawn="1"/>
        </p:nvSpPr>
        <p:spPr>
          <a:xfrm>
            <a:off x="3738529" y="2744280"/>
            <a:ext cx="2451735"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7" name="Rectangle 16">
            <a:extLst>
              <a:ext uri="{FF2B5EF4-FFF2-40B4-BE49-F238E27FC236}">
                <a16:creationId xmlns:a16="http://schemas.microsoft.com/office/drawing/2014/main" id="{92D1F7AF-5F53-4627-A1CF-B58FCC387FCC}"/>
              </a:ext>
            </a:extLst>
          </p:cNvPr>
          <p:cNvSpPr/>
          <p:nvPr userDrawn="1"/>
        </p:nvSpPr>
        <p:spPr>
          <a:xfrm>
            <a:off x="6666095" y="2744280"/>
            <a:ext cx="2451735"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2" name="Oval 20">
            <a:extLst>
              <a:ext uri="{FF2B5EF4-FFF2-40B4-BE49-F238E27FC236}">
                <a16:creationId xmlns:a16="http://schemas.microsoft.com/office/drawing/2014/main" id="{C5DBDB28-88AB-4F14-9F73-9D7C1E6EE4B1}"/>
              </a:ext>
            </a:extLst>
          </p:cNvPr>
          <p:cNvSpPr/>
          <p:nvPr userDrawn="1"/>
        </p:nvSpPr>
        <p:spPr>
          <a:xfrm>
            <a:off x="7048303" y="1772817"/>
            <a:ext cx="1687321"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3" name="Oval 20">
            <a:extLst>
              <a:ext uri="{FF2B5EF4-FFF2-40B4-BE49-F238E27FC236}">
                <a16:creationId xmlns:a16="http://schemas.microsoft.com/office/drawing/2014/main" id="{2F532516-8DF9-44A4-935A-3131E96D437E}"/>
              </a:ext>
            </a:extLst>
          </p:cNvPr>
          <p:cNvSpPr/>
          <p:nvPr userDrawn="1"/>
        </p:nvSpPr>
        <p:spPr>
          <a:xfrm>
            <a:off x="4120736" y="1772817"/>
            <a:ext cx="1687321"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14" name="Oval 20">
            <a:extLst>
              <a:ext uri="{FF2B5EF4-FFF2-40B4-BE49-F238E27FC236}">
                <a16:creationId xmlns:a16="http://schemas.microsoft.com/office/drawing/2014/main" id="{41ACABC2-6590-4E4B-9507-376785C34C7E}"/>
              </a:ext>
            </a:extLst>
          </p:cNvPr>
          <p:cNvSpPr/>
          <p:nvPr userDrawn="1"/>
        </p:nvSpPr>
        <p:spPr>
          <a:xfrm>
            <a:off x="1193169" y="1772817"/>
            <a:ext cx="1687321"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275" b="1"/>
          </a:p>
        </p:txBody>
      </p:sp>
      <p:sp>
        <p:nvSpPr>
          <p:cNvPr id="27" name="Text Placeholder 26">
            <a:extLst>
              <a:ext uri="{FF2B5EF4-FFF2-40B4-BE49-F238E27FC236}">
                <a16:creationId xmlns:a16="http://schemas.microsoft.com/office/drawing/2014/main" id="{EE342E13-99A8-4C50-9113-E5C3E8EF275E}"/>
              </a:ext>
            </a:extLst>
          </p:cNvPr>
          <p:cNvSpPr>
            <a:spLocks noGrp="1"/>
          </p:cNvSpPr>
          <p:nvPr>
            <p:ph type="body" sz="quarter" idx="10" hasCustomPrompt="1"/>
          </p:nvPr>
        </p:nvSpPr>
        <p:spPr>
          <a:xfrm>
            <a:off x="1364175" y="2492376"/>
            <a:ext cx="1345307" cy="576263"/>
          </a:xfrm>
          <a:prstGeom prst="rect">
            <a:avLst/>
          </a:prstGeom>
        </p:spPr>
        <p:txBody>
          <a:bodyPr anchor="ctr">
            <a:noAutofit/>
          </a:bodyPr>
          <a:lstStyle>
            <a:lvl1pPr algn="ctr">
              <a:lnSpc>
                <a:spcPts val="2438"/>
              </a:lnSpc>
              <a:defRPr sz="2113" b="1">
                <a:solidFill>
                  <a:schemeClr val="bg1"/>
                </a:solidFill>
              </a:defRPr>
            </a:lvl1pPr>
          </a:lstStyle>
          <a:p>
            <a:pPr lvl="0"/>
            <a:r>
              <a:rPr lang="pt-PT" dirty="0" err="1"/>
              <a:t>xx</a:t>
            </a:r>
            <a:r>
              <a:rPr lang="pt-PT" dirty="0"/>
              <a:t>%</a:t>
            </a:r>
          </a:p>
        </p:txBody>
      </p:sp>
      <p:sp>
        <p:nvSpPr>
          <p:cNvPr id="28" name="Text Placeholder 26">
            <a:extLst>
              <a:ext uri="{FF2B5EF4-FFF2-40B4-BE49-F238E27FC236}">
                <a16:creationId xmlns:a16="http://schemas.microsoft.com/office/drawing/2014/main" id="{28BE06D5-C195-451B-AC35-95E3C649BB59}"/>
              </a:ext>
            </a:extLst>
          </p:cNvPr>
          <p:cNvSpPr>
            <a:spLocks noGrp="1"/>
          </p:cNvSpPr>
          <p:nvPr>
            <p:ph type="body" sz="quarter" idx="11" hasCustomPrompt="1"/>
          </p:nvPr>
        </p:nvSpPr>
        <p:spPr>
          <a:xfrm>
            <a:off x="4291743" y="2492897"/>
            <a:ext cx="1345307" cy="576263"/>
          </a:xfrm>
          <a:prstGeom prst="rect">
            <a:avLst/>
          </a:prstGeom>
        </p:spPr>
        <p:txBody>
          <a:bodyPr anchor="ctr">
            <a:noAutofit/>
          </a:bodyPr>
          <a:lstStyle>
            <a:lvl1pPr algn="ctr">
              <a:lnSpc>
                <a:spcPts val="2438"/>
              </a:lnSpc>
              <a:defRPr sz="2113" b="1">
                <a:solidFill>
                  <a:schemeClr val="bg1"/>
                </a:solidFill>
              </a:defRPr>
            </a:lvl1pPr>
          </a:lstStyle>
          <a:p>
            <a:pPr lvl="0"/>
            <a:r>
              <a:rPr lang="pt-PT" dirty="0" err="1"/>
              <a:t>xx</a:t>
            </a:r>
            <a:r>
              <a:rPr lang="pt-PT" dirty="0"/>
              <a:t>%</a:t>
            </a:r>
          </a:p>
        </p:txBody>
      </p:sp>
      <p:sp>
        <p:nvSpPr>
          <p:cNvPr id="29" name="Text Placeholder 26">
            <a:extLst>
              <a:ext uri="{FF2B5EF4-FFF2-40B4-BE49-F238E27FC236}">
                <a16:creationId xmlns:a16="http://schemas.microsoft.com/office/drawing/2014/main" id="{303436BB-C15C-4765-BFF1-9337F7680429}"/>
              </a:ext>
            </a:extLst>
          </p:cNvPr>
          <p:cNvSpPr>
            <a:spLocks noGrp="1"/>
          </p:cNvSpPr>
          <p:nvPr>
            <p:ph type="body" sz="quarter" idx="12" hasCustomPrompt="1"/>
          </p:nvPr>
        </p:nvSpPr>
        <p:spPr>
          <a:xfrm>
            <a:off x="7219309" y="2465856"/>
            <a:ext cx="1345307" cy="576263"/>
          </a:xfrm>
          <a:prstGeom prst="rect">
            <a:avLst/>
          </a:prstGeom>
        </p:spPr>
        <p:txBody>
          <a:bodyPr anchor="ctr">
            <a:noAutofit/>
          </a:bodyPr>
          <a:lstStyle>
            <a:lvl1pPr algn="ctr">
              <a:lnSpc>
                <a:spcPts val="2438"/>
              </a:lnSpc>
              <a:defRPr sz="2113" b="1">
                <a:solidFill>
                  <a:schemeClr val="bg1"/>
                </a:solidFill>
              </a:defRPr>
            </a:lvl1pPr>
          </a:lstStyle>
          <a:p>
            <a:pPr lvl="0"/>
            <a:r>
              <a:rPr lang="pt-PT" dirty="0" err="1"/>
              <a:t>xx</a:t>
            </a:r>
            <a:r>
              <a:rPr lang="pt-PT" dirty="0"/>
              <a:t>%</a:t>
            </a:r>
          </a:p>
        </p:txBody>
      </p:sp>
      <p:sp>
        <p:nvSpPr>
          <p:cNvPr id="31" name="Text Placeholder 30">
            <a:extLst>
              <a:ext uri="{FF2B5EF4-FFF2-40B4-BE49-F238E27FC236}">
                <a16:creationId xmlns:a16="http://schemas.microsoft.com/office/drawing/2014/main" id="{1162E3C5-6092-4641-B639-FF818E2DB588}"/>
              </a:ext>
            </a:extLst>
          </p:cNvPr>
          <p:cNvSpPr>
            <a:spLocks noGrp="1"/>
          </p:cNvSpPr>
          <p:nvPr>
            <p:ph type="body" sz="quarter" idx="13" hasCustomPrompt="1"/>
          </p:nvPr>
        </p:nvSpPr>
        <p:spPr>
          <a:xfrm>
            <a:off x="924983" y="4005263"/>
            <a:ext cx="2223691" cy="647700"/>
          </a:xfrm>
          <a:prstGeom prst="rect">
            <a:avLst/>
          </a:prstGeom>
        </p:spPr>
        <p:txBody>
          <a:bodyPr/>
          <a:lstStyle>
            <a:lvl1pPr algn="ctr">
              <a:defRPr/>
            </a:lvl1pPr>
            <a:lvl2pPr marL="371475" indent="0">
              <a:buNone/>
              <a:defRPr/>
            </a:lvl2pPr>
          </a:lstStyle>
          <a:p>
            <a:pPr lvl="0"/>
            <a:r>
              <a:rPr lang="en-US" dirty="0"/>
              <a:t>Click to insert text</a:t>
            </a:r>
          </a:p>
        </p:txBody>
      </p:sp>
      <p:sp>
        <p:nvSpPr>
          <p:cNvPr id="32" name="Text Placeholder 30">
            <a:extLst>
              <a:ext uri="{FF2B5EF4-FFF2-40B4-BE49-F238E27FC236}">
                <a16:creationId xmlns:a16="http://schemas.microsoft.com/office/drawing/2014/main" id="{B4C4A495-4C6A-49E0-8118-A975B2E88321}"/>
              </a:ext>
            </a:extLst>
          </p:cNvPr>
          <p:cNvSpPr>
            <a:spLocks noGrp="1"/>
          </p:cNvSpPr>
          <p:nvPr>
            <p:ph type="body" sz="quarter" idx="14" hasCustomPrompt="1"/>
          </p:nvPr>
        </p:nvSpPr>
        <p:spPr>
          <a:xfrm>
            <a:off x="3852551" y="4005064"/>
            <a:ext cx="2223691" cy="647700"/>
          </a:xfrm>
          <a:prstGeom prst="rect">
            <a:avLst/>
          </a:prstGeom>
        </p:spPr>
        <p:txBody>
          <a:bodyPr/>
          <a:lstStyle>
            <a:lvl1pPr algn="ctr">
              <a:defRPr/>
            </a:lvl1pPr>
            <a:lvl2pPr marL="371475" indent="0">
              <a:buNone/>
              <a:defRPr/>
            </a:lvl2pPr>
          </a:lstStyle>
          <a:p>
            <a:pPr lvl="0"/>
            <a:r>
              <a:rPr lang="en-US" dirty="0"/>
              <a:t>Click to insert text</a:t>
            </a:r>
          </a:p>
        </p:txBody>
      </p:sp>
      <p:sp>
        <p:nvSpPr>
          <p:cNvPr id="33" name="Text Placeholder 30">
            <a:extLst>
              <a:ext uri="{FF2B5EF4-FFF2-40B4-BE49-F238E27FC236}">
                <a16:creationId xmlns:a16="http://schemas.microsoft.com/office/drawing/2014/main" id="{8C784D9E-AFE4-47BA-87D1-E386C20ED64C}"/>
              </a:ext>
            </a:extLst>
          </p:cNvPr>
          <p:cNvSpPr>
            <a:spLocks noGrp="1"/>
          </p:cNvSpPr>
          <p:nvPr>
            <p:ph type="body" sz="quarter" idx="15" hasCustomPrompt="1"/>
          </p:nvPr>
        </p:nvSpPr>
        <p:spPr>
          <a:xfrm>
            <a:off x="6780117" y="4005064"/>
            <a:ext cx="2223691" cy="647700"/>
          </a:xfrm>
          <a:prstGeom prst="rect">
            <a:avLst/>
          </a:prstGeom>
        </p:spPr>
        <p:txBody>
          <a:bodyPr/>
          <a:lstStyle>
            <a:lvl1pPr algn="ctr">
              <a:defRPr/>
            </a:lvl1pPr>
            <a:lvl2pPr marL="371475" indent="0">
              <a:buNone/>
              <a:defRPr/>
            </a:lvl2pPr>
          </a:lstStyle>
          <a:p>
            <a:pPr lvl="0"/>
            <a:r>
              <a:rPr lang="en-US" dirty="0"/>
              <a:t>Click to insert text</a:t>
            </a:r>
          </a:p>
        </p:txBody>
      </p:sp>
      <p:sp>
        <p:nvSpPr>
          <p:cNvPr id="37" name="Text Placeholder 36">
            <a:extLst>
              <a:ext uri="{FF2B5EF4-FFF2-40B4-BE49-F238E27FC236}">
                <a16:creationId xmlns:a16="http://schemas.microsoft.com/office/drawing/2014/main" id="{38EBB49C-19EA-4D54-98F7-9E9FF53FD1B6}"/>
              </a:ext>
            </a:extLst>
          </p:cNvPr>
          <p:cNvSpPr>
            <a:spLocks noGrp="1"/>
          </p:cNvSpPr>
          <p:nvPr>
            <p:ph type="body" sz="quarter" idx="16" hasCustomPrompt="1"/>
          </p:nvPr>
        </p:nvSpPr>
        <p:spPr>
          <a:xfrm>
            <a:off x="6780117" y="4941889"/>
            <a:ext cx="2223691" cy="935037"/>
          </a:xfrm>
          <a:prstGeom prst="rect">
            <a:avLst/>
          </a:prstGeom>
        </p:spPr>
        <p:txBody>
          <a:bodyPr>
            <a:normAutofit/>
          </a:bodyPr>
          <a:lstStyle>
            <a:lvl1pPr>
              <a:defRPr sz="1138"/>
            </a:lvl1pPr>
          </a:lstStyle>
          <a:p>
            <a:pPr lvl="0"/>
            <a:r>
              <a:rPr lang="en-US" dirty="0"/>
              <a:t>Click to insert text</a:t>
            </a:r>
          </a:p>
        </p:txBody>
      </p:sp>
      <p:sp>
        <p:nvSpPr>
          <p:cNvPr id="38" name="Text Placeholder 36">
            <a:extLst>
              <a:ext uri="{FF2B5EF4-FFF2-40B4-BE49-F238E27FC236}">
                <a16:creationId xmlns:a16="http://schemas.microsoft.com/office/drawing/2014/main" id="{914F5F94-C619-4353-985D-517B9A1ED51A}"/>
              </a:ext>
            </a:extLst>
          </p:cNvPr>
          <p:cNvSpPr>
            <a:spLocks noGrp="1"/>
          </p:cNvSpPr>
          <p:nvPr>
            <p:ph type="body" sz="quarter" idx="17" hasCustomPrompt="1"/>
          </p:nvPr>
        </p:nvSpPr>
        <p:spPr>
          <a:xfrm>
            <a:off x="3852551" y="4919316"/>
            <a:ext cx="2223691" cy="935037"/>
          </a:xfrm>
          <a:prstGeom prst="rect">
            <a:avLst/>
          </a:prstGeom>
        </p:spPr>
        <p:txBody>
          <a:bodyPr>
            <a:normAutofit/>
          </a:bodyPr>
          <a:lstStyle>
            <a:lvl1pPr>
              <a:defRPr sz="1138"/>
            </a:lvl1pPr>
          </a:lstStyle>
          <a:p>
            <a:pPr lvl="0"/>
            <a:r>
              <a:rPr lang="en-US" dirty="0"/>
              <a:t>Click to insert text</a:t>
            </a:r>
          </a:p>
        </p:txBody>
      </p:sp>
      <p:sp>
        <p:nvSpPr>
          <p:cNvPr id="39" name="Text Placeholder 36">
            <a:extLst>
              <a:ext uri="{FF2B5EF4-FFF2-40B4-BE49-F238E27FC236}">
                <a16:creationId xmlns:a16="http://schemas.microsoft.com/office/drawing/2014/main" id="{43904984-B2AA-40BC-977A-39D263DD919B}"/>
              </a:ext>
            </a:extLst>
          </p:cNvPr>
          <p:cNvSpPr>
            <a:spLocks noGrp="1"/>
          </p:cNvSpPr>
          <p:nvPr>
            <p:ph type="body" sz="quarter" idx="18" hasCustomPrompt="1"/>
          </p:nvPr>
        </p:nvSpPr>
        <p:spPr>
          <a:xfrm>
            <a:off x="924983" y="4919316"/>
            <a:ext cx="2223691" cy="935037"/>
          </a:xfrm>
          <a:prstGeom prst="rect">
            <a:avLst/>
          </a:prstGeom>
        </p:spPr>
        <p:txBody>
          <a:bodyPr>
            <a:normAutofit/>
          </a:bodyPr>
          <a:lstStyle>
            <a:lvl1pPr>
              <a:defRPr sz="1138"/>
            </a:lvl1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19"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89229472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with Shapes - Layout5">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C01FB-E2BF-4470-A153-6F7BF3CCF3F9}"/>
              </a:ext>
            </a:extLst>
          </p:cNvPr>
          <p:cNvSpPr/>
          <p:nvPr userDrawn="1"/>
        </p:nvSpPr>
        <p:spPr>
          <a:xfrm>
            <a:off x="0" y="4437112"/>
            <a:ext cx="9906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544"/>
          </a:p>
        </p:txBody>
      </p:sp>
      <p:sp>
        <p:nvSpPr>
          <p:cNvPr id="34" name="Text Placeholder 7">
            <a:extLst>
              <a:ext uri="{FF2B5EF4-FFF2-40B4-BE49-F238E27FC236}">
                <a16:creationId xmlns:a16="http://schemas.microsoft.com/office/drawing/2014/main" id="{A4F8F9B7-22AF-440B-AF0A-78B650932C21}"/>
              </a:ext>
            </a:extLst>
          </p:cNvPr>
          <p:cNvSpPr>
            <a:spLocks noGrp="1"/>
          </p:cNvSpPr>
          <p:nvPr>
            <p:ph type="body" sz="quarter" idx="32" hasCustomPrompt="1"/>
          </p:nvPr>
        </p:nvSpPr>
        <p:spPr>
          <a:xfrm>
            <a:off x="331491" y="1700808"/>
            <a:ext cx="4738886" cy="432048"/>
          </a:xfrm>
          <a:prstGeom prst="rect">
            <a:avLst/>
          </a:prstGeom>
        </p:spPr>
        <p:txBody>
          <a:bodyPr anchor="ctr">
            <a:noAutofit/>
          </a:bodyPr>
          <a:lstStyle>
            <a:lvl1pPr>
              <a:lnSpc>
                <a:spcPts val="1788"/>
              </a:lnSpc>
              <a:spcAft>
                <a:spcPts val="0"/>
              </a:spcAft>
              <a:defRPr sz="1463">
                <a:solidFill>
                  <a:srgbClr val="12ABDB"/>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title</a:t>
            </a:r>
          </a:p>
        </p:txBody>
      </p:sp>
      <p:pic>
        <p:nvPicPr>
          <p:cNvPr id="14" name="Graphic 13">
            <a:extLst>
              <a:ext uri="{FF2B5EF4-FFF2-40B4-BE49-F238E27FC236}">
                <a16:creationId xmlns:a16="http://schemas.microsoft.com/office/drawing/2014/main" id="{CBFCF213-9AB8-422B-8F8D-9F6A01ED15F1}"/>
              </a:ext>
            </a:extLst>
          </p:cNvPr>
          <p:cNvPicPr>
            <a:picLocks noChangeAspect="1"/>
          </p:cNvPicPr>
          <p:nvPr userDrawn="1"/>
        </p:nvPicPr>
        <p:blipFill>
          <a:blip r:embed="rId2">
            <a:extLst>
              <a:ext uri="{96DAC541-7B7A-43D3-8B79-37D633B846F1}">
                <asvg:svgBlip xmlns:asvg="http://schemas.microsoft.com/office/drawing/2016/SVG/main" r:embed="rId3"/>
              </a:ext>
            </a:extLst>
          </a:blip>
          <a:srcRect r="13305" b="8553"/>
          <a:stretch>
            <a:fillRect/>
          </a:stretch>
        </p:blipFill>
        <p:spPr>
          <a:xfrm rot="19314106">
            <a:off x="8199267" y="-166653"/>
            <a:ext cx="2862135" cy="5177025"/>
          </a:xfrm>
          <a:custGeom>
            <a:avLst/>
            <a:gdLst>
              <a:gd name="connsiteX0" fmla="*/ 3522628 w 3522628"/>
              <a:gd name="connsiteY0" fmla="*/ 891962 h 5177025"/>
              <a:gd name="connsiteX1" fmla="*/ 162923 w 3522628"/>
              <a:gd name="connsiteY1" fmla="*/ 5177025 h 5177025"/>
              <a:gd name="connsiteX2" fmla="*/ 0 w 3522628"/>
              <a:gd name="connsiteY2" fmla="*/ 5049285 h 5177025"/>
              <a:gd name="connsiteX3" fmla="*/ 0 w 3522628"/>
              <a:gd name="connsiteY3" fmla="*/ 1923687 h 5177025"/>
              <a:gd name="connsiteX4" fmla="*/ 1508267 w 3522628"/>
              <a:gd name="connsiteY4" fmla="*/ 0 h 5177025"/>
              <a:gd name="connsiteX5" fmla="*/ 2384994 w 3522628"/>
              <a:gd name="connsiteY5" fmla="*/ 0 h 51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2628" h="5177025">
                <a:moveTo>
                  <a:pt x="3522628" y="891962"/>
                </a:moveTo>
                <a:lnTo>
                  <a:pt x="162923" y="5177025"/>
                </a:lnTo>
                <a:lnTo>
                  <a:pt x="0" y="5049285"/>
                </a:lnTo>
                <a:lnTo>
                  <a:pt x="0" y="1923687"/>
                </a:lnTo>
                <a:lnTo>
                  <a:pt x="1508267" y="0"/>
                </a:lnTo>
                <a:lnTo>
                  <a:pt x="2384994" y="0"/>
                </a:lnTo>
                <a:close/>
              </a:path>
            </a:pathLst>
          </a:custGeom>
        </p:spPr>
      </p:pic>
      <p:sp>
        <p:nvSpPr>
          <p:cNvPr id="40" name="Text Placeholder 7">
            <a:extLst>
              <a:ext uri="{FF2B5EF4-FFF2-40B4-BE49-F238E27FC236}">
                <a16:creationId xmlns:a16="http://schemas.microsoft.com/office/drawing/2014/main" id="{6343BDF6-D0DB-4726-8EA9-DA3DE0DFDE11}"/>
              </a:ext>
            </a:extLst>
          </p:cNvPr>
          <p:cNvSpPr>
            <a:spLocks noGrp="1"/>
          </p:cNvSpPr>
          <p:nvPr>
            <p:ph type="body" sz="quarter" idx="35" hasCustomPrompt="1"/>
          </p:nvPr>
        </p:nvSpPr>
        <p:spPr>
          <a:xfrm>
            <a:off x="502133" y="5585038"/>
            <a:ext cx="1375115" cy="432048"/>
          </a:xfrm>
          <a:prstGeom prst="rect">
            <a:avLst/>
          </a:prstGeom>
        </p:spPr>
        <p:txBody>
          <a:bodyPr anchor="ctr">
            <a:noAutofit/>
          </a:bodyPr>
          <a:lstStyle>
            <a:lvl1pPr algn="ctr">
              <a:lnSpc>
                <a:spcPts val="1138"/>
              </a:lnSpc>
              <a:spcAft>
                <a:spcPts val="0"/>
              </a:spcAft>
              <a:defRPr sz="1056">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1" name="Text Placeholder 7">
            <a:extLst>
              <a:ext uri="{FF2B5EF4-FFF2-40B4-BE49-F238E27FC236}">
                <a16:creationId xmlns:a16="http://schemas.microsoft.com/office/drawing/2014/main" id="{3B423489-C448-4223-A3F1-FAB0DF95C7E0}"/>
              </a:ext>
            </a:extLst>
          </p:cNvPr>
          <p:cNvSpPr>
            <a:spLocks noGrp="1"/>
          </p:cNvSpPr>
          <p:nvPr>
            <p:ph type="body" sz="quarter" idx="36" hasCustomPrompt="1"/>
          </p:nvPr>
        </p:nvSpPr>
        <p:spPr>
          <a:xfrm>
            <a:off x="2040315" y="5585038"/>
            <a:ext cx="1375115" cy="432048"/>
          </a:xfrm>
          <a:prstGeom prst="rect">
            <a:avLst/>
          </a:prstGeom>
        </p:spPr>
        <p:txBody>
          <a:bodyPr anchor="ctr">
            <a:noAutofit/>
          </a:bodyPr>
          <a:lstStyle>
            <a:lvl1pPr algn="ctr">
              <a:lnSpc>
                <a:spcPts val="1138"/>
              </a:lnSpc>
              <a:spcAft>
                <a:spcPts val="0"/>
              </a:spcAft>
              <a:defRPr sz="1056">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2" name="Text Placeholder 7">
            <a:extLst>
              <a:ext uri="{FF2B5EF4-FFF2-40B4-BE49-F238E27FC236}">
                <a16:creationId xmlns:a16="http://schemas.microsoft.com/office/drawing/2014/main" id="{415D3B99-29BD-4D4A-BD25-28628B5AD295}"/>
              </a:ext>
            </a:extLst>
          </p:cNvPr>
          <p:cNvSpPr>
            <a:spLocks noGrp="1"/>
          </p:cNvSpPr>
          <p:nvPr>
            <p:ph type="body" sz="quarter" idx="37" hasCustomPrompt="1"/>
          </p:nvPr>
        </p:nvSpPr>
        <p:spPr>
          <a:xfrm>
            <a:off x="3578497" y="5585038"/>
            <a:ext cx="1375115" cy="432048"/>
          </a:xfrm>
          <a:prstGeom prst="rect">
            <a:avLst/>
          </a:prstGeom>
        </p:spPr>
        <p:txBody>
          <a:bodyPr anchor="ctr">
            <a:noAutofit/>
          </a:bodyPr>
          <a:lstStyle>
            <a:lvl1pPr algn="ctr">
              <a:lnSpc>
                <a:spcPts val="1138"/>
              </a:lnSpc>
              <a:spcAft>
                <a:spcPts val="0"/>
              </a:spcAft>
              <a:defRPr sz="1056">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3" name="Text Placeholder 7">
            <a:extLst>
              <a:ext uri="{FF2B5EF4-FFF2-40B4-BE49-F238E27FC236}">
                <a16:creationId xmlns:a16="http://schemas.microsoft.com/office/drawing/2014/main" id="{FB92CCBF-AD9B-4B1F-81E0-1F58CD476991}"/>
              </a:ext>
            </a:extLst>
          </p:cNvPr>
          <p:cNvSpPr>
            <a:spLocks noGrp="1"/>
          </p:cNvSpPr>
          <p:nvPr>
            <p:ph type="body" sz="quarter" idx="38" hasCustomPrompt="1"/>
          </p:nvPr>
        </p:nvSpPr>
        <p:spPr>
          <a:xfrm>
            <a:off x="5116678" y="5585038"/>
            <a:ext cx="1375115" cy="432048"/>
          </a:xfrm>
          <a:prstGeom prst="rect">
            <a:avLst/>
          </a:prstGeom>
        </p:spPr>
        <p:txBody>
          <a:bodyPr anchor="ctr">
            <a:noAutofit/>
          </a:bodyPr>
          <a:lstStyle>
            <a:lvl1pPr algn="ctr">
              <a:lnSpc>
                <a:spcPts val="1138"/>
              </a:lnSpc>
              <a:spcAft>
                <a:spcPts val="0"/>
              </a:spcAft>
              <a:defRPr sz="1056">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4" name="Text Placeholder 7">
            <a:extLst>
              <a:ext uri="{FF2B5EF4-FFF2-40B4-BE49-F238E27FC236}">
                <a16:creationId xmlns:a16="http://schemas.microsoft.com/office/drawing/2014/main" id="{429263E9-C628-4DAE-AAF4-D4C456E5A7F2}"/>
              </a:ext>
            </a:extLst>
          </p:cNvPr>
          <p:cNvSpPr>
            <a:spLocks noGrp="1"/>
          </p:cNvSpPr>
          <p:nvPr>
            <p:ph type="body" sz="quarter" idx="39" hasCustomPrompt="1"/>
          </p:nvPr>
        </p:nvSpPr>
        <p:spPr>
          <a:xfrm>
            <a:off x="6654860" y="5585038"/>
            <a:ext cx="1375115" cy="432048"/>
          </a:xfrm>
          <a:prstGeom prst="rect">
            <a:avLst/>
          </a:prstGeom>
        </p:spPr>
        <p:txBody>
          <a:bodyPr anchor="ctr">
            <a:noAutofit/>
          </a:bodyPr>
          <a:lstStyle>
            <a:lvl1pPr algn="ctr">
              <a:lnSpc>
                <a:spcPts val="1138"/>
              </a:lnSpc>
              <a:spcAft>
                <a:spcPts val="0"/>
              </a:spcAft>
              <a:defRPr sz="1056">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5" name="Text Placeholder 7">
            <a:extLst>
              <a:ext uri="{FF2B5EF4-FFF2-40B4-BE49-F238E27FC236}">
                <a16:creationId xmlns:a16="http://schemas.microsoft.com/office/drawing/2014/main" id="{266B7D82-19EF-4C8A-8D75-AEA2758E426F}"/>
              </a:ext>
            </a:extLst>
          </p:cNvPr>
          <p:cNvSpPr>
            <a:spLocks noGrp="1"/>
          </p:cNvSpPr>
          <p:nvPr>
            <p:ph type="body" sz="quarter" idx="40"/>
          </p:nvPr>
        </p:nvSpPr>
        <p:spPr>
          <a:xfrm>
            <a:off x="8193042" y="5585038"/>
            <a:ext cx="1375115" cy="432048"/>
          </a:xfrm>
          <a:prstGeom prst="rect">
            <a:avLst/>
          </a:prstGeom>
        </p:spPr>
        <p:txBody>
          <a:bodyPr anchor="ctr">
            <a:noAutofit/>
          </a:bodyPr>
          <a:lstStyle>
            <a:lvl1pPr algn="r">
              <a:lnSpc>
                <a:spcPts val="1300"/>
              </a:lnSpc>
              <a:defRPr sz="1138" b="1">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Edit Master text styles</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
        <p:nvSpPr>
          <p:cNvPr id="20" name="Text Placeholder 7">
            <a:extLst>
              <a:ext uri="{FF2B5EF4-FFF2-40B4-BE49-F238E27FC236}">
                <a16:creationId xmlns:a16="http://schemas.microsoft.com/office/drawing/2014/main" id="{9228FC83-C11D-47F2-8BDE-B10D125E5E87}"/>
              </a:ext>
            </a:extLst>
          </p:cNvPr>
          <p:cNvSpPr>
            <a:spLocks noGrp="1"/>
          </p:cNvSpPr>
          <p:nvPr>
            <p:ph type="body" sz="quarter" idx="41" hasCustomPrompt="1"/>
          </p:nvPr>
        </p:nvSpPr>
        <p:spPr>
          <a:xfrm>
            <a:off x="346522" y="2326857"/>
            <a:ext cx="2558751" cy="1994493"/>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3136809" y="2326857"/>
            <a:ext cx="2558751" cy="1994493"/>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2" name="Text Placeholder 7">
            <a:extLst>
              <a:ext uri="{FF2B5EF4-FFF2-40B4-BE49-F238E27FC236}">
                <a16:creationId xmlns:a16="http://schemas.microsoft.com/office/drawing/2014/main" id="{9228FC83-C11D-47F2-8BDE-B10D125E5E87}"/>
              </a:ext>
            </a:extLst>
          </p:cNvPr>
          <p:cNvSpPr>
            <a:spLocks noGrp="1"/>
          </p:cNvSpPr>
          <p:nvPr>
            <p:ph type="body" sz="quarter" idx="43" hasCustomPrompt="1"/>
          </p:nvPr>
        </p:nvSpPr>
        <p:spPr>
          <a:xfrm>
            <a:off x="5927096" y="2326857"/>
            <a:ext cx="2558751" cy="1994493"/>
          </a:xfrm>
          <a:prstGeom prst="rect">
            <a:avLst/>
          </a:prstGeom>
        </p:spPr>
        <p:txBody>
          <a:bodyPr>
            <a:noAutofit/>
          </a:bodyPr>
          <a:lstStyle>
            <a:lvl1pPr>
              <a:lnSpc>
                <a:spcPts val="1300"/>
              </a:lnSpc>
              <a:defRPr sz="1138">
                <a:solidFill>
                  <a:schemeClr val="tx1"/>
                </a:solidFill>
              </a:defRPr>
            </a:lvl1pPr>
            <a:lvl2pPr marL="140593" indent="-136723">
              <a:lnSpc>
                <a:spcPts val="1138"/>
              </a:lnSpc>
              <a:defRPr sz="975">
                <a:solidFill>
                  <a:schemeClr val="tx1"/>
                </a:solidFill>
              </a:defRPr>
            </a:lvl2pPr>
            <a:lvl3pPr marL="282476" indent="-141883">
              <a:lnSpc>
                <a:spcPts val="1138"/>
              </a:lnSpc>
              <a:defRPr sz="975">
                <a:solidFill>
                  <a:schemeClr val="tx1"/>
                </a:solidFill>
              </a:defRPr>
            </a:lvl3pPr>
            <a:lvl4pPr marL="414040" indent="-131564">
              <a:lnSpc>
                <a:spcPts val="975"/>
              </a:lnSpc>
              <a:defRPr sz="894">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9382582" y="188640"/>
            <a:ext cx="344789" cy="459624"/>
          </a:xfrm>
          <a:prstGeom prst="rect">
            <a:avLst/>
          </a:prstGeom>
        </p:spPr>
      </p:pic>
      <p:cxnSp>
        <p:nvCxnSpPr>
          <p:cNvPr id="24" name="Straight Connector 23">
            <a:extLst>
              <a:ext uri="{FF2B5EF4-FFF2-40B4-BE49-F238E27FC236}">
                <a16:creationId xmlns:a16="http://schemas.microsoft.com/office/drawing/2014/main" id="{0FF5023A-0693-40EF-A144-6A5D8AD8789F}"/>
              </a:ext>
            </a:extLst>
          </p:cNvPr>
          <p:cNvCxnSpPr>
            <a:cxnSpLocks/>
          </p:cNvCxnSpPr>
          <p:nvPr userDrawn="1"/>
        </p:nvCxnSpPr>
        <p:spPr>
          <a:xfrm>
            <a:off x="331491" y="2235647"/>
            <a:ext cx="8154356" cy="0"/>
          </a:xfrm>
          <a:prstGeom prst="line">
            <a:avLst/>
          </a:prstGeom>
          <a:solidFill>
            <a:schemeClr val="tx1"/>
          </a:solidFill>
          <a:ln w="47625" cap="flat">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264227"/>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rganization Chart">
    <p:bg>
      <p:bgRef idx="1001">
        <a:schemeClr val="bg1"/>
      </p:bgRef>
    </p:bg>
    <p:spTree>
      <p:nvGrpSpPr>
        <p:cNvPr id="1" name=""/>
        <p:cNvGrpSpPr/>
        <p:nvPr/>
      </p:nvGrpSpPr>
      <p:grpSpPr>
        <a:xfrm>
          <a:off x="0" y="0"/>
          <a:ext cx="0" cy="0"/>
          <a:chOff x="0" y="0"/>
          <a:chExt cx="0" cy="0"/>
        </a:xfrm>
      </p:grpSpPr>
      <p:sp>
        <p:nvSpPr>
          <p:cNvPr id="42" name="Text Placeholder 7">
            <a:extLst>
              <a:ext uri="{FF2B5EF4-FFF2-40B4-BE49-F238E27FC236}">
                <a16:creationId xmlns:a16="http://schemas.microsoft.com/office/drawing/2014/main" id="{5889F4BD-9B8F-420C-96FD-C732EE0EE6BD}"/>
              </a:ext>
            </a:extLst>
          </p:cNvPr>
          <p:cNvSpPr>
            <a:spLocks noGrp="1"/>
          </p:cNvSpPr>
          <p:nvPr>
            <p:ph type="body" sz="quarter" idx="38" hasCustomPrompt="1"/>
          </p:nvPr>
        </p:nvSpPr>
        <p:spPr>
          <a:xfrm>
            <a:off x="541735" y="5733255"/>
            <a:ext cx="1576188" cy="504056"/>
          </a:xfrm>
          <a:prstGeom prst="rect">
            <a:avLst/>
          </a:prstGeom>
          <a:solidFill>
            <a:srgbClr val="E6E7E7"/>
          </a:solidFill>
        </p:spPr>
        <p:txBody>
          <a:bodyPr anchor="ctr">
            <a:noAutofit/>
          </a:bodyPr>
          <a:lstStyle>
            <a:lvl1pPr algn="ctr">
              <a:lnSpc>
                <a:spcPts val="1138"/>
              </a:lnSpc>
              <a:spcBef>
                <a:spcPts val="0"/>
              </a:spcBef>
              <a:spcAft>
                <a:spcPts val="0"/>
              </a:spcAft>
              <a:defRPr sz="975" b="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3" name="Text Placeholder 7">
            <a:extLst>
              <a:ext uri="{FF2B5EF4-FFF2-40B4-BE49-F238E27FC236}">
                <a16:creationId xmlns:a16="http://schemas.microsoft.com/office/drawing/2014/main" id="{E26F6CC5-0FBD-4B39-8067-DA4CA3D08DF5}"/>
              </a:ext>
            </a:extLst>
          </p:cNvPr>
          <p:cNvSpPr>
            <a:spLocks noGrp="1"/>
          </p:cNvSpPr>
          <p:nvPr>
            <p:ph type="body" sz="quarter" idx="39" hasCustomPrompt="1"/>
          </p:nvPr>
        </p:nvSpPr>
        <p:spPr>
          <a:xfrm>
            <a:off x="2270258" y="5737641"/>
            <a:ext cx="1576188" cy="504056"/>
          </a:xfrm>
          <a:prstGeom prst="rect">
            <a:avLst/>
          </a:prstGeom>
          <a:solidFill>
            <a:srgbClr val="E6E7E7"/>
          </a:solidFill>
        </p:spPr>
        <p:txBody>
          <a:bodyPr anchor="ctr">
            <a:noAutofit/>
          </a:bodyPr>
          <a:lstStyle>
            <a:lvl1pPr algn="ctr">
              <a:lnSpc>
                <a:spcPts val="1138"/>
              </a:lnSpc>
              <a:spcBef>
                <a:spcPts val="0"/>
              </a:spcBef>
              <a:spcAft>
                <a:spcPts val="0"/>
              </a:spcAft>
              <a:defRPr sz="975" b="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4" name="Text Placeholder 7">
            <a:extLst>
              <a:ext uri="{FF2B5EF4-FFF2-40B4-BE49-F238E27FC236}">
                <a16:creationId xmlns:a16="http://schemas.microsoft.com/office/drawing/2014/main" id="{6D83DCD9-FC24-4ACE-8B52-269E78EA5154}"/>
              </a:ext>
            </a:extLst>
          </p:cNvPr>
          <p:cNvSpPr>
            <a:spLocks noGrp="1"/>
          </p:cNvSpPr>
          <p:nvPr>
            <p:ph type="body" sz="quarter" idx="40" hasCustomPrompt="1"/>
          </p:nvPr>
        </p:nvSpPr>
        <p:spPr>
          <a:xfrm>
            <a:off x="4003572" y="5737641"/>
            <a:ext cx="1576188" cy="504056"/>
          </a:xfrm>
          <a:prstGeom prst="rect">
            <a:avLst/>
          </a:prstGeom>
          <a:solidFill>
            <a:srgbClr val="E6E7E7"/>
          </a:solidFill>
        </p:spPr>
        <p:txBody>
          <a:bodyPr anchor="ctr">
            <a:noAutofit/>
          </a:bodyPr>
          <a:lstStyle>
            <a:lvl1pPr algn="ctr">
              <a:lnSpc>
                <a:spcPts val="1138"/>
              </a:lnSpc>
              <a:spcBef>
                <a:spcPts val="0"/>
              </a:spcBef>
              <a:spcAft>
                <a:spcPts val="0"/>
              </a:spcAft>
              <a:defRPr sz="975" b="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5" name="Text Placeholder 7">
            <a:extLst>
              <a:ext uri="{FF2B5EF4-FFF2-40B4-BE49-F238E27FC236}">
                <a16:creationId xmlns:a16="http://schemas.microsoft.com/office/drawing/2014/main" id="{75441542-8C67-4120-B77E-FF0148E22F4B}"/>
              </a:ext>
            </a:extLst>
          </p:cNvPr>
          <p:cNvSpPr>
            <a:spLocks noGrp="1"/>
          </p:cNvSpPr>
          <p:nvPr>
            <p:ph type="body" sz="quarter" idx="41" hasCustomPrompt="1"/>
          </p:nvPr>
        </p:nvSpPr>
        <p:spPr>
          <a:xfrm>
            <a:off x="5736413" y="5733156"/>
            <a:ext cx="1576188" cy="504056"/>
          </a:xfrm>
          <a:prstGeom prst="rect">
            <a:avLst/>
          </a:prstGeom>
          <a:solidFill>
            <a:srgbClr val="E6E7E7"/>
          </a:solidFill>
        </p:spPr>
        <p:txBody>
          <a:bodyPr anchor="ctr">
            <a:noAutofit/>
          </a:bodyPr>
          <a:lstStyle>
            <a:lvl1pPr algn="ctr">
              <a:lnSpc>
                <a:spcPts val="1138"/>
              </a:lnSpc>
              <a:spcBef>
                <a:spcPts val="0"/>
              </a:spcBef>
              <a:spcAft>
                <a:spcPts val="0"/>
              </a:spcAft>
              <a:defRPr sz="975" b="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46" name="Text Placeholder 7">
            <a:extLst>
              <a:ext uri="{FF2B5EF4-FFF2-40B4-BE49-F238E27FC236}">
                <a16:creationId xmlns:a16="http://schemas.microsoft.com/office/drawing/2014/main" id="{B4323275-6F19-499D-9A1B-2C56B8029E99}"/>
              </a:ext>
            </a:extLst>
          </p:cNvPr>
          <p:cNvSpPr>
            <a:spLocks noGrp="1"/>
          </p:cNvSpPr>
          <p:nvPr>
            <p:ph type="body" sz="quarter" idx="42" hasCustomPrompt="1"/>
          </p:nvPr>
        </p:nvSpPr>
        <p:spPr>
          <a:xfrm>
            <a:off x="7469253" y="5733156"/>
            <a:ext cx="1576188" cy="504056"/>
          </a:xfrm>
          <a:prstGeom prst="rect">
            <a:avLst/>
          </a:prstGeom>
          <a:solidFill>
            <a:srgbClr val="E6E7E7"/>
          </a:solidFill>
        </p:spPr>
        <p:txBody>
          <a:bodyPr anchor="ctr">
            <a:noAutofit/>
          </a:bodyPr>
          <a:lstStyle>
            <a:lvl1pPr algn="ctr">
              <a:lnSpc>
                <a:spcPts val="1138"/>
              </a:lnSpc>
              <a:spcBef>
                <a:spcPts val="0"/>
              </a:spcBef>
              <a:spcAft>
                <a:spcPts val="0"/>
              </a:spcAft>
              <a:defRPr sz="975" b="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39" name="Text Placeholder 7">
            <a:extLst>
              <a:ext uri="{FF2B5EF4-FFF2-40B4-BE49-F238E27FC236}">
                <a16:creationId xmlns:a16="http://schemas.microsoft.com/office/drawing/2014/main" id="{5AAEF36F-2753-4DC6-898C-49B56113E4F4}"/>
              </a:ext>
            </a:extLst>
          </p:cNvPr>
          <p:cNvSpPr>
            <a:spLocks noGrp="1"/>
          </p:cNvSpPr>
          <p:nvPr>
            <p:ph type="body" sz="quarter" idx="37" hasCustomPrompt="1"/>
          </p:nvPr>
        </p:nvSpPr>
        <p:spPr>
          <a:xfrm>
            <a:off x="2963779" y="1958081"/>
            <a:ext cx="1170130" cy="1152128"/>
          </a:xfrm>
          <a:prstGeom prst="rect">
            <a:avLst/>
          </a:prstGeom>
          <a:solidFill>
            <a:srgbClr val="0070AD"/>
          </a:solidFill>
        </p:spPr>
        <p:txBody>
          <a:bodyPr rIns="0" anchor="ctr">
            <a:noAutofit/>
          </a:bodyPr>
          <a:lstStyle>
            <a:lvl1pPr algn="ctr">
              <a:lnSpc>
                <a:spcPts val="1463"/>
              </a:lnSpc>
              <a:spcBef>
                <a:spcPts val="0"/>
              </a:spcBef>
              <a:spcAft>
                <a:spcPts val="0"/>
              </a:spcAft>
              <a:defRPr sz="1300" b="0">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Insert Group Name</a:t>
            </a:r>
          </a:p>
        </p:txBody>
      </p:sp>
      <p:sp>
        <p:nvSpPr>
          <p:cNvPr id="37" name="Text Placeholder 7">
            <a:extLst>
              <a:ext uri="{FF2B5EF4-FFF2-40B4-BE49-F238E27FC236}">
                <a16:creationId xmlns:a16="http://schemas.microsoft.com/office/drawing/2014/main" id="{AD94FF36-F4B8-4ED6-BB44-FDBFDBFA2A1C}"/>
              </a:ext>
            </a:extLst>
          </p:cNvPr>
          <p:cNvSpPr>
            <a:spLocks noGrp="1"/>
          </p:cNvSpPr>
          <p:nvPr>
            <p:ph type="body" sz="quarter" idx="35" hasCustomPrompt="1"/>
          </p:nvPr>
        </p:nvSpPr>
        <p:spPr>
          <a:xfrm>
            <a:off x="5187026" y="3428999"/>
            <a:ext cx="1170130" cy="1152128"/>
          </a:xfrm>
          <a:prstGeom prst="rect">
            <a:avLst/>
          </a:prstGeom>
          <a:solidFill>
            <a:srgbClr val="12ABDB"/>
          </a:solidFill>
        </p:spPr>
        <p:txBody>
          <a:bodyPr rIns="0" anchor="ctr">
            <a:noAutofit/>
          </a:bodyPr>
          <a:lstStyle>
            <a:lvl1pPr algn="ctr">
              <a:lnSpc>
                <a:spcPts val="1463"/>
              </a:lnSpc>
              <a:spcBef>
                <a:spcPts val="0"/>
              </a:spcBef>
              <a:spcAft>
                <a:spcPts val="0"/>
              </a:spcAft>
              <a:defRPr sz="1300" b="0">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Insert Group Name</a:t>
            </a:r>
          </a:p>
        </p:txBody>
      </p:sp>
      <p:sp>
        <p:nvSpPr>
          <p:cNvPr id="8" name="Rectangle 7">
            <a:extLst>
              <a:ext uri="{FF2B5EF4-FFF2-40B4-BE49-F238E27FC236}">
                <a16:creationId xmlns:a16="http://schemas.microsoft.com/office/drawing/2014/main" id="{404E50B0-1D58-4F15-A351-E3515806816D}"/>
              </a:ext>
            </a:extLst>
          </p:cNvPr>
          <p:cNvSpPr/>
          <p:nvPr/>
        </p:nvSpPr>
        <p:spPr>
          <a:xfrm>
            <a:off x="2916832" y="1916832"/>
            <a:ext cx="407233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38" kern="0">
              <a:solidFill>
                <a:srgbClr val="FFFFFF"/>
              </a:solidFill>
              <a:sym typeface="Arial"/>
            </a:endParaRPr>
          </a:p>
        </p:txBody>
      </p:sp>
      <p:sp>
        <p:nvSpPr>
          <p:cNvPr id="12" name="Rectangle 11">
            <a:extLst>
              <a:ext uri="{FF2B5EF4-FFF2-40B4-BE49-F238E27FC236}">
                <a16:creationId xmlns:a16="http://schemas.microsoft.com/office/drawing/2014/main" id="{AE59D603-4EF9-47FC-B148-3573A831D791}"/>
              </a:ext>
            </a:extLst>
          </p:cNvPr>
          <p:cNvSpPr/>
          <p:nvPr/>
        </p:nvSpPr>
        <p:spPr>
          <a:xfrm>
            <a:off x="5149476" y="3389316"/>
            <a:ext cx="407233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38" kern="0">
              <a:solidFill>
                <a:srgbClr val="FFFFFF"/>
              </a:solidFill>
              <a:sym typeface="Arial"/>
            </a:endParaRPr>
          </a:p>
        </p:txBody>
      </p:sp>
      <p:sp>
        <p:nvSpPr>
          <p:cNvPr id="16" name="Rectangle 15">
            <a:extLst>
              <a:ext uri="{FF2B5EF4-FFF2-40B4-BE49-F238E27FC236}">
                <a16:creationId xmlns:a16="http://schemas.microsoft.com/office/drawing/2014/main" id="{58AC5158-E8A1-44A7-8617-AC56F0DD1719}"/>
              </a:ext>
            </a:extLst>
          </p:cNvPr>
          <p:cNvSpPr/>
          <p:nvPr/>
        </p:nvSpPr>
        <p:spPr>
          <a:xfrm>
            <a:off x="682328" y="3389316"/>
            <a:ext cx="407233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38" kern="0">
              <a:solidFill>
                <a:srgbClr val="FFFFFF"/>
              </a:solidFill>
              <a:sym typeface="Arial"/>
            </a:endParaRPr>
          </a:p>
        </p:txBody>
      </p:sp>
      <p:sp>
        <p:nvSpPr>
          <p:cNvPr id="17" name="TextBox 16">
            <a:extLst>
              <a:ext uri="{FF2B5EF4-FFF2-40B4-BE49-F238E27FC236}">
                <a16:creationId xmlns:a16="http://schemas.microsoft.com/office/drawing/2014/main" id="{C761E736-25EA-4914-A717-28A039625E8C}"/>
              </a:ext>
            </a:extLst>
          </p:cNvPr>
          <p:cNvSpPr txBox="1"/>
          <p:nvPr/>
        </p:nvSpPr>
        <p:spPr>
          <a:xfrm>
            <a:off x="717716" y="3711981"/>
            <a:ext cx="1007297" cy="432426"/>
          </a:xfrm>
          <a:prstGeom prst="rect">
            <a:avLst/>
          </a:prstGeom>
          <a:noFill/>
        </p:spPr>
        <p:txBody>
          <a:bodyPr wrap="square" rtlCol="0">
            <a:spAutoFit/>
          </a:bodyPr>
          <a:lstStyle/>
          <a:p>
            <a:pPr algn="r">
              <a:lnSpc>
                <a:spcPct val="85000"/>
              </a:lnSpc>
            </a:pPr>
            <a:r>
              <a:rPr lang="en-US" sz="1300" b="1" kern="0" dirty="0">
                <a:solidFill>
                  <a:schemeClr val="bg1"/>
                </a:solidFill>
                <a:latin typeface="+mj-lt"/>
                <a:ea typeface="Georgia" charset="0"/>
                <a:cs typeface="Georgia" charset="0"/>
                <a:sym typeface="Arial"/>
              </a:rPr>
              <a:t>Group Name</a:t>
            </a:r>
          </a:p>
        </p:txBody>
      </p:sp>
      <p:cxnSp>
        <p:nvCxnSpPr>
          <p:cNvPr id="19" name="Straight Connector 18">
            <a:extLst>
              <a:ext uri="{FF2B5EF4-FFF2-40B4-BE49-F238E27FC236}">
                <a16:creationId xmlns:a16="http://schemas.microsoft.com/office/drawing/2014/main" id="{A898D83E-9F4A-4269-9BEB-326164B60B7C}"/>
              </a:ext>
            </a:extLst>
          </p:cNvPr>
          <p:cNvCxnSpPr>
            <a:cxnSpLocks/>
          </p:cNvCxnSpPr>
          <p:nvPr userDrawn="1"/>
        </p:nvCxnSpPr>
        <p:spPr>
          <a:xfrm>
            <a:off x="3548844"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7D369E-74E6-4DE1-ADB0-EB6EF05664B8}"/>
              </a:ext>
            </a:extLst>
          </p:cNvPr>
          <p:cNvCxnSpPr>
            <a:cxnSpLocks/>
          </p:cNvCxnSpPr>
          <p:nvPr userDrawn="1"/>
        </p:nvCxnSpPr>
        <p:spPr>
          <a:xfrm>
            <a:off x="5772091"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AB8857-3B0E-4067-BC64-A4C0AE330199}"/>
              </a:ext>
            </a:extLst>
          </p:cNvPr>
          <p:cNvCxnSpPr>
            <a:cxnSpLocks/>
          </p:cNvCxnSpPr>
          <p:nvPr userDrawn="1"/>
        </p:nvCxnSpPr>
        <p:spPr>
          <a:xfrm>
            <a:off x="4777481" y="4004369"/>
            <a:ext cx="35103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8843B7-B08D-445C-8E69-55E9ADD60136}"/>
              </a:ext>
            </a:extLst>
          </p:cNvPr>
          <p:cNvCxnSpPr>
            <a:cxnSpLocks/>
          </p:cNvCxnSpPr>
          <p:nvPr userDrawn="1"/>
        </p:nvCxnSpPr>
        <p:spPr>
          <a:xfrm>
            <a:off x="2203195" y="4653135"/>
            <a:ext cx="0" cy="504056"/>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716183-FC6B-4383-8EF6-37E5349AAF9A}"/>
              </a:ext>
            </a:extLst>
          </p:cNvPr>
          <p:cNvCxnSpPr>
            <a:cxnSpLocks/>
          </p:cNvCxnSpPr>
          <p:nvPr userDrawn="1"/>
        </p:nvCxnSpPr>
        <p:spPr>
          <a:xfrm>
            <a:off x="1310119" y="5226817"/>
            <a:ext cx="6977752" cy="0"/>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480400D-CA47-444B-970B-5A484E54E6A1}"/>
              </a:ext>
            </a:extLst>
          </p:cNvPr>
          <p:cNvCxnSpPr>
            <a:cxnSpLocks/>
          </p:cNvCxnSpPr>
          <p:nvPr userDrawn="1"/>
        </p:nvCxnSpPr>
        <p:spPr>
          <a:xfrm>
            <a:off x="1325748" y="5229101"/>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13536BE-88C6-4525-9D18-D74E0DCB4682}"/>
              </a:ext>
            </a:extLst>
          </p:cNvPr>
          <p:cNvCxnSpPr>
            <a:cxnSpLocks/>
          </p:cNvCxnSpPr>
          <p:nvPr userDrawn="1"/>
        </p:nvCxnSpPr>
        <p:spPr>
          <a:xfrm>
            <a:off x="3058589" y="52292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1B274A1-2898-403F-9A81-C1625F15BF58}"/>
              </a:ext>
            </a:extLst>
          </p:cNvPr>
          <p:cNvCxnSpPr>
            <a:cxnSpLocks/>
          </p:cNvCxnSpPr>
          <p:nvPr userDrawn="1"/>
        </p:nvCxnSpPr>
        <p:spPr>
          <a:xfrm>
            <a:off x="4791430" y="52292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C25A9B7-5673-4E49-ABD6-8D0E06EDD927}"/>
              </a:ext>
            </a:extLst>
          </p:cNvPr>
          <p:cNvCxnSpPr>
            <a:cxnSpLocks/>
          </p:cNvCxnSpPr>
          <p:nvPr userDrawn="1"/>
        </p:nvCxnSpPr>
        <p:spPr>
          <a:xfrm>
            <a:off x="6524270" y="52292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26C540-9EA3-4699-A6BC-DF9BDF921E83}"/>
              </a:ext>
            </a:extLst>
          </p:cNvPr>
          <p:cNvCxnSpPr>
            <a:cxnSpLocks/>
          </p:cNvCxnSpPr>
          <p:nvPr userDrawn="1"/>
        </p:nvCxnSpPr>
        <p:spPr>
          <a:xfrm>
            <a:off x="8270654" y="5219675"/>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sp>
        <p:nvSpPr>
          <p:cNvPr id="34" name="Text Placeholder 7">
            <a:extLst>
              <a:ext uri="{FF2B5EF4-FFF2-40B4-BE49-F238E27FC236}">
                <a16:creationId xmlns:a16="http://schemas.microsoft.com/office/drawing/2014/main" id="{0853CDE9-3036-46C6-AB9B-6C5E6B531E6E}"/>
              </a:ext>
            </a:extLst>
          </p:cNvPr>
          <p:cNvSpPr>
            <a:spLocks noGrp="1"/>
          </p:cNvSpPr>
          <p:nvPr>
            <p:ph type="body" sz="quarter" idx="32" hasCustomPrompt="1"/>
          </p:nvPr>
        </p:nvSpPr>
        <p:spPr>
          <a:xfrm>
            <a:off x="4190474" y="2091773"/>
            <a:ext cx="2693241" cy="880224"/>
          </a:xfrm>
          <a:prstGeom prst="rect">
            <a:avLst/>
          </a:prstGeom>
        </p:spPr>
        <p:txBody>
          <a:bodyPr>
            <a:noAutofit/>
          </a:bodyPr>
          <a:lstStyle>
            <a:lvl1pPr>
              <a:lnSpc>
                <a:spcPts val="1138"/>
              </a:lnSpc>
              <a:spcBef>
                <a:spcPts val="0"/>
              </a:spcBef>
              <a:spcAft>
                <a:spcPts val="0"/>
              </a:spcAft>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35" name="Text Placeholder 7">
            <a:extLst>
              <a:ext uri="{FF2B5EF4-FFF2-40B4-BE49-F238E27FC236}">
                <a16:creationId xmlns:a16="http://schemas.microsoft.com/office/drawing/2014/main" id="{41BEF085-D952-4028-B6B4-18F2CB2BE51E}"/>
              </a:ext>
            </a:extLst>
          </p:cNvPr>
          <p:cNvSpPr>
            <a:spLocks noGrp="1"/>
          </p:cNvSpPr>
          <p:nvPr>
            <p:ph type="body" sz="quarter" idx="33" hasCustomPrompt="1"/>
          </p:nvPr>
        </p:nvSpPr>
        <p:spPr>
          <a:xfrm>
            <a:off x="1943372" y="3564257"/>
            <a:ext cx="2693241" cy="880224"/>
          </a:xfrm>
          <a:prstGeom prst="rect">
            <a:avLst/>
          </a:prstGeom>
        </p:spPr>
        <p:txBody>
          <a:bodyPr>
            <a:noAutofit/>
          </a:bodyPr>
          <a:lstStyle>
            <a:lvl1pPr>
              <a:lnSpc>
                <a:spcPts val="1138"/>
              </a:lnSpc>
              <a:spcBef>
                <a:spcPts val="0"/>
              </a:spcBef>
              <a:spcAft>
                <a:spcPts val="0"/>
              </a:spcAft>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36" name="Text Placeholder 7">
            <a:extLst>
              <a:ext uri="{FF2B5EF4-FFF2-40B4-BE49-F238E27FC236}">
                <a16:creationId xmlns:a16="http://schemas.microsoft.com/office/drawing/2014/main" id="{25AB3DC5-A8F4-44C0-B0E0-2B42559A081F}"/>
              </a:ext>
            </a:extLst>
          </p:cNvPr>
          <p:cNvSpPr>
            <a:spLocks noGrp="1"/>
          </p:cNvSpPr>
          <p:nvPr>
            <p:ph type="body" sz="quarter" idx="34" hasCustomPrompt="1"/>
          </p:nvPr>
        </p:nvSpPr>
        <p:spPr>
          <a:xfrm>
            <a:off x="6416005" y="3564257"/>
            <a:ext cx="2693241" cy="880224"/>
          </a:xfrm>
          <a:prstGeom prst="rect">
            <a:avLst/>
          </a:prstGeom>
        </p:spPr>
        <p:txBody>
          <a:bodyPr>
            <a:noAutofit/>
          </a:bodyPr>
          <a:lstStyle>
            <a:lvl1pPr>
              <a:lnSpc>
                <a:spcPts val="1138"/>
              </a:lnSpc>
              <a:spcBef>
                <a:spcPts val="0"/>
              </a:spcBef>
              <a:spcAft>
                <a:spcPts val="0"/>
              </a:spcAft>
              <a:defRPr sz="975"/>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38" name="Text Placeholder 7">
            <a:extLst>
              <a:ext uri="{FF2B5EF4-FFF2-40B4-BE49-F238E27FC236}">
                <a16:creationId xmlns:a16="http://schemas.microsoft.com/office/drawing/2014/main" id="{C9C72BE0-AF43-4AA8-8142-178566D9F143}"/>
              </a:ext>
            </a:extLst>
          </p:cNvPr>
          <p:cNvSpPr>
            <a:spLocks noGrp="1"/>
          </p:cNvSpPr>
          <p:nvPr>
            <p:ph type="body" sz="quarter" idx="36" hasCustomPrompt="1"/>
          </p:nvPr>
        </p:nvSpPr>
        <p:spPr>
          <a:xfrm>
            <a:off x="715864" y="3428106"/>
            <a:ext cx="1170130" cy="1152128"/>
          </a:xfrm>
          <a:prstGeom prst="rect">
            <a:avLst/>
          </a:prstGeom>
          <a:solidFill>
            <a:srgbClr val="12ABDB"/>
          </a:solidFill>
        </p:spPr>
        <p:txBody>
          <a:bodyPr rIns="0" anchor="ctr">
            <a:noAutofit/>
          </a:bodyPr>
          <a:lstStyle>
            <a:lvl1pPr algn="ctr">
              <a:lnSpc>
                <a:spcPts val="1463"/>
              </a:lnSpc>
              <a:spcBef>
                <a:spcPts val="0"/>
              </a:spcBef>
              <a:spcAft>
                <a:spcPts val="0"/>
              </a:spcAft>
              <a:defRPr sz="1300" b="0">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Insert Group Name</a:t>
            </a:r>
          </a:p>
        </p:txBody>
      </p:sp>
      <p:sp>
        <p:nvSpPr>
          <p:cNvPr id="4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950991"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47"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4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49"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Presentation Title | Author | Date</a:t>
            </a:r>
          </a:p>
        </p:txBody>
      </p:sp>
      <p:sp>
        <p:nvSpPr>
          <p:cNvPr id="50"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67004370"/>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Image and Text2 (fixe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BEB011C7-5067-4A7D-A5A2-FB9132A5D7A3}"/>
              </a:ext>
            </a:extLst>
          </p:cNvPr>
          <p:cNvPicPr>
            <a:picLocks noChangeAspect="1"/>
          </p:cNvPicPr>
          <p:nvPr userDrawn="1"/>
        </p:nvPicPr>
        <p:blipFill rotWithShape="1">
          <a:blip r:embed="rId2">
            <a:duotone>
              <a:schemeClr val="accent1">
                <a:shade val="45000"/>
                <a:satMod val="135000"/>
              </a:schemeClr>
              <a:prstClr val="white"/>
            </a:duotone>
            <a:extLst>
              <a:ext uri="{96DAC541-7B7A-43D3-8B79-37D633B846F1}">
                <asvg:svgBlip xmlns:asvg="http://schemas.microsoft.com/office/drawing/2016/SVG/main" r:embed="rId3"/>
              </a:ext>
            </a:extLst>
          </a:blip>
          <a:srcRect t="63053" r="3903"/>
          <a:stretch/>
        </p:blipFill>
        <p:spPr>
          <a:xfrm rot="20940000">
            <a:off x="5406027" y="-563170"/>
            <a:ext cx="4641026" cy="2238567"/>
          </a:xfrm>
          <a:custGeom>
            <a:avLst/>
            <a:gdLst>
              <a:gd name="connsiteX0" fmla="*/ 0 w 6455155"/>
              <a:gd name="connsiteY0" fmla="*/ 0 h 3765238"/>
              <a:gd name="connsiteX1" fmla="*/ 6455155 w 6455155"/>
              <a:gd name="connsiteY1" fmla="*/ 1864957 h 3765238"/>
              <a:gd name="connsiteX2" fmla="*/ 5906145 w 6455155"/>
              <a:gd name="connsiteY2" fmla="*/ 3765238 h 3765238"/>
              <a:gd name="connsiteX3" fmla="*/ 2661149 w 6455155"/>
              <a:gd name="connsiteY3" fmla="*/ 3765238 h 3765238"/>
              <a:gd name="connsiteX4" fmla="*/ 0 w 6455155"/>
              <a:gd name="connsiteY4" fmla="*/ 2996406 h 3765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5155" h="3765238">
                <a:moveTo>
                  <a:pt x="0" y="0"/>
                </a:moveTo>
                <a:lnTo>
                  <a:pt x="6455155" y="1864957"/>
                </a:lnTo>
                <a:lnTo>
                  <a:pt x="5906145" y="3765238"/>
                </a:lnTo>
                <a:lnTo>
                  <a:pt x="2661149" y="3765238"/>
                </a:lnTo>
                <a:lnTo>
                  <a:pt x="0" y="2996406"/>
                </a:lnTo>
                <a:close/>
              </a:path>
            </a:pathLst>
          </a:custGeom>
        </p:spPr>
      </p:pic>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6266444" y="251440"/>
            <a:ext cx="2920193" cy="953247"/>
          </a:xfrm>
          <a:prstGeom prst="rect">
            <a:avLst/>
          </a:prstGeom>
        </p:spPr>
        <p:txBody>
          <a:bodyPr>
            <a:noAutofit/>
          </a:bodyPr>
          <a:lstStyle>
            <a:lvl1pPr>
              <a:lnSpc>
                <a:spcPct val="100000"/>
              </a:lnSpc>
              <a:defRPr sz="1300" b="1">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8"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5674627"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339294" y="1430234"/>
            <a:ext cx="2444245" cy="5011014"/>
          </a:xfrm>
          <a:prstGeom prst="rect">
            <a:avLst/>
          </a:prstGeom>
        </p:spPr>
        <p:txBody>
          <a:bodyPr>
            <a:noAutofit/>
          </a:bodyPr>
          <a:lstStyle>
            <a:lvl1pPr>
              <a:lnSpc>
                <a:spcPts val="1788"/>
              </a:lnSpc>
              <a:defRPr sz="1463">
                <a:solidFill>
                  <a:schemeClr val="tx1"/>
                </a:solidFill>
              </a:defRPr>
            </a:lvl1pPr>
            <a:lvl2pPr marL="188317" indent="-184448">
              <a:lnSpc>
                <a:spcPts val="1463"/>
              </a:lnSpc>
              <a:defRPr sz="1300">
                <a:solidFill>
                  <a:schemeClr val="tx1"/>
                </a:solidFill>
              </a:defRPr>
            </a:lvl2pPr>
            <a:lvl3pPr marL="376634" indent="-188317">
              <a:lnSpc>
                <a:spcPts val="1300"/>
              </a:lnSpc>
              <a:defRPr sz="1138">
                <a:solidFill>
                  <a:schemeClr val="tx1"/>
                </a:solidFill>
              </a:defRPr>
            </a:lvl3pPr>
            <a:lvl4pPr marL="554633" indent="-177998">
              <a:lnSpc>
                <a:spcPts val="1138"/>
              </a:lnSpc>
              <a:defRPr sz="975">
                <a:solidFill>
                  <a:schemeClr val="tx1"/>
                </a:solidFill>
              </a:defRPr>
            </a:lvl4pPr>
            <a:lvl5pPr>
              <a:lnSpc>
                <a:spcPct val="100000"/>
              </a:lnSpc>
              <a:defRPr sz="975">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2" name="Retângulo 43">
            <a:extLst>
              <a:ext uri="{FF2B5EF4-FFF2-40B4-BE49-F238E27FC236}">
                <a16:creationId xmlns:a16="http://schemas.microsoft.com/office/drawing/2014/main" id="{1D8678BF-980D-487C-B597-F2C118B1EA2D}"/>
              </a:ext>
            </a:extLst>
          </p:cNvPr>
          <p:cNvSpPr/>
          <p:nvPr userDrawn="1"/>
        </p:nvSpPr>
        <p:spPr>
          <a:xfrm>
            <a:off x="2763915" y="6581276"/>
            <a:ext cx="1827744" cy="192360"/>
          </a:xfrm>
          <a:prstGeom prst="rect">
            <a:avLst/>
          </a:prstGeom>
        </p:spPr>
        <p:txBody>
          <a:bodyPr wrap="none" anchor="ctr">
            <a:spAutoFit/>
          </a:bodyPr>
          <a:lstStyle/>
          <a:p>
            <a:pPr algn="l"/>
            <a:r>
              <a:rPr lang="en-US" sz="650" dirty="0">
                <a:solidFill>
                  <a:schemeClr val="bg1">
                    <a:lumMod val="50000"/>
                  </a:schemeClr>
                </a:solidFill>
                <a:cs typeface="Arial" panose="020B0604020202020204" pitchFamily="34" charset="0"/>
              </a:rPr>
              <a:t>© 2017 Capgemini. All rights reserved.</a:t>
            </a:r>
          </a:p>
        </p:txBody>
      </p:sp>
      <p:sp>
        <p:nvSpPr>
          <p:cNvPr id="19" name="Rectangle 27">
            <a:hlinkClick r:id="rId4"/>
            <a:extLst>
              <a:ext uri="{FF2B5EF4-FFF2-40B4-BE49-F238E27FC236}">
                <a16:creationId xmlns:a16="http://schemas.microsoft.com/office/drawing/2014/main" id="{230421BA-707B-458C-980B-6B17A6223686}"/>
              </a:ext>
            </a:extLst>
          </p:cNvPr>
          <p:cNvSpPr/>
          <p:nvPr userDrawn="1"/>
        </p:nvSpPr>
        <p:spPr>
          <a:xfrm>
            <a:off x="201207" y="6579544"/>
            <a:ext cx="2472025" cy="177356"/>
          </a:xfrm>
          <a:prstGeom prst="rect">
            <a:avLst/>
          </a:prstGeom>
        </p:spPr>
        <p:txBody>
          <a:bodyPr wrap="square" anchor="ctr">
            <a:spAutoFit/>
          </a:bodyPr>
          <a:lstStyle/>
          <a:p>
            <a:pPr lvl="0" algn="l" defTabSz="742950">
              <a:lnSpc>
                <a:spcPct val="85000"/>
              </a:lnSpc>
              <a:defRPr/>
            </a:pPr>
            <a:r>
              <a:rPr lang="en-US" sz="650" kern="0" dirty="0">
                <a:solidFill>
                  <a:schemeClr val="bg1">
                    <a:lumMod val="50000"/>
                  </a:schemeClr>
                </a:solidFill>
                <a:latin typeface="+mj-lt"/>
                <a:cs typeface="Arial" panose="020B0604020202020204" pitchFamily="34" charset="0"/>
              </a:rPr>
              <a:t>Insights &amp; Data| Extended Management Team Call</a:t>
            </a:r>
          </a:p>
        </p:txBody>
      </p:sp>
      <p:cxnSp>
        <p:nvCxnSpPr>
          <p:cNvPr id="20" name="Conector reto 49">
            <a:extLst>
              <a:ext uri="{FF2B5EF4-FFF2-40B4-BE49-F238E27FC236}">
                <a16:creationId xmlns:a16="http://schemas.microsoft.com/office/drawing/2014/main" id="{0241615C-A133-47A7-84DF-2566BE3BE891}"/>
              </a:ext>
            </a:extLst>
          </p:cNvPr>
          <p:cNvCxnSpPr>
            <a:cxnSpLocks/>
          </p:cNvCxnSpPr>
          <p:nvPr userDrawn="1"/>
        </p:nvCxnSpPr>
        <p:spPr>
          <a:xfrm flipV="1">
            <a:off x="2725988" y="6569734"/>
            <a:ext cx="0" cy="155576"/>
          </a:xfrm>
          <a:prstGeom prst="line">
            <a:avLst/>
          </a:prstGeom>
          <a:solidFill>
            <a:schemeClr val="tx1"/>
          </a:solidFill>
          <a:ln w="12700" cap="rnd">
            <a:solidFill>
              <a:srgbClr val="0070AD"/>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0698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73003"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p:custDataLst>
              <p:tags r:id="rId4"/>
            </p:custDataLst>
          </p:nvPr>
        </p:nvSpPr>
        <p:spPr>
          <a:xfrm>
            <a:off x="341313" y="1495425"/>
            <a:ext cx="4487862" cy="4753518"/>
          </a:xfrm>
        </p:spPr>
        <p:txBody>
          <a:bodyPr/>
          <a:lstStyle>
            <a:lvl1pPr>
              <a:defRPr/>
            </a:lvl1pPr>
            <a:lvl2pPr marL="342908" indent="-171455">
              <a:defRPr/>
            </a:lvl2pPr>
            <a:lvl3pPr marL="514363" indent="-171455">
              <a:defRPr/>
            </a:lvl3pPr>
            <a:lvl4pPr>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6" name="Espace réservé du contenu 5"/>
          <p:cNvSpPr>
            <a:spLocks noGrp="1"/>
          </p:cNvSpPr>
          <p:nvPr>
            <p:ph sz="quarter" idx="11"/>
            <p:custDataLst>
              <p:tags r:id="rId5"/>
            </p:custDataLst>
          </p:nvPr>
        </p:nvSpPr>
        <p:spPr>
          <a:xfrm>
            <a:off x="5076827" y="1495426"/>
            <a:ext cx="4487863" cy="4772024"/>
          </a:xfrm>
        </p:spPr>
        <p:txBody>
          <a:bodyPr/>
          <a:lstStyle>
            <a:lvl1pPr>
              <a:defRPr/>
            </a:lvl1pPr>
            <a:lvl2pPr marL="342908" indent="-171455">
              <a:defRPr/>
            </a:lvl2pPr>
            <a:lvl3pPr>
              <a:defRPr/>
            </a:lvl3pPr>
            <a:lvl4pPr>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3802405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hyperlink" Target="https://www.capgemini.com/optimize-your-business-and-it-operations" TargetMode="Externa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image" Target="../media/image2.svg"/><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image" Target="../media/image1.png"/><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theme" Target="../theme/theme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331491" y="404816"/>
            <a:ext cx="8950991" cy="863601"/>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pic>
        <p:nvPicPr>
          <p:cNvPr id="9" name="Graphic 4">
            <a:extLst>
              <a:ext uri="{FF2B5EF4-FFF2-40B4-BE49-F238E27FC236}">
                <a16:creationId xmlns:a16="http://schemas.microsoft.com/office/drawing/2014/main" id="{25EEA1D4-3AF7-42D7-AE97-AE404AECFAEB}"/>
              </a:ext>
            </a:extLst>
          </p:cNvPr>
          <p:cNvPicPr>
            <a:picLocks noChangeAspect="1"/>
          </p:cNvPicPr>
          <p:nvPr/>
        </p:nvPicPr>
        <p:blipFill rotWithShape="1">
          <a:blip r:embed="rId26">
            <a:extLst>
              <a:ext uri="{96DAC541-7B7A-43D3-8B79-37D633B846F1}">
                <asvg:svgBlip xmlns:asvg="http://schemas.microsoft.com/office/drawing/2016/SVG/main" r:embed="rId27"/>
              </a:ext>
            </a:extLst>
          </a:blip>
          <a:srcRect l="81836" t="-4713" b="16530"/>
          <a:stretch/>
        </p:blipFill>
        <p:spPr>
          <a:xfrm>
            <a:off x="9382582" y="188640"/>
            <a:ext cx="344789"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335619" y="1412878"/>
            <a:ext cx="9238893"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31961210"/>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 id="2147484011" r:id="rId13"/>
    <p:sldLayoutId id="2147484012" r:id="rId14"/>
    <p:sldLayoutId id="2147484013" r:id="rId15"/>
    <p:sldLayoutId id="2147484014" r:id="rId16"/>
    <p:sldLayoutId id="2147484015" r:id="rId17"/>
    <p:sldLayoutId id="2147484016" r:id="rId18"/>
    <p:sldLayoutId id="2147484017" r:id="rId19"/>
    <p:sldLayoutId id="2147484018" r:id="rId20"/>
    <p:sldLayoutId id="2147484019" r:id="rId21"/>
    <p:sldLayoutId id="2147484021" r:id="rId22"/>
    <p:sldLayoutId id="2147484077" r:id="rId23"/>
    <p:sldLayoutId id="2147484078" r:id="rId24"/>
  </p:sldLayoutIdLst>
  <p:txStyles>
    <p:titleStyle>
      <a:lvl1pPr algn="l" defTabSz="914377" rtl="0" eaLnBrk="1" latinLnBrk="0" hangingPunct="1">
        <a:lnSpc>
          <a:spcPct val="90000"/>
        </a:lnSpc>
        <a:spcBef>
          <a:spcPct val="0"/>
        </a:spcBef>
        <a:buNone/>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377"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57" indent="-228594" algn="l" defTabSz="914377"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189" indent="-223833" algn="l" defTabSz="914377"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45" indent="-233357" algn="l" defTabSz="914377"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55">
          <p15:clr>
            <a:srgbClr val="F26B43"/>
          </p15:clr>
        </p15:guide>
        <p15:guide id="2" pos="5567">
          <p15:clr>
            <a:srgbClr val="F26B43"/>
          </p15:clr>
        </p15:guide>
        <p15:guide id="3" pos="193">
          <p15:clr>
            <a:srgbClr val="F26B43"/>
          </p15:clr>
        </p15:guide>
        <p15:guide id="4" orient="horz" pos="4065">
          <p15:clr>
            <a:srgbClr val="F26B43"/>
          </p15:clr>
        </p15:guide>
        <p15:guide id="5" orient="horz" pos="799">
          <p15:clr>
            <a:srgbClr val="F26B43"/>
          </p15:clr>
        </p15:guide>
        <p15:guide id="6" orient="horz" pos="890">
          <p15:clr>
            <a:srgbClr val="F26B43"/>
          </p15:clr>
        </p15:guide>
        <p15:guide id="7" pos="2880">
          <p15:clr>
            <a:srgbClr val="F26B43"/>
          </p15:clr>
        </p15:guide>
        <p15:guide id="8" pos="2812">
          <p15:clr>
            <a:srgbClr val="F26B43"/>
          </p15:clr>
        </p15:guide>
        <p15:guide id="9" pos="29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331490" y="404814"/>
            <a:ext cx="8950991" cy="863601"/>
          </a:xfrm>
          <a:prstGeom prst="rect">
            <a:avLst/>
          </a:prstGeom>
        </p:spPr>
        <p:txBody>
          <a:bodyPr vert="horz" lIns="0" tIns="0" rIns="0" bIns="0" rtlCol="0" anchor="t">
            <a:normAutofit/>
          </a:bodyPr>
          <a:lstStyle/>
          <a:p>
            <a:pPr lvl="0">
              <a:lnSpc>
                <a:spcPts val="2438"/>
              </a:lnSpc>
            </a:pPr>
            <a:r>
              <a:rPr lang="en-US" dirty="0"/>
              <a:t>Click to edit Master title style</a:t>
            </a:r>
            <a:endParaRPr lang="pt-PT" dirty="0"/>
          </a:p>
        </p:txBody>
      </p:sp>
      <p:pic>
        <p:nvPicPr>
          <p:cNvPr id="9"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4">
            <a:extLst>
              <a:ext uri="{96DAC541-7B7A-43D3-8B79-37D633B846F1}">
                <asvg:svgBlip xmlns:asvg="http://schemas.microsoft.com/office/drawing/2016/SVG/main" r:embed="rId25"/>
              </a:ext>
            </a:extLst>
          </a:blip>
          <a:srcRect l="81836" t="-4713" b="16530"/>
          <a:stretch/>
        </p:blipFill>
        <p:spPr>
          <a:xfrm>
            <a:off x="9382582" y="188640"/>
            <a:ext cx="344789"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335617" y="1412876"/>
            <a:ext cx="9238893"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30" name="Retângulo 43">
            <a:extLst>
              <a:ext uri="{FF2B5EF4-FFF2-40B4-BE49-F238E27FC236}">
                <a16:creationId xmlns:a16="http://schemas.microsoft.com/office/drawing/2014/main" id="{1D8678BF-980D-487C-B597-F2C118B1EA2D}"/>
              </a:ext>
            </a:extLst>
          </p:cNvPr>
          <p:cNvSpPr/>
          <p:nvPr userDrawn="1"/>
        </p:nvSpPr>
        <p:spPr>
          <a:xfrm>
            <a:off x="2763915" y="6581276"/>
            <a:ext cx="1827744" cy="192360"/>
          </a:xfrm>
          <a:prstGeom prst="rect">
            <a:avLst/>
          </a:prstGeom>
        </p:spPr>
        <p:txBody>
          <a:bodyPr wrap="none" anchor="ctr">
            <a:spAutoFit/>
          </a:bodyPr>
          <a:lstStyle/>
          <a:p>
            <a:pPr algn="l"/>
            <a:r>
              <a:rPr lang="en-US" sz="650" dirty="0">
                <a:solidFill>
                  <a:schemeClr val="bg1">
                    <a:lumMod val="50000"/>
                  </a:schemeClr>
                </a:solidFill>
                <a:cs typeface="Arial" panose="020B0604020202020204" pitchFamily="34" charset="0"/>
              </a:rPr>
              <a:t>© 2017 Capgemini. All rights reserved.</a:t>
            </a:r>
          </a:p>
        </p:txBody>
      </p:sp>
      <p:sp>
        <p:nvSpPr>
          <p:cNvPr id="31" name="Rectangle 27">
            <a:hlinkClick r:id="rId26"/>
            <a:extLst>
              <a:ext uri="{FF2B5EF4-FFF2-40B4-BE49-F238E27FC236}">
                <a16:creationId xmlns:a16="http://schemas.microsoft.com/office/drawing/2014/main" id="{230421BA-707B-458C-980B-6B17A6223686}"/>
              </a:ext>
            </a:extLst>
          </p:cNvPr>
          <p:cNvSpPr/>
          <p:nvPr userDrawn="1"/>
        </p:nvSpPr>
        <p:spPr>
          <a:xfrm>
            <a:off x="272480" y="6579544"/>
            <a:ext cx="2472025" cy="177356"/>
          </a:xfrm>
          <a:prstGeom prst="rect">
            <a:avLst/>
          </a:prstGeom>
        </p:spPr>
        <p:txBody>
          <a:bodyPr wrap="square" anchor="ctr">
            <a:spAutoFit/>
          </a:bodyPr>
          <a:lstStyle/>
          <a:p>
            <a:pPr lvl="0" algn="l" defTabSz="742950">
              <a:lnSpc>
                <a:spcPct val="85000"/>
              </a:lnSpc>
              <a:defRPr/>
            </a:pPr>
            <a:r>
              <a:rPr lang="en-US" sz="650" kern="0" dirty="0">
                <a:solidFill>
                  <a:schemeClr val="bg1">
                    <a:lumMod val="50000"/>
                  </a:schemeClr>
                </a:solidFill>
                <a:latin typeface="+mj-lt"/>
                <a:cs typeface="Arial" panose="020B0604020202020204" pitchFamily="34" charset="0"/>
              </a:rPr>
              <a:t>Insights &amp; Data| Budget</a:t>
            </a:r>
            <a:r>
              <a:rPr lang="en-US" sz="650" kern="0" baseline="0" dirty="0">
                <a:solidFill>
                  <a:schemeClr val="bg1">
                    <a:lumMod val="50000"/>
                  </a:schemeClr>
                </a:solidFill>
                <a:latin typeface="+mj-lt"/>
                <a:cs typeface="Arial" panose="020B0604020202020204" pitchFamily="34" charset="0"/>
              </a:rPr>
              <a:t> 2018 – November 30</a:t>
            </a:r>
            <a:r>
              <a:rPr lang="en-US" sz="650" kern="0" baseline="30000" dirty="0">
                <a:solidFill>
                  <a:schemeClr val="bg1">
                    <a:lumMod val="50000"/>
                  </a:schemeClr>
                </a:solidFill>
                <a:latin typeface="+mj-lt"/>
                <a:cs typeface="Arial" panose="020B0604020202020204" pitchFamily="34" charset="0"/>
              </a:rPr>
              <a:t>th</a:t>
            </a:r>
            <a:r>
              <a:rPr lang="en-US" sz="650" kern="0" baseline="0" dirty="0">
                <a:solidFill>
                  <a:schemeClr val="bg1">
                    <a:lumMod val="50000"/>
                  </a:schemeClr>
                </a:solidFill>
                <a:latin typeface="+mj-lt"/>
                <a:cs typeface="Arial" panose="020B0604020202020204" pitchFamily="34" charset="0"/>
              </a:rPr>
              <a:t> 2017</a:t>
            </a:r>
            <a:endParaRPr lang="en-US" sz="650" kern="0" dirty="0">
              <a:solidFill>
                <a:schemeClr val="bg1">
                  <a:lumMod val="50000"/>
                </a:schemeClr>
              </a:solidFill>
              <a:latin typeface="+mj-lt"/>
              <a:cs typeface="Arial" panose="020B0604020202020204" pitchFamily="34" charset="0"/>
            </a:endParaRPr>
          </a:p>
        </p:txBody>
      </p:sp>
      <p:cxnSp>
        <p:nvCxnSpPr>
          <p:cNvPr id="32" name="Conector reto 49">
            <a:extLst>
              <a:ext uri="{FF2B5EF4-FFF2-40B4-BE49-F238E27FC236}">
                <a16:creationId xmlns:a16="http://schemas.microsoft.com/office/drawing/2014/main" id="{0241615C-A133-47A7-84DF-2566BE3BE891}"/>
              </a:ext>
            </a:extLst>
          </p:cNvPr>
          <p:cNvCxnSpPr>
            <a:cxnSpLocks/>
          </p:cNvCxnSpPr>
          <p:nvPr userDrawn="1"/>
        </p:nvCxnSpPr>
        <p:spPr>
          <a:xfrm flipV="1">
            <a:off x="2725988" y="6569734"/>
            <a:ext cx="0" cy="155576"/>
          </a:xfrm>
          <a:prstGeom prst="line">
            <a:avLst/>
          </a:prstGeom>
          <a:solidFill>
            <a:schemeClr val="tx1"/>
          </a:solidFill>
          <a:ln w="127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190067"/>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 id="2147484035" r:id="rId12"/>
    <p:sldLayoutId id="2147484036" r:id="rId13"/>
    <p:sldLayoutId id="2147484037" r:id="rId14"/>
    <p:sldLayoutId id="2147484038" r:id="rId15"/>
    <p:sldLayoutId id="2147484039" r:id="rId16"/>
    <p:sldLayoutId id="2147484040" r:id="rId17"/>
    <p:sldLayoutId id="2147484041" r:id="rId18"/>
    <p:sldLayoutId id="2147484042" r:id="rId19"/>
    <p:sldLayoutId id="2147484043" r:id="rId20"/>
    <p:sldLayoutId id="2147484044" r:id="rId21"/>
    <p:sldLayoutId id="2147484046" r:id="rId22"/>
  </p:sldLayoutIdLst>
  <p:txStyles>
    <p:titleStyle>
      <a:lvl1pPr algn="l" defTabSz="742950" rtl="0" eaLnBrk="1" latinLnBrk="0" hangingPunct="1">
        <a:lnSpc>
          <a:spcPct val="90000"/>
        </a:lnSpc>
        <a:spcBef>
          <a:spcPct val="0"/>
        </a:spcBef>
        <a:buNone/>
        <a:defRPr lang="pt-PT" sz="2113"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742950" rtl="0" eaLnBrk="1" latinLnBrk="0" hangingPunct="1">
        <a:lnSpc>
          <a:spcPts val="1788"/>
        </a:lnSpc>
        <a:spcBef>
          <a:spcPts val="0"/>
        </a:spcBef>
        <a:spcAft>
          <a:spcPts val="488"/>
        </a:spcAft>
        <a:buFont typeface="Arial" panose="020B0604020202020204" pitchFamily="34" charset="0"/>
        <a:buNone/>
        <a:defRPr sz="1463" kern="1200">
          <a:solidFill>
            <a:schemeClr val="tx1"/>
          </a:solidFill>
          <a:latin typeface="+mn-lt"/>
          <a:ea typeface="+mn-ea"/>
          <a:cs typeface="+mn-cs"/>
        </a:defRPr>
      </a:lvl1pPr>
      <a:lvl2pPr marL="189607" indent="-185738" algn="l" defTabSz="742950" rtl="0" eaLnBrk="1" latinLnBrk="0" hangingPunct="1">
        <a:lnSpc>
          <a:spcPts val="1625"/>
        </a:lnSpc>
        <a:spcBef>
          <a:spcPts val="0"/>
        </a:spcBef>
        <a:spcAft>
          <a:spcPts val="488"/>
        </a:spcAft>
        <a:buClr>
          <a:schemeClr val="accent1"/>
        </a:buClr>
        <a:buFont typeface="Wingdings" panose="05000000000000000000" pitchFamily="2" charset="2"/>
        <a:buChar char="§"/>
        <a:defRPr sz="1300" kern="1200">
          <a:solidFill>
            <a:schemeClr val="tx1"/>
          </a:solidFill>
          <a:latin typeface="+mn-lt"/>
          <a:ea typeface="+mn-ea"/>
          <a:cs typeface="+mn-cs"/>
        </a:defRPr>
      </a:lvl2pPr>
      <a:lvl3pPr marL="371475" indent="-181868" algn="l" defTabSz="742950" rtl="0" eaLnBrk="1" latinLnBrk="0" hangingPunct="1">
        <a:lnSpc>
          <a:spcPts val="1300"/>
        </a:lnSpc>
        <a:spcBef>
          <a:spcPts val="0"/>
        </a:spcBef>
        <a:spcAft>
          <a:spcPts val="488"/>
        </a:spcAft>
        <a:buClr>
          <a:schemeClr val="accent1"/>
        </a:buClr>
        <a:buFont typeface="Arial" panose="020B0604020202020204" pitchFamily="34" charset="0"/>
        <a:buChar char="•"/>
        <a:defRPr sz="1138" kern="1200">
          <a:solidFill>
            <a:schemeClr val="tx1"/>
          </a:solidFill>
          <a:latin typeface="+mn-lt"/>
          <a:ea typeface="+mn-ea"/>
          <a:cs typeface="+mn-cs"/>
        </a:defRPr>
      </a:lvl3pPr>
      <a:lvl4pPr marL="561082" indent="-189607" algn="l" defTabSz="742950" rtl="0" eaLnBrk="1" latinLnBrk="0" hangingPunct="1">
        <a:lnSpc>
          <a:spcPct val="90000"/>
        </a:lnSpc>
        <a:spcBef>
          <a:spcPts val="0"/>
        </a:spcBef>
        <a:spcAft>
          <a:spcPts val="488"/>
        </a:spcAft>
        <a:buClr>
          <a:schemeClr val="accent1"/>
        </a:buClr>
        <a:buFont typeface="Arial" panose="020B0604020202020204" pitchFamily="34" charset="0"/>
        <a:buChar char="‒"/>
        <a:defRPr sz="975"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138"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pt-PT"/>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slideLayout" Target="../slideLayouts/slideLayout24.xml"/><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tags" Target="../tags/tag9.xml"/><Relationship Id="rId1" Type="http://schemas.openxmlformats.org/officeDocument/2006/relationships/vmlDrawing" Target="../drawings/vmlDrawing4.vml"/><Relationship Id="rId6" Type="http://schemas.openxmlformats.org/officeDocument/2006/relationships/image" Target="../media/image28.emf"/><Relationship Id="rId11" Type="http://schemas.openxmlformats.org/officeDocument/2006/relationships/image" Target="../media/image33.png"/><Relationship Id="rId5" Type="http://schemas.openxmlformats.org/officeDocument/2006/relationships/oleObject" Target="../embeddings/oleObject4.bin"/><Relationship Id="rId10" Type="http://schemas.openxmlformats.org/officeDocument/2006/relationships/image" Target="../media/image32.png"/><Relationship Id="rId4" Type="http://schemas.openxmlformats.org/officeDocument/2006/relationships/notesSlide" Target="../notesSlides/notesSlide1.xml"/><Relationship Id="rId9" Type="http://schemas.openxmlformats.org/officeDocument/2006/relationships/image" Target="../media/image31.png"/><Relationship Id="rId14" Type="http://schemas.openxmlformats.org/officeDocument/2006/relationships/image" Target="../media/image36.png"/></Relationships>
</file>

<file path=ppt/slides/_rels/slide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3.xml"/><Relationship Id="rId4" Type="http://schemas.openxmlformats.org/officeDocument/2006/relationships/image" Target="../media/image38.png"/></Relationships>
</file>

<file path=ppt/slides/_rels/slide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2"/>
            </p:custDataLst>
            <p:extLst/>
          </p:nvPr>
        </p:nvGraphicFramePr>
        <p:xfrm>
          <a:off x="1291" y="644228"/>
          <a:ext cx="1289" cy="1289"/>
        </p:xfrm>
        <a:graphic>
          <a:graphicData uri="http://schemas.openxmlformats.org/presentationml/2006/ole">
            <mc:AlternateContent xmlns:mc="http://schemas.openxmlformats.org/markup-compatibility/2006">
              <mc:Choice xmlns:v="urn:schemas-microsoft-com:vml" Requires="v">
                <p:oleObj spid="_x0000_s679942" name="think-cell Slide" r:id="rId5" imgW="270" imgH="270" progId="TCLayout.ActiveDocument.1">
                  <p:embed/>
                </p:oleObj>
              </mc:Choice>
              <mc:Fallback>
                <p:oleObj name="think-cell Slide" r:id="rId5" imgW="270" imgH="270" progId="TCLayout.ActiveDocument.1">
                  <p:embed/>
                  <p:pic>
                    <p:nvPicPr>
                      <p:cNvPr id="13" name="Object 12" hidden="1"/>
                      <p:cNvPicPr/>
                      <p:nvPr/>
                    </p:nvPicPr>
                    <p:blipFill>
                      <a:blip r:embed="rId6"/>
                      <a:stretch>
                        <a:fillRect/>
                      </a:stretch>
                    </p:blipFill>
                    <p:spPr>
                      <a:xfrm>
                        <a:off x="1291" y="644228"/>
                        <a:ext cx="1289" cy="1289"/>
                      </a:xfrm>
                      <a:prstGeom prst="rect">
                        <a:avLst/>
                      </a:prstGeom>
                    </p:spPr>
                  </p:pic>
                </p:oleObj>
              </mc:Fallback>
            </mc:AlternateContent>
          </a:graphicData>
        </a:graphic>
      </p:graphicFrame>
      <p:sp>
        <p:nvSpPr>
          <p:cNvPr id="2" name="Title 1"/>
          <p:cNvSpPr>
            <a:spLocks noGrp="1"/>
          </p:cNvSpPr>
          <p:nvPr>
            <p:ph type="title"/>
          </p:nvPr>
        </p:nvSpPr>
        <p:spPr>
          <a:xfrm>
            <a:off x="331491" y="404816"/>
            <a:ext cx="8950991" cy="863601"/>
          </a:xfrm>
        </p:spPr>
        <p:txBody>
          <a:bodyPr/>
          <a:lstStyle/>
          <a:p>
            <a:br>
              <a:rPr lang="en-US" sz="1950" dirty="0"/>
            </a:br>
            <a:r>
              <a:rPr lang="en-US" sz="1950" b="1" dirty="0"/>
              <a:t>Coca-Cola Current Relationship in BI Space</a:t>
            </a:r>
          </a:p>
        </p:txBody>
      </p:sp>
      <p:grpSp>
        <p:nvGrpSpPr>
          <p:cNvPr id="3" name="Group 2">
            <a:extLst>
              <a:ext uri="{FF2B5EF4-FFF2-40B4-BE49-F238E27FC236}">
                <a16:creationId xmlns:a16="http://schemas.microsoft.com/office/drawing/2014/main" id="{B8D6DAF8-356D-4B24-A6FE-AB0D4D87FE29}"/>
              </a:ext>
            </a:extLst>
          </p:cNvPr>
          <p:cNvGrpSpPr/>
          <p:nvPr/>
        </p:nvGrpSpPr>
        <p:grpSpPr>
          <a:xfrm>
            <a:off x="456695" y="1540669"/>
            <a:ext cx="8416240" cy="4041442"/>
            <a:chOff x="562087" y="1336739"/>
            <a:chExt cx="8601378" cy="4742244"/>
          </a:xfrm>
        </p:grpSpPr>
        <p:sp>
          <p:nvSpPr>
            <p:cNvPr id="630" name="Rounded Rectangle 58">
              <a:extLst>
                <a:ext uri="{FF2B5EF4-FFF2-40B4-BE49-F238E27FC236}">
                  <a16:creationId xmlns:a16="http://schemas.microsoft.com/office/drawing/2014/main" id="{13743862-7440-4B38-80E8-48035AAC4302}"/>
                </a:ext>
              </a:extLst>
            </p:cNvPr>
            <p:cNvSpPr/>
            <p:nvPr/>
          </p:nvSpPr>
          <p:spPr bwMode="gray">
            <a:xfrm>
              <a:off x="1763797" y="1988818"/>
              <a:ext cx="7399668" cy="2737847"/>
            </a:xfrm>
            <a:prstGeom prst="roundRect">
              <a:avLst>
                <a:gd name="adj" fmla="val 5204"/>
              </a:avLst>
            </a:prstGeom>
            <a:solidFill>
              <a:srgbClr val="D50D0D"/>
            </a:solidFill>
            <a:ln w="25400" cap="flat" cmpd="sng" algn="ctr">
              <a:no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31" name="Rounded Rectangle 59">
              <a:extLst>
                <a:ext uri="{FF2B5EF4-FFF2-40B4-BE49-F238E27FC236}">
                  <a16:creationId xmlns:a16="http://schemas.microsoft.com/office/drawing/2014/main" id="{6FA5AAD6-AFBF-40F9-90A8-5F5E989BCD8E}"/>
                </a:ext>
              </a:extLst>
            </p:cNvPr>
            <p:cNvSpPr/>
            <p:nvPr/>
          </p:nvSpPr>
          <p:spPr bwMode="gray">
            <a:xfrm>
              <a:off x="607599" y="5444454"/>
              <a:ext cx="8555864" cy="289239"/>
            </a:xfrm>
            <a:prstGeom prst="roundRect">
              <a:avLst/>
            </a:prstGeom>
            <a:solidFill>
              <a:srgbClr val="B70132"/>
            </a:solidFill>
            <a:ln w="25400" cap="flat" cmpd="sng" algn="ctr">
              <a:noFill/>
              <a:prstDash val="solid"/>
            </a:ln>
            <a:effectLst/>
          </p:spPr>
          <p:txBody>
            <a:bodyPr rtlCol="0" anchor="ctr"/>
            <a:lstStyle/>
            <a:p>
              <a:pPr algn="ctr" defTabSz="557226">
                <a:defRPr/>
              </a:pPr>
              <a:r>
                <a:rPr lang="en-US" sz="675" b="1" kern="0" dirty="0">
                  <a:solidFill>
                    <a:sysClr val="window" lastClr="FFFFFF"/>
                  </a:solidFill>
                  <a:latin typeface="Arial"/>
                </a:rPr>
                <a:t>(Currently) 	USA	India	Argentina          Belgium        Spain       Australia        UK</a:t>
              </a:r>
              <a:endParaRPr lang="en-US" sz="825" b="1" kern="0" dirty="0">
                <a:solidFill>
                  <a:sysClr val="window" lastClr="FFFFFF"/>
                </a:solidFill>
                <a:latin typeface="Arial"/>
              </a:endParaRPr>
            </a:p>
          </p:txBody>
        </p:sp>
        <p:sp>
          <p:nvSpPr>
            <p:cNvPr id="632" name="Rounded Rectangle 60">
              <a:extLst>
                <a:ext uri="{FF2B5EF4-FFF2-40B4-BE49-F238E27FC236}">
                  <a16:creationId xmlns:a16="http://schemas.microsoft.com/office/drawing/2014/main" id="{5ADE4A6E-7A19-4B2F-B254-5DC2174D603A}"/>
                </a:ext>
              </a:extLst>
            </p:cNvPr>
            <p:cNvSpPr/>
            <p:nvPr/>
          </p:nvSpPr>
          <p:spPr bwMode="gray">
            <a:xfrm>
              <a:off x="590995" y="2636985"/>
              <a:ext cx="8500211" cy="289239"/>
            </a:xfrm>
            <a:prstGeom prst="roundRect">
              <a:avLst/>
            </a:prstGeom>
            <a:solidFill>
              <a:srgbClr val="9F958F">
                <a:lumMod val="50000"/>
              </a:srgbClr>
            </a:solidFill>
            <a:ln w="25400" cap="flat" cmpd="sng" algn="ctr">
              <a:noFill/>
              <a:prstDash val="solid"/>
            </a:ln>
            <a:effectLst/>
          </p:spPr>
          <p:txBody>
            <a:bodyPr rtlCol="0" anchor="ctr"/>
            <a:lstStyle/>
            <a:p>
              <a:pPr algn="ctr" defTabSz="504234">
                <a:defRPr/>
              </a:pPr>
              <a:endParaRPr lang="en-US" sz="882" kern="0" dirty="0">
                <a:solidFill>
                  <a:srgbClr val="4BACC6"/>
                </a:solidFill>
                <a:latin typeface="Arial"/>
              </a:endParaRPr>
            </a:p>
          </p:txBody>
        </p:sp>
        <p:sp>
          <p:nvSpPr>
            <p:cNvPr id="633" name="Rounded Rectangle 61">
              <a:extLst>
                <a:ext uri="{FF2B5EF4-FFF2-40B4-BE49-F238E27FC236}">
                  <a16:creationId xmlns:a16="http://schemas.microsoft.com/office/drawing/2014/main" id="{1FE671A2-28D0-485E-B3EC-7A2BE3A237EC}"/>
                </a:ext>
              </a:extLst>
            </p:cNvPr>
            <p:cNvSpPr/>
            <p:nvPr/>
          </p:nvSpPr>
          <p:spPr bwMode="gray">
            <a:xfrm>
              <a:off x="598283" y="2291694"/>
              <a:ext cx="8492922" cy="289239"/>
            </a:xfrm>
            <a:prstGeom prst="roundRect">
              <a:avLst/>
            </a:prstGeom>
            <a:solidFill>
              <a:srgbClr val="0098CC"/>
            </a:solidFill>
            <a:ln w="25400" cap="flat" cmpd="sng" algn="ctr">
              <a:no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34" name="Rounded Rectangle 62">
              <a:extLst>
                <a:ext uri="{FF2B5EF4-FFF2-40B4-BE49-F238E27FC236}">
                  <a16:creationId xmlns:a16="http://schemas.microsoft.com/office/drawing/2014/main" id="{7AEC7871-5F20-47AC-BB7D-BB898CB9BC5A}"/>
                </a:ext>
              </a:extLst>
            </p:cNvPr>
            <p:cNvSpPr/>
            <p:nvPr/>
          </p:nvSpPr>
          <p:spPr bwMode="gray">
            <a:xfrm>
              <a:off x="1864968" y="2153714"/>
              <a:ext cx="1704594" cy="2556236"/>
            </a:xfrm>
            <a:prstGeom prst="roundRect">
              <a:avLst>
                <a:gd name="adj" fmla="val 5451"/>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35" name="Rounded Rectangle 63">
              <a:extLst>
                <a:ext uri="{FF2B5EF4-FFF2-40B4-BE49-F238E27FC236}">
                  <a16:creationId xmlns:a16="http://schemas.microsoft.com/office/drawing/2014/main" id="{E1F92E7F-BAF8-4453-AF9A-97F936A06B8F}"/>
                </a:ext>
              </a:extLst>
            </p:cNvPr>
            <p:cNvSpPr/>
            <p:nvPr/>
          </p:nvSpPr>
          <p:spPr bwMode="gray">
            <a:xfrm>
              <a:off x="2021574" y="2002268"/>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36" name="Rounded Rectangle 64">
              <a:extLst>
                <a:ext uri="{FF2B5EF4-FFF2-40B4-BE49-F238E27FC236}">
                  <a16:creationId xmlns:a16="http://schemas.microsoft.com/office/drawing/2014/main" id="{5ADC0D35-1B7E-42BC-A4B1-D20CE0DF6EE1}"/>
                </a:ext>
              </a:extLst>
            </p:cNvPr>
            <p:cNvSpPr/>
            <p:nvPr/>
          </p:nvSpPr>
          <p:spPr bwMode="gray">
            <a:xfrm>
              <a:off x="636504" y="2308509"/>
              <a:ext cx="1083936" cy="255606"/>
            </a:xfrm>
            <a:prstGeom prst="roundRect">
              <a:avLst/>
            </a:prstGeom>
            <a:solidFill>
              <a:sysClr val="window" lastClr="FFFFFF"/>
            </a:solidFill>
            <a:ln w="25400" cap="flat" cmpd="sng" algn="ctr">
              <a:noFill/>
              <a:prstDash val="solid"/>
            </a:ln>
            <a:effectLst/>
          </p:spPr>
          <p:txBody>
            <a:bodyPr rtlCol="0" anchor="ctr"/>
            <a:lstStyle/>
            <a:p>
              <a:pPr algn="ctr" defTabSz="504234">
                <a:defRPr/>
              </a:pPr>
              <a:r>
                <a:rPr lang="en-US" sz="750" b="1" kern="0" dirty="0">
                  <a:solidFill>
                    <a:srgbClr val="0098C7"/>
                  </a:solidFill>
                  <a:latin typeface="Arial"/>
                </a:rPr>
                <a:t>Our Work</a:t>
              </a:r>
            </a:p>
          </p:txBody>
        </p:sp>
        <p:sp>
          <p:nvSpPr>
            <p:cNvPr id="637" name="Rectangle 636">
              <a:extLst>
                <a:ext uri="{FF2B5EF4-FFF2-40B4-BE49-F238E27FC236}">
                  <a16:creationId xmlns:a16="http://schemas.microsoft.com/office/drawing/2014/main" id="{F2EFAF09-2D83-4321-9462-5A810C0CC934}"/>
                </a:ext>
              </a:extLst>
            </p:cNvPr>
            <p:cNvSpPr/>
            <p:nvPr/>
          </p:nvSpPr>
          <p:spPr bwMode="gray">
            <a:xfrm>
              <a:off x="1949596" y="2696620"/>
              <a:ext cx="1619967" cy="1751559"/>
            </a:xfrm>
            <a:prstGeom prst="rect">
              <a:avLst/>
            </a:prstGeom>
          </p:spPr>
          <p:txBody>
            <a:bodyPr wrap="square">
              <a:spAutoFit/>
            </a:bodyPr>
            <a:lstStyle/>
            <a:p>
              <a:pPr marL="63030" lvl="1" indent="-63030" defTabSz="504234">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Completing 200+ projects in MSBI, BO, Microstrategy, Talend, Google Big Query</a:t>
              </a:r>
            </a:p>
            <a:p>
              <a:pPr marL="63030" lvl="1" indent="-63030" defTabSz="504234">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Migrating 80+ applications to Cloud</a:t>
              </a:r>
            </a:p>
            <a:p>
              <a:pPr marL="63030" lvl="1" indent="-63030" defTabSz="504234">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Global implementations of Compass</a:t>
              </a:r>
            </a:p>
            <a:p>
              <a:pPr marL="63030" lvl="1" indent="-63030" defTabSz="504234">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Multiple dashboards deployment  across TCCC on mobile devices</a:t>
              </a:r>
            </a:p>
            <a:p>
              <a:pPr marL="63030" lvl="1" indent="-63030" defTabSz="504234">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Implementing use of Rapid Design Visualization on </a:t>
              </a:r>
              <a:r>
                <a:rPr lang="en-US" sz="650" kern="0" dirty="0" err="1">
                  <a:solidFill>
                    <a:srgbClr val="998C85">
                      <a:lumMod val="50000"/>
                    </a:srgbClr>
                  </a:solidFill>
                  <a:latin typeface="Arial"/>
                  <a:cs typeface="Calibri" pitchFamily="34" charset="0"/>
                </a:rPr>
                <a:t>dashboarding</a:t>
              </a:r>
              <a:r>
                <a:rPr lang="en-US" sz="650" kern="0" dirty="0">
                  <a:solidFill>
                    <a:srgbClr val="998C85">
                      <a:lumMod val="50000"/>
                    </a:srgbClr>
                  </a:solidFill>
                  <a:latin typeface="Arial"/>
                  <a:cs typeface="Calibri" pitchFamily="34" charset="0"/>
                </a:rPr>
                <a:t> projects</a:t>
              </a:r>
            </a:p>
            <a:p>
              <a:pPr marL="0" lvl="1" defTabSz="504234">
                <a:buClr>
                  <a:srgbClr val="4BACC6"/>
                </a:buClr>
                <a:defRPr/>
              </a:pPr>
              <a:r>
                <a:rPr lang="en-US" sz="650" b="1" kern="0" dirty="0">
                  <a:solidFill>
                    <a:srgbClr val="0098C7"/>
                  </a:solidFill>
                  <a:latin typeface="Arial"/>
                </a:rPr>
                <a:t>Support</a:t>
              </a:r>
              <a:endParaRPr lang="en-US" sz="731" kern="0" dirty="0">
                <a:solidFill>
                  <a:srgbClr val="0098C7"/>
                </a:solidFill>
                <a:latin typeface="Arial"/>
                <a:cs typeface="Calibri" pitchFamily="34" charset="0"/>
              </a:endParaRP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Compass (MSBI), BOBJ Platform upgrade </a:t>
              </a: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MSBI, BO L3 Application Support</a:t>
              </a:r>
            </a:p>
          </p:txBody>
        </p:sp>
        <p:sp>
          <p:nvSpPr>
            <p:cNvPr id="638" name="TextBox 637">
              <a:extLst>
                <a:ext uri="{FF2B5EF4-FFF2-40B4-BE49-F238E27FC236}">
                  <a16:creationId xmlns:a16="http://schemas.microsoft.com/office/drawing/2014/main" id="{A5274985-58CE-4E48-B634-F5BAC68C94B2}"/>
                </a:ext>
              </a:extLst>
            </p:cNvPr>
            <p:cNvSpPr txBox="1"/>
            <p:nvPr/>
          </p:nvSpPr>
          <p:spPr bwMode="gray">
            <a:xfrm>
              <a:off x="1864965" y="2385434"/>
              <a:ext cx="1713708" cy="343089"/>
            </a:xfrm>
            <a:prstGeom prst="rect">
              <a:avLst/>
            </a:prstGeom>
            <a:noFill/>
          </p:spPr>
          <p:txBody>
            <a:bodyPr wrap="square" rtlCol="0">
              <a:spAutoFit/>
            </a:bodyPr>
            <a:lstStyle/>
            <a:p>
              <a:pPr algn="ctr" defTabSz="504234">
                <a:defRPr/>
              </a:pPr>
              <a:r>
                <a:rPr lang="en-US" sz="650" b="1" kern="0" dirty="0">
                  <a:solidFill>
                    <a:srgbClr val="0098C7"/>
                  </a:solidFill>
                  <a:latin typeface="Arial"/>
                </a:rPr>
                <a:t>Integration, Analytics &amp; Dashboards</a:t>
              </a:r>
            </a:p>
            <a:p>
              <a:pPr algn="ctr" defTabSz="504234">
                <a:defRPr/>
              </a:pPr>
              <a:r>
                <a:rPr lang="en-US" sz="650" b="1" kern="0" dirty="0">
                  <a:solidFill>
                    <a:srgbClr val="0098C7"/>
                  </a:solidFill>
                  <a:latin typeface="Arial"/>
                </a:rPr>
                <a:t>.Development . Deployment . Support</a:t>
              </a:r>
            </a:p>
          </p:txBody>
        </p:sp>
        <p:sp>
          <p:nvSpPr>
            <p:cNvPr id="639" name="TextBox 638">
              <a:extLst>
                <a:ext uri="{FF2B5EF4-FFF2-40B4-BE49-F238E27FC236}">
                  <a16:creationId xmlns:a16="http://schemas.microsoft.com/office/drawing/2014/main" id="{673B483A-DB95-4654-A117-B86E3E22B992}"/>
                </a:ext>
              </a:extLst>
            </p:cNvPr>
            <p:cNvSpPr txBox="1"/>
            <p:nvPr/>
          </p:nvSpPr>
          <p:spPr bwMode="gray">
            <a:xfrm>
              <a:off x="4309660" y="2282542"/>
              <a:ext cx="2394515" cy="319614"/>
            </a:xfrm>
            <a:prstGeom prst="rect">
              <a:avLst/>
            </a:prstGeom>
            <a:noFill/>
          </p:spPr>
          <p:txBody>
            <a:bodyPr wrap="square" rtlCol="0">
              <a:spAutoFit/>
            </a:bodyPr>
            <a:lstStyle/>
            <a:p>
              <a:pPr algn="ctr" defTabSz="504234">
                <a:defRPr/>
              </a:pPr>
              <a:r>
                <a:rPr lang="en-US" sz="661" b="1" kern="0" dirty="0">
                  <a:solidFill>
                    <a:srgbClr val="0098C7"/>
                  </a:solidFill>
                  <a:latin typeface="Arial"/>
                </a:rPr>
                <a:t>Reporting &amp; Dashboards</a:t>
              </a:r>
            </a:p>
            <a:p>
              <a:pPr algn="ctr" defTabSz="504234">
                <a:defRPr/>
              </a:pPr>
              <a:r>
                <a:rPr lang="en-US" sz="496" b="1" kern="0" dirty="0">
                  <a:solidFill>
                    <a:srgbClr val="0098C7"/>
                  </a:solidFill>
                  <a:latin typeface="Arial"/>
                </a:rPr>
                <a:t>. </a:t>
              </a:r>
              <a:r>
                <a:rPr lang="en-US" sz="509" b="1" kern="0" dirty="0">
                  <a:solidFill>
                    <a:srgbClr val="0098C7"/>
                  </a:solidFill>
                  <a:latin typeface="Arial"/>
                </a:rPr>
                <a:t>Development . Support – Platform, L3</a:t>
              </a:r>
            </a:p>
          </p:txBody>
        </p:sp>
        <p:sp>
          <p:nvSpPr>
            <p:cNvPr id="640" name="Rounded Rectangle 68">
              <a:extLst>
                <a:ext uri="{FF2B5EF4-FFF2-40B4-BE49-F238E27FC236}">
                  <a16:creationId xmlns:a16="http://schemas.microsoft.com/office/drawing/2014/main" id="{BB444459-77F9-4D21-B002-FF0136C091EA}"/>
                </a:ext>
              </a:extLst>
            </p:cNvPr>
            <p:cNvSpPr/>
            <p:nvPr/>
          </p:nvSpPr>
          <p:spPr bwMode="gray">
            <a:xfrm>
              <a:off x="636504" y="2653800"/>
              <a:ext cx="1083936" cy="255606"/>
            </a:xfrm>
            <a:prstGeom prst="roundRect">
              <a:avLst/>
            </a:prstGeom>
            <a:solidFill>
              <a:sysClr val="window" lastClr="FFFFFF"/>
            </a:solidFill>
            <a:ln w="25400" cap="flat" cmpd="sng" algn="ctr">
              <a:noFill/>
              <a:prstDash val="solid"/>
            </a:ln>
            <a:effectLst/>
          </p:spPr>
          <p:txBody>
            <a:bodyPr rtlCol="0" anchor="ctr"/>
            <a:lstStyle/>
            <a:p>
              <a:pPr algn="ctr" defTabSz="504234">
                <a:defRPr/>
              </a:pPr>
              <a:r>
                <a:rPr lang="en-US" sz="750" b="1" kern="0" dirty="0">
                  <a:solidFill>
                    <a:srgbClr val="998C85">
                      <a:lumMod val="50000"/>
                    </a:srgbClr>
                  </a:solidFill>
                  <a:latin typeface="Arial"/>
                </a:rPr>
                <a:t>Our Output</a:t>
              </a:r>
            </a:p>
          </p:txBody>
        </p:sp>
        <p:sp>
          <p:nvSpPr>
            <p:cNvPr id="641" name="Rounded Rectangle 69">
              <a:extLst>
                <a:ext uri="{FF2B5EF4-FFF2-40B4-BE49-F238E27FC236}">
                  <a16:creationId xmlns:a16="http://schemas.microsoft.com/office/drawing/2014/main" id="{FEBFC04C-95BE-48E2-9349-BB579258F893}"/>
                </a:ext>
              </a:extLst>
            </p:cNvPr>
            <p:cNvSpPr/>
            <p:nvPr/>
          </p:nvSpPr>
          <p:spPr bwMode="gray">
            <a:xfrm>
              <a:off x="607601" y="1448029"/>
              <a:ext cx="8483605" cy="337139"/>
            </a:xfrm>
            <a:prstGeom prst="roundRect">
              <a:avLst/>
            </a:prstGeom>
            <a:solidFill>
              <a:sysClr val="window" lastClr="FFFFFF">
                <a:lumMod val="50000"/>
              </a:sysClr>
            </a:solidFill>
            <a:ln w="25400" cap="flat" cmpd="sng" algn="ctr">
              <a:noFill/>
              <a:prstDash val="solid"/>
            </a:ln>
            <a:effectLst/>
          </p:spPr>
          <p:txBody>
            <a:bodyPr rtlCol="0" anchor="ctr"/>
            <a:lstStyle/>
            <a:p>
              <a:pPr algn="ctr" defTabSz="504234">
                <a:defRPr/>
              </a:pPr>
              <a:endParaRPr lang="en-US" sz="675" kern="0" dirty="0">
                <a:solidFill>
                  <a:srgbClr val="4BACC6"/>
                </a:solidFill>
                <a:latin typeface="Arial"/>
              </a:endParaRPr>
            </a:p>
          </p:txBody>
        </p:sp>
        <p:sp>
          <p:nvSpPr>
            <p:cNvPr id="642" name="Rounded Rectangle 70">
              <a:extLst>
                <a:ext uri="{FF2B5EF4-FFF2-40B4-BE49-F238E27FC236}">
                  <a16:creationId xmlns:a16="http://schemas.microsoft.com/office/drawing/2014/main" id="{30CFBA18-CEC2-42B5-9669-1FA2B6C75907}"/>
                </a:ext>
              </a:extLst>
            </p:cNvPr>
            <p:cNvSpPr/>
            <p:nvPr/>
          </p:nvSpPr>
          <p:spPr bwMode="gray">
            <a:xfrm>
              <a:off x="636504" y="1488795"/>
              <a:ext cx="1083936" cy="255606"/>
            </a:xfrm>
            <a:prstGeom prst="roundRect">
              <a:avLst/>
            </a:prstGeom>
            <a:solidFill>
              <a:sysClr val="window" lastClr="FFFFFF"/>
            </a:solidFill>
            <a:ln w="25400" cap="flat" cmpd="sng" algn="ctr">
              <a:noFill/>
              <a:prstDash val="solid"/>
            </a:ln>
            <a:effectLst/>
          </p:spPr>
          <p:txBody>
            <a:bodyPr rtlCol="0" anchor="ctr"/>
            <a:lstStyle/>
            <a:p>
              <a:pPr algn="ctr" defTabSz="504234">
                <a:defRPr/>
              </a:pPr>
              <a:r>
                <a:rPr lang="en-US" sz="750" b="1" kern="0" dirty="0">
                  <a:solidFill>
                    <a:srgbClr val="EEECE1">
                      <a:lumMod val="50000"/>
                    </a:srgbClr>
                  </a:solidFill>
                  <a:latin typeface="Arial"/>
                </a:rPr>
                <a:t>Our Focus</a:t>
              </a:r>
            </a:p>
          </p:txBody>
        </p:sp>
        <p:sp>
          <p:nvSpPr>
            <p:cNvPr id="643" name="Rounded Rectangle 71">
              <a:extLst>
                <a:ext uri="{FF2B5EF4-FFF2-40B4-BE49-F238E27FC236}">
                  <a16:creationId xmlns:a16="http://schemas.microsoft.com/office/drawing/2014/main" id="{54689D34-FFCE-45EF-80FE-68FFFFE506C3}"/>
                </a:ext>
              </a:extLst>
            </p:cNvPr>
            <p:cNvSpPr/>
            <p:nvPr/>
          </p:nvSpPr>
          <p:spPr bwMode="gray">
            <a:xfrm>
              <a:off x="1763797" y="1336739"/>
              <a:ext cx="7399668" cy="591928"/>
            </a:xfrm>
            <a:prstGeom prst="roundRect">
              <a:avLst>
                <a:gd name="adj" fmla="val 13861"/>
              </a:avLst>
            </a:prstGeom>
            <a:solidFill>
              <a:sysClr val="window" lastClr="FFFFFF">
                <a:lumMod val="50000"/>
              </a:sysClr>
            </a:solidFill>
            <a:ln w="25400" cap="flat" cmpd="sng" algn="ctr">
              <a:noFill/>
              <a:prstDash val="solid"/>
            </a:ln>
            <a:effectLst/>
          </p:spPr>
          <p:txBody>
            <a:bodyPr rtlCol="0" anchor="ctr"/>
            <a:lstStyle/>
            <a:p>
              <a:pPr algn="ctr" defTabSz="504234">
                <a:defRPr/>
              </a:pPr>
              <a:endParaRPr lang="en-US" sz="552" kern="0" dirty="0">
                <a:solidFill>
                  <a:srgbClr val="998C85">
                    <a:lumMod val="50000"/>
                  </a:srgbClr>
                </a:solidFill>
                <a:latin typeface="Arial"/>
              </a:endParaRPr>
            </a:p>
          </p:txBody>
        </p:sp>
        <p:sp>
          <p:nvSpPr>
            <p:cNvPr id="644" name="Rounded Rectangle 72">
              <a:extLst>
                <a:ext uri="{FF2B5EF4-FFF2-40B4-BE49-F238E27FC236}">
                  <a16:creationId xmlns:a16="http://schemas.microsoft.com/office/drawing/2014/main" id="{6F8DAE64-BF83-4055-AA2E-AF2EB00D13D5}"/>
                </a:ext>
              </a:extLst>
            </p:cNvPr>
            <p:cNvSpPr>
              <a:spLocks/>
            </p:cNvSpPr>
            <p:nvPr/>
          </p:nvSpPr>
          <p:spPr bwMode="gray">
            <a:xfrm>
              <a:off x="1864965" y="1361398"/>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Marketing</a:t>
              </a:r>
            </a:p>
          </p:txBody>
        </p:sp>
        <p:sp>
          <p:nvSpPr>
            <p:cNvPr id="645" name="Rounded Rectangle 73">
              <a:extLst>
                <a:ext uri="{FF2B5EF4-FFF2-40B4-BE49-F238E27FC236}">
                  <a16:creationId xmlns:a16="http://schemas.microsoft.com/office/drawing/2014/main" id="{4E71E12D-1A4A-455C-9C4F-B5A0858C8996}"/>
                </a:ext>
              </a:extLst>
            </p:cNvPr>
            <p:cNvSpPr>
              <a:spLocks/>
            </p:cNvSpPr>
            <p:nvPr/>
          </p:nvSpPr>
          <p:spPr bwMode="gray">
            <a:xfrm>
              <a:off x="3093425" y="1361398"/>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Innovation</a:t>
              </a:r>
            </a:p>
          </p:txBody>
        </p:sp>
        <p:sp>
          <p:nvSpPr>
            <p:cNvPr id="646" name="Rounded Rectangle 74">
              <a:extLst>
                <a:ext uri="{FF2B5EF4-FFF2-40B4-BE49-F238E27FC236}">
                  <a16:creationId xmlns:a16="http://schemas.microsoft.com/office/drawing/2014/main" id="{5BE07D6E-E267-4CE1-BFB1-F95A97A1E29A}"/>
                </a:ext>
              </a:extLst>
            </p:cNvPr>
            <p:cNvSpPr>
              <a:spLocks/>
            </p:cNvSpPr>
            <p:nvPr/>
          </p:nvSpPr>
          <p:spPr bwMode="gray">
            <a:xfrm>
              <a:off x="8007268" y="1361398"/>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Customer</a:t>
              </a:r>
            </a:p>
          </p:txBody>
        </p:sp>
        <p:sp>
          <p:nvSpPr>
            <p:cNvPr id="647" name="Rounded Rectangle 75">
              <a:extLst>
                <a:ext uri="{FF2B5EF4-FFF2-40B4-BE49-F238E27FC236}">
                  <a16:creationId xmlns:a16="http://schemas.microsoft.com/office/drawing/2014/main" id="{014D2630-45CB-40CE-9F5F-0B5E739DF49D}"/>
                </a:ext>
              </a:extLst>
            </p:cNvPr>
            <p:cNvSpPr>
              <a:spLocks/>
            </p:cNvSpPr>
            <p:nvPr/>
          </p:nvSpPr>
          <p:spPr bwMode="gray">
            <a:xfrm>
              <a:off x="3093425" y="1641669"/>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Quality</a:t>
              </a:r>
            </a:p>
          </p:txBody>
        </p:sp>
        <p:sp>
          <p:nvSpPr>
            <p:cNvPr id="648" name="Rounded Rectangle 76">
              <a:extLst>
                <a:ext uri="{FF2B5EF4-FFF2-40B4-BE49-F238E27FC236}">
                  <a16:creationId xmlns:a16="http://schemas.microsoft.com/office/drawing/2014/main" id="{263F89E8-C336-41E7-961C-F7FBB3C539F7}"/>
                </a:ext>
              </a:extLst>
            </p:cNvPr>
            <p:cNvSpPr>
              <a:spLocks/>
            </p:cNvSpPr>
            <p:nvPr/>
          </p:nvSpPr>
          <p:spPr bwMode="gray">
            <a:xfrm>
              <a:off x="1864965" y="1641669"/>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Sales</a:t>
              </a:r>
            </a:p>
          </p:txBody>
        </p:sp>
        <p:sp>
          <p:nvSpPr>
            <p:cNvPr id="649" name="Rounded Rectangle 77">
              <a:extLst>
                <a:ext uri="{FF2B5EF4-FFF2-40B4-BE49-F238E27FC236}">
                  <a16:creationId xmlns:a16="http://schemas.microsoft.com/office/drawing/2014/main" id="{29912B29-E65F-4D72-8243-62EE4A5028F3}"/>
                </a:ext>
              </a:extLst>
            </p:cNvPr>
            <p:cNvSpPr>
              <a:spLocks/>
            </p:cNvSpPr>
            <p:nvPr/>
          </p:nvSpPr>
          <p:spPr bwMode="gray">
            <a:xfrm>
              <a:off x="8007268" y="1641669"/>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Technology</a:t>
              </a:r>
            </a:p>
          </p:txBody>
        </p:sp>
        <p:sp>
          <p:nvSpPr>
            <p:cNvPr id="650" name="Rounded Rectangle 78">
              <a:extLst>
                <a:ext uri="{FF2B5EF4-FFF2-40B4-BE49-F238E27FC236}">
                  <a16:creationId xmlns:a16="http://schemas.microsoft.com/office/drawing/2014/main" id="{F0301BD5-05A9-47A7-9B67-D969EE50A156}"/>
                </a:ext>
              </a:extLst>
            </p:cNvPr>
            <p:cNvSpPr>
              <a:spLocks/>
            </p:cNvSpPr>
            <p:nvPr/>
          </p:nvSpPr>
          <p:spPr bwMode="gray">
            <a:xfrm>
              <a:off x="4321885" y="1361398"/>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HR</a:t>
              </a:r>
            </a:p>
          </p:txBody>
        </p:sp>
        <p:sp>
          <p:nvSpPr>
            <p:cNvPr id="651" name="Rounded Rectangle 79">
              <a:extLst>
                <a:ext uri="{FF2B5EF4-FFF2-40B4-BE49-F238E27FC236}">
                  <a16:creationId xmlns:a16="http://schemas.microsoft.com/office/drawing/2014/main" id="{EF4FBD7F-0B30-4C0F-96E4-F74A8C5A342B}"/>
                </a:ext>
              </a:extLst>
            </p:cNvPr>
            <p:cNvSpPr>
              <a:spLocks/>
            </p:cNvSpPr>
            <p:nvPr/>
          </p:nvSpPr>
          <p:spPr bwMode="gray">
            <a:xfrm>
              <a:off x="4321885" y="1641669"/>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Supply Chain</a:t>
              </a:r>
            </a:p>
          </p:txBody>
        </p:sp>
        <p:sp>
          <p:nvSpPr>
            <p:cNvPr id="652" name="Rounded Rectangle 80">
              <a:extLst>
                <a:ext uri="{FF2B5EF4-FFF2-40B4-BE49-F238E27FC236}">
                  <a16:creationId xmlns:a16="http://schemas.microsoft.com/office/drawing/2014/main" id="{09D19EE2-008E-4244-BB75-0CA73001A4D0}"/>
                </a:ext>
              </a:extLst>
            </p:cNvPr>
            <p:cNvSpPr>
              <a:spLocks/>
            </p:cNvSpPr>
            <p:nvPr/>
          </p:nvSpPr>
          <p:spPr bwMode="gray">
            <a:xfrm>
              <a:off x="5550346" y="1641669"/>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Promotions</a:t>
              </a:r>
            </a:p>
          </p:txBody>
        </p:sp>
        <p:sp>
          <p:nvSpPr>
            <p:cNvPr id="653" name="Rounded Rectangle 81">
              <a:extLst>
                <a:ext uri="{FF2B5EF4-FFF2-40B4-BE49-F238E27FC236}">
                  <a16:creationId xmlns:a16="http://schemas.microsoft.com/office/drawing/2014/main" id="{9C683858-9453-4F57-A45B-1BB4089CA57C}"/>
                </a:ext>
              </a:extLst>
            </p:cNvPr>
            <p:cNvSpPr>
              <a:spLocks/>
            </p:cNvSpPr>
            <p:nvPr/>
          </p:nvSpPr>
          <p:spPr bwMode="gray">
            <a:xfrm>
              <a:off x="5550346" y="1361398"/>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PLM</a:t>
              </a:r>
            </a:p>
          </p:txBody>
        </p:sp>
        <p:sp>
          <p:nvSpPr>
            <p:cNvPr id="654" name="Rounded Rectangle 82">
              <a:extLst>
                <a:ext uri="{FF2B5EF4-FFF2-40B4-BE49-F238E27FC236}">
                  <a16:creationId xmlns:a16="http://schemas.microsoft.com/office/drawing/2014/main" id="{9CD40BA9-4702-4F71-B548-71F6AB1C412A}"/>
                </a:ext>
              </a:extLst>
            </p:cNvPr>
            <p:cNvSpPr>
              <a:spLocks/>
            </p:cNvSpPr>
            <p:nvPr/>
          </p:nvSpPr>
          <p:spPr bwMode="gray">
            <a:xfrm>
              <a:off x="6778806" y="1641669"/>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Compliance</a:t>
              </a:r>
            </a:p>
          </p:txBody>
        </p:sp>
        <p:sp>
          <p:nvSpPr>
            <p:cNvPr id="655" name="Rounded Rectangle 83">
              <a:extLst>
                <a:ext uri="{FF2B5EF4-FFF2-40B4-BE49-F238E27FC236}">
                  <a16:creationId xmlns:a16="http://schemas.microsoft.com/office/drawing/2014/main" id="{D031AAD4-8E0B-4246-BCE2-68260276D849}"/>
                </a:ext>
              </a:extLst>
            </p:cNvPr>
            <p:cNvSpPr>
              <a:spLocks/>
            </p:cNvSpPr>
            <p:nvPr/>
          </p:nvSpPr>
          <p:spPr bwMode="gray">
            <a:xfrm>
              <a:off x="6778806" y="1361398"/>
              <a:ext cx="1083936" cy="255606"/>
            </a:xfrm>
            <a:prstGeom prst="roundRect">
              <a:avLst/>
            </a:prstGeom>
            <a:solidFill>
              <a:sysClr val="window" lastClr="FFFFFF">
                <a:lumMod val="95000"/>
              </a:sysClr>
            </a:solidFill>
            <a:ln w="25400" cap="flat" cmpd="sng" algn="ctr">
              <a:noFill/>
              <a:prstDash val="solid"/>
            </a:ln>
            <a:effectLst/>
          </p:spPr>
          <p:txBody>
            <a:bodyPr rtlCol="0" anchor="ctr"/>
            <a:lstStyle/>
            <a:p>
              <a:pPr algn="ctr" defTabSz="504234">
                <a:defRPr/>
              </a:pPr>
              <a:r>
                <a:rPr lang="en-US" sz="675" b="1" kern="0" dirty="0">
                  <a:solidFill>
                    <a:srgbClr val="998C85">
                      <a:lumMod val="50000"/>
                    </a:srgbClr>
                  </a:solidFill>
                  <a:latin typeface="Arial"/>
                </a:rPr>
                <a:t>Finance</a:t>
              </a:r>
            </a:p>
          </p:txBody>
        </p:sp>
        <p:sp>
          <p:nvSpPr>
            <p:cNvPr id="656" name="Rounded Rectangle 84">
              <a:extLst>
                <a:ext uri="{FF2B5EF4-FFF2-40B4-BE49-F238E27FC236}">
                  <a16:creationId xmlns:a16="http://schemas.microsoft.com/office/drawing/2014/main" id="{749FA6C4-DA5A-439B-8A05-9750A740EAF4}"/>
                </a:ext>
              </a:extLst>
            </p:cNvPr>
            <p:cNvSpPr/>
            <p:nvPr/>
          </p:nvSpPr>
          <p:spPr bwMode="gray">
            <a:xfrm>
              <a:off x="636504" y="5461270"/>
              <a:ext cx="1083936" cy="255606"/>
            </a:xfrm>
            <a:prstGeom prst="roundRect">
              <a:avLst/>
            </a:prstGeom>
            <a:solidFill>
              <a:sysClr val="window" lastClr="FFFFFF"/>
            </a:solidFill>
            <a:ln w="25400" cap="flat" cmpd="sng" algn="ctr">
              <a:noFill/>
              <a:prstDash val="solid"/>
            </a:ln>
            <a:effectLst/>
          </p:spPr>
          <p:txBody>
            <a:bodyPr rtlCol="0" anchor="ctr"/>
            <a:lstStyle/>
            <a:p>
              <a:pPr algn="ctr" defTabSz="504234">
                <a:defRPr/>
              </a:pPr>
              <a:r>
                <a:rPr lang="en-US" sz="750" b="1" kern="0" dirty="0">
                  <a:solidFill>
                    <a:srgbClr val="AC2B37"/>
                  </a:solidFill>
                  <a:latin typeface="Arial"/>
                </a:rPr>
                <a:t>Our Location</a:t>
              </a:r>
            </a:p>
          </p:txBody>
        </p:sp>
        <p:sp>
          <p:nvSpPr>
            <p:cNvPr id="657" name="Rounded Rectangle 85">
              <a:extLst>
                <a:ext uri="{FF2B5EF4-FFF2-40B4-BE49-F238E27FC236}">
                  <a16:creationId xmlns:a16="http://schemas.microsoft.com/office/drawing/2014/main" id="{4E0A5F09-9A68-4D78-BE67-5957CE478291}"/>
                </a:ext>
              </a:extLst>
            </p:cNvPr>
            <p:cNvSpPr/>
            <p:nvPr/>
          </p:nvSpPr>
          <p:spPr bwMode="gray">
            <a:xfrm>
              <a:off x="610491" y="5789744"/>
              <a:ext cx="8552973" cy="289239"/>
            </a:xfrm>
            <a:prstGeom prst="roundRect">
              <a:avLst/>
            </a:prstGeom>
            <a:solidFill>
              <a:srgbClr val="ED771A"/>
            </a:solidFill>
            <a:ln w="25400" cap="flat" cmpd="sng" algn="ctr">
              <a:noFill/>
              <a:prstDash val="solid"/>
            </a:ln>
            <a:effectLst/>
          </p:spPr>
          <p:txBody>
            <a:bodyPr rtlCol="0" anchor="ctr"/>
            <a:lstStyle/>
            <a:p>
              <a:pPr algn="ctr" defTabSz="504234">
                <a:defRPr/>
              </a:pPr>
              <a:r>
                <a:rPr lang="en-US" sz="773" b="1" kern="0" dirty="0">
                  <a:solidFill>
                    <a:sysClr val="window" lastClr="FFFFFF"/>
                  </a:solidFill>
                  <a:latin typeface="Arial"/>
                </a:rPr>
                <a:t>                     </a:t>
              </a:r>
              <a:r>
                <a:rPr lang="en-US" sz="661" b="1" kern="0" dirty="0">
                  <a:solidFill>
                    <a:sysClr val="window" lastClr="FFFFFF"/>
                  </a:solidFill>
                  <a:latin typeface="Arial"/>
                </a:rPr>
                <a:t>Reusability        Standardization     RDV          Innovation        Automation</a:t>
              </a:r>
              <a:endParaRPr lang="en-US" sz="773" b="1" kern="0" dirty="0">
                <a:solidFill>
                  <a:sysClr val="window" lastClr="FFFFFF"/>
                </a:solidFill>
                <a:latin typeface="Arial"/>
              </a:endParaRPr>
            </a:p>
          </p:txBody>
        </p:sp>
        <p:sp>
          <p:nvSpPr>
            <p:cNvPr id="658" name="Rounded Rectangle 86">
              <a:extLst>
                <a:ext uri="{FF2B5EF4-FFF2-40B4-BE49-F238E27FC236}">
                  <a16:creationId xmlns:a16="http://schemas.microsoft.com/office/drawing/2014/main" id="{4561A9E5-7EDC-4448-8BB4-CA7D13FDB1C9}"/>
                </a:ext>
              </a:extLst>
            </p:cNvPr>
            <p:cNvSpPr/>
            <p:nvPr/>
          </p:nvSpPr>
          <p:spPr bwMode="gray">
            <a:xfrm>
              <a:off x="636504" y="5811045"/>
              <a:ext cx="1083936" cy="246637"/>
            </a:xfrm>
            <a:prstGeom prst="roundRect">
              <a:avLst/>
            </a:prstGeom>
            <a:solidFill>
              <a:sysClr val="window" lastClr="FFFFFF"/>
            </a:solidFill>
            <a:ln w="25400" cap="flat" cmpd="sng" algn="ctr">
              <a:noFill/>
              <a:prstDash val="solid"/>
            </a:ln>
            <a:effectLst/>
          </p:spPr>
          <p:txBody>
            <a:bodyPr rtlCol="0" anchor="ctr"/>
            <a:lstStyle/>
            <a:p>
              <a:pPr algn="ctr" defTabSz="504234">
                <a:defRPr/>
              </a:pPr>
              <a:r>
                <a:rPr lang="en-US" sz="750" b="1" kern="0" dirty="0">
                  <a:solidFill>
                    <a:srgbClr val="E47E1A"/>
                  </a:solidFill>
                  <a:latin typeface="Arial"/>
                </a:rPr>
                <a:t>Our Value Add</a:t>
              </a:r>
            </a:p>
          </p:txBody>
        </p:sp>
        <p:pic>
          <p:nvPicPr>
            <p:cNvPr id="659" name="Picture 13" descr="New Image">
              <a:extLst>
                <a:ext uri="{FF2B5EF4-FFF2-40B4-BE49-F238E27FC236}">
                  <a16:creationId xmlns:a16="http://schemas.microsoft.com/office/drawing/2014/main" id="{D0291A55-5F75-427C-B7DD-7CF0A67A634B}"/>
                </a:ext>
              </a:extLst>
            </p:cNvPr>
            <p:cNvPicPr>
              <a:picLocks noChangeAspect="1" noChangeArrowheads="1"/>
            </p:cNvPicPr>
            <p:nvPr/>
          </p:nvPicPr>
          <p:blipFill>
            <a:blip r:embed="rId7" cstate="email"/>
            <a:srcRect/>
            <a:stretch>
              <a:fillRect/>
            </a:stretch>
          </p:blipFill>
          <p:spPr bwMode="gray">
            <a:xfrm>
              <a:off x="2056202" y="2048966"/>
              <a:ext cx="1383438" cy="222376"/>
            </a:xfrm>
            <a:prstGeom prst="rect">
              <a:avLst/>
            </a:prstGeom>
            <a:noFill/>
            <a:ln w="9525">
              <a:noFill/>
              <a:miter lim="800000"/>
              <a:headEnd/>
              <a:tailEnd/>
            </a:ln>
          </p:spPr>
        </p:pic>
        <p:sp>
          <p:nvSpPr>
            <p:cNvPr id="660" name="Rounded Rectangle 88">
              <a:extLst>
                <a:ext uri="{FF2B5EF4-FFF2-40B4-BE49-F238E27FC236}">
                  <a16:creationId xmlns:a16="http://schemas.microsoft.com/office/drawing/2014/main" id="{508FA32F-697E-493C-8129-24FA20EE793E}"/>
                </a:ext>
              </a:extLst>
            </p:cNvPr>
            <p:cNvSpPr/>
            <p:nvPr/>
          </p:nvSpPr>
          <p:spPr bwMode="gray">
            <a:xfrm>
              <a:off x="592977" y="5113585"/>
              <a:ext cx="8570488" cy="289239"/>
            </a:xfrm>
            <a:prstGeom prst="roundRect">
              <a:avLst/>
            </a:prstGeom>
            <a:solidFill>
              <a:srgbClr val="ED771A"/>
            </a:solidFill>
            <a:ln w="25400" cap="flat" cmpd="sng" algn="ctr">
              <a:noFill/>
              <a:prstDash val="solid"/>
            </a:ln>
            <a:effectLst/>
          </p:spPr>
          <p:txBody>
            <a:bodyPr rtlCol="0" anchor="ctr"/>
            <a:lstStyle/>
            <a:p>
              <a:pPr algn="ctr" defTabSz="504234">
                <a:defRPr/>
              </a:pPr>
              <a:r>
                <a:rPr lang="en-US" sz="773" b="1" kern="0" dirty="0">
                  <a:solidFill>
                    <a:sysClr val="window" lastClr="FFFFFF"/>
                  </a:solidFill>
                  <a:latin typeface="Arial"/>
                </a:rPr>
                <a:t> 	</a:t>
              </a:r>
              <a:r>
                <a:rPr lang="en-US" sz="787" b="1" kern="0" dirty="0">
                  <a:solidFill>
                    <a:sysClr val="window" lastClr="FFFFFF"/>
                  </a:solidFill>
                  <a:latin typeface="Arial"/>
                </a:rPr>
                <a:t>MSBI    Informatica   Spark  Azure   Hyperion   Teradata   BODS    SAP BW    BOBJ   Tableau     </a:t>
              </a:r>
              <a:r>
                <a:rPr lang="en-US" sz="787" b="1" kern="0" dirty="0" err="1">
                  <a:solidFill>
                    <a:sysClr val="window" lastClr="FFFFFF"/>
                  </a:solidFill>
                  <a:latin typeface="Arial"/>
                </a:rPr>
                <a:t>Microstrategy</a:t>
              </a:r>
              <a:r>
                <a:rPr lang="en-US" sz="787" b="1" kern="0" dirty="0">
                  <a:solidFill>
                    <a:sysClr val="window" lastClr="FFFFFF"/>
                  </a:solidFill>
                  <a:latin typeface="Arial"/>
                </a:rPr>
                <a:t>     AWS    </a:t>
              </a:r>
              <a:r>
                <a:rPr lang="en-US" sz="787" b="1" kern="0" dirty="0" err="1">
                  <a:solidFill>
                    <a:sysClr val="window" lastClr="FFFFFF"/>
                  </a:solidFill>
                  <a:latin typeface="Arial"/>
                </a:rPr>
                <a:t>Nifi</a:t>
              </a:r>
              <a:endParaRPr lang="en-US" sz="773" b="1" kern="0" dirty="0">
                <a:solidFill>
                  <a:sysClr val="window" lastClr="FFFFFF"/>
                </a:solidFill>
                <a:latin typeface="Arial"/>
              </a:endParaRPr>
            </a:p>
          </p:txBody>
        </p:sp>
        <p:sp>
          <p:nvSpPr>
            <p:cNvPr id="661" name="Rounded Rectangle 89">
              <a:extLst>
                <a:ext uri="{FF2B5EF4-FFF2-40B4-BE49-F238E27FC236}">
                  <a16:creationId xmlns:a16="http://schemas.microsoft.com/office/drawing/2014/main" id="{F145643D-3F38-4FB1-A934-57285E23AF69}"/>
                </a:ext>
              </a:extLst>
            </p:cNvPr>
            <p:cNvSpPr/>
            <p:nvPr/>
          </p:nvSpPr>
          <p:spPr bwMode="gray">
            <a:xfrm>
              <a:off x="562087" y="4785468"/>
              <a:ext cx="8601378" cy="272422"/>
            </a:xfrm>
            <a:prstGeom prst="roundRect">
              <a:avLst/>
            </a:prstGeom>
            <a:solidFill>
              <a:srgbClr val="0098CC">
                <a:lumMod val="50000"/>
              </a:srgbClr>
            </a:solidFill>
            <a:ln w="25400" cap="flat" cmpd="sng" algn="ctr">
              <a:solidFill>
                <a:srgbClr val="00B0F0"/>
              </a:solidFill>
              <a:prstDash val="solid"/>
            </a:ln>
            <a:effectLst/>
          </p:spPr>
          <p:txBody>
            <a:bodyPr rtlCol="0" anchor="ctr"/>
            <a:lstStyle/>
            <a:p>
              <a:pPr algn="ctr" defTabSz="504234">
                <a:defRPr/>
              </a:pPr>
              <a:r>
                <a:rPr lang="en-US" sz="773" b="1" kern="0" dirty="0">
                  <a:solidFill>
                    <a:sysClr val="window" lastClr="FFFFFF"/>
                  </a:solidFill>
                  <a:latin typeface="Arial"/>
                </a:rPr>
                <a:t> 	  NSR	</a:t>
              </a:r>
              <a:r>
                <a:rPr lang="en-US" sz="787" b="1" kern="0" dirty="0">
                  <a:solidFill>
                    <a:sysClr val="window" lastClr="FFFFFF"/>
                  </a:solidFill>
                  <a:latin typeface="Arial"/>
                </a:rPr>
                <a:t>Compass      Picasso      CCNA     Clarity     QSE    FDW     WCPPT     Freestyle       Regional Sales    </a:t>
              </a:r>
              <a:r>
                <a:rPr lang="en-US" sz="787" b="1" kern="0" dirty="0" err="1">
                  <a:solidFill>
                    <a:sysClr val="window" lastClr="FFFFFF"/>
                  </a:solidFill>
                  <a:latin typeface="Arial"/>
                </a:rPr>
                <a:t>MinuteMaid</a:t>
              </a:r>
              <a:r>
                <a:rPr lang="en-US" sz="787" b="1" kern="0" dirty="0">
                  <a:solidFill>
                    <a:sysClr val="window" lastClr="FFFFFF"/>
                  </a:solidFill>
                  <a:latin typeface="Arial"/>
                </a:rPr>
                <a:t>   CONA</a:t>
              </a:r>
              <a:endParaRPr lang="en-US" sz="882" b="1" kern="0" dirty="0">
                <a:solidFill>
                  <a:sysClr val="window" lastClr="FFFFFF"/>
                </a:solidFill>
                <a:latin typeface="Arial"/>
              </a:endParaRPr>
            </a:p>
          </p:txBody>
        </p:sp>
        <p:sp>
          <p:nvSpPr>
            <p:cNvPr id="662" name="Rounded Rectangle 90">
              <a:extLst>
                <a:ext uri="{FF2B5EF4-FFF2-40B4-BE49-F238E27FC236}">
                  <a16:creationId xmlns:a16="http://schemas.microsoft.com/office/drawing/2014/main" id="{E69491E2-3131-4748-A7EF-A2AA06A19014}"/>
                </a:ext>
              </a:extLst>
            </p:cNvPr>
            <p:cNvSpPr>
              <a:spLocks/>
            </p:cNvSpPr>
            <p:nvPr/>
          </p:nvSpPr>
          <p:spPr bwMode="gray">
            <a:xfrm>
              <a:off x="590994" y="4789658"/>
              <a:ext cx="1083936" cy="255606"/>
            </a:xfrm>
            <a:prstGeom prst="roundRect">
              <a:avLst/>
            </a:prstGeom>
            <a:solidFill>
              <a:sysClr val="window" lastClr="FFFFFF"/>
            </a:solidFill>
            <a:ln w="25400" cap="flat" cmpd="sng" algn="ctr">
              <a:solidFill>
                <a:srgbClr val="0070C0"/>
              </a:solidFill>
              <a:prstDash val="solid"/>
            </a:ln>
            <a:effectLst/>
          </p:spPr>
          <p:txBody>
            <a:bodyPr rtlCol="0" anchor="ctr"/>
            <a:lstStyle/>
            <a:p>
              <a:pPr algn="ctr" defTabSz="504234">
                <a:defRPr/>
              </a:pPr>
              <a:r>
                <a:rPr lang="en-US" sz="750" b="1" kern="0" dirty="0">
                  <a:solidFill>
                    <a:srgbClr val="FFBC1D">
                      <a:lumMod val="75000"/>
                    </a:srgbClr>
                  </a:solidFill>
                  <a:latin typeface="Arial"/>
                </a:rPr>
                <a:t>Key Programs</a:t>
              </a:r>
            </a:p>
          </p:txBody>
        </p:sp>
        <p:sp>
          <p:nvSpPr>
            <p:cNvPr id="663" name="Rounded Rectangle 91">
              <a:extLst>
                <a:ext uri="{FF2B5EF4-FFF2-40B4-BE49-F238E27FC236}">
                  <a16:creationId xmlns:a16="http://schemas.microsoft.com/office/drawing/2014/main" id="{521E67F8-4326-4E03-9215-4F2DFB08520A}"/>
                </a:ext>
              </a:extLst>
            </p:cNvPr>
            <p:cNvSpPr/>
            <p:nvPr/>
          </p:nvSpPr>
          <p:spPr bwMode="gray">
            <a:xfrm>
              <a:off x="618991" y="5134887"/>
              <a:ext cx="1083936" cy="246637"/>
            </a:xfrm>
            <a:prstGeom prst="roundRect">
              <a:avLst/>
            </a:prstGeom>
            <a:solidFill>
              <a:sysClr val="window" lastClr="FFFFFF"/>
            </a:solidFill>
            <a:ln w="25400" cap="flat" cmpd="sng" algn="ctr">
              <a:noFill/>
              <a:prstDash val="solid"/>
            </a:ln>
            <a:effectLst/>
          </p:spPr>
          <p:txBody>
            <a:bodyPr rtlCol="0" anchor="ctr"/>
            <a:lstStyle/>
            <a:p>
              <a:pPr algn="ctr" defTabSz="504234">
                <a:defRPr/>
              </a:pPr>
              <a:r>
                <a:rPr lang="en-US" sz="750" b="1" kern="0" dirty="0">
                  <a:solidFill>
                    <a:srgbClr val="E47E1A"/>
                  </a:solidFill>
                  <a:latin typeface="Arial"/>
                </a:rPr>
                <a:t>Tools</a:t>
              </a:r>
            </a:p>
          </p:txBody>
        </p:sp>
        <p:sp>
          <p:nvSpPr>
            <p:cNvPr id="664" name="Rounded Rectangle 92">
              <a:extLst>
                <a:ext uri="{FF2B5EF4-FFF2-40B4-BE49-F238E27FC236}">
                  <a16:creationId xmlns:a16="http://schemas.microsoft.com/office/drawing/2014/main" id="{FA5BCECB-8AA9-434A-A9C8-8E8225B342A9}"/>
                </a:ext>
              </a:extLst>
            </p:cNvPr>
            <p:cNvSpPr/>
            <p:nvPr/>
          </p:nvSpPr>
          <p:spPr bwMode="gray">
            <a:xfrm>
              <a:off x="3669453" y="2156978"/>
              <a:ext cx="1768229" cy="2556236"/>
            </a:xfrm>
            <a:prstGeom prst="roundRect">
              <a:avLst>
                <a:gd name="adj" fmla="val 6613"/>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65" name="Rounded Rectangle 93">
              <a:extLst>
                <a:ext uri="{FF2B5EF4-FFF2-40B4-BE49-F238E27FC236}">
                  <a16:creationId xmlns:a16="http://schemas.microsoft.com/office/drawing/2014/main" id="{36C4535F-FE44-46A8-BCD4-E88DB51AC588}"/>
                </a:ext>
              </a:extLst>
            </p:cNvPr>
            <p:cNvSpPr/>
            <p:nvPr/>
          </p:nvSpPr>
          <p:spPr bwMode="gray">
            <a:xfrm>
              <a:off x="3852470" y="1988818"/>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66" name="Rectangle 665">
              <a:extLst>
                <a:ext uri="{FF2B5EF4-FFF2-40B4-BE49-F238E27FC236}">
                  <a16:creationId xmlns:a16="http://schemas.microsoft.com/office/drawing/2014/main" id="{0623547F-FB8E-4236-B911-2EA530ADD6A3}"/>
                </a:ext>
              </a:extLst>
            </p:cNvPr>
            <p:cNvSpPr/>
            <p:nvPr/>
          </p:nvSpPr>
          <p:spPr bwMode="gray">
            <a:xfrm>
              <a:off x="3654191" y="2547022"/>
              <a:ext cx="1787659" cy="1986079"/>
            </a:xfrm>
            <a:prstGeom prst="rect">
              <a:avLst/>
            </a:prstGeom>
          </p:spPr>
          <p:txBody>
            <a:bodyPr wrap="square">
              <a:spAutoFit/>
            </a:bodyPr>
            <a:lstStyle/>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Completing 200+ projects in SAP BI, BODS, Teradata, BOBJ, Microstrategy &amp; Tableau</a:t>
              </a: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Key Programs: Financial DWH– consolidated reporting, Freestyle vendor managed supply, Coupon campaign management system, Fleet management dashboard, HR Dashboard</a:t>
              </a: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Platform Upgrade: BO Data Services, SAP BW Release 7.3, Business Objects 4.0 </a:t>
              </a:r>
            </a:p>
            <a:p>
              <a:pPr marL="0" lvl="1" defTabSz="504234">
                <a:lnSpc>
                  <a:spcPct val="114000"/>
                </a:lnSpc>
                <a:defRPr/>
              </a:pPr>
              <a:r>
                <a:rPr lang="en-US" sz="569" b="1" kern="0" dirty="0">
                  <a:solidFill>
                    <a:srgbClr val="0098C7"/>
                  </a:solidFill>
                  <a:latin typeface="Arial"/>
                </a:rPr>
                <a:t>Support</a:t>
              </a:r>
              <a:endParaRPr lang="en-US" sz="569" kern="0" dirty="0">
                <a:solidFill>
                  <a:srgbClr val="0098C7"/>
                </a:solidFill>
                <a:latin typeface="Arial"/>
                <a:cs typeface="Calibri" pitchFamily="34" charset="0"/>
              </a:endParaRP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BO Data Services landscape upgrade</a:t>
              </a: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SAP BW Release 7.3 upgrade</a:t>
              </a: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Business Objects 4.0 upgrade</a:t>
              </a:r>
            </a:p>
            <a:p>
              <a:pPr marL="63030" lvl="1" indent="-63030">
                <a:buClr>
                  <a:srgbClr val="0098C7"/>
                </a:buClr>
                <a:buFont typeface="Wingdings" pitchFamily="2" charset="2"/>
                <a:buChar char="§"/>
                <a:defRPr/>
              </a:pPr>
              <a:r>
                <a:rPr lang="en-US" sz="650" kern="0" dirty="0">
                  <a:solidFill>
                    <a:srgbClr val="998C85">
                      <a:lumMod val="50000"/>
                    </a:srgbClr>
                  </a:solidFill>
                  <a:latin typeface="Arial"/>
                  <a:cs typeface="Calibri" pitchFamily="34" charset="0"/>
                </a:rPr>
                <a:t>Non SAP L3 Application Support</a:t>
              </a:r>
            </a:p>
          </p:txBody>
        </p:sp>
        <p:sp>
          <p:nvSpPr>
            <p:cNvPr id="667" name="TextBox 666">
              <a:extLst>
                <a:ext uri="{FF2B5EF4-FFF2-40B4-BE49-F238E27FC236}">
                  <a16:creationId xmlns:a16="http://schemas.microsoft.com/office/drawing/2014/main" id="{F8129EE9-A058-4CFE-8E6D-0A679B09D6FC}"/>
                </a:ext>
              </a:extLst>
            </p:cNvPr>
            <p:cNvSpPr txBox="1"/>
            <p:nvPr/>
          </p:nvSpPr>
          <p:spPr bwMode="gray">
            <a:xfrm>
              <a:off x="3669453" y="2266753"/>
              <a:ext cx="1704593" cy="343089"/>
            </a:xfrm>
            <a:prstGeom prst="rect">
              <a:avLst/>
            </a:prstGeom>
            <a:noFill/>
          </p:spPr>
          <p:txBody>
            <a:bodyPr wrap="square" rtlCol="0">
              <a:spAutoFit/>
            </a:bodyPr>
            <a:lstStyle/>
            <a:p>
              <a:pPr algn="ctr" defTabSz="504234">
                <a:defRPr/>
              </a:pPr>
              <a:r>
                <a:rPr lang="en-US" sz="650" b="1" kern="0" dirty="0">
                  <a:solidFill>
                    <a:srgbClr val="0098C7"/>
                  </a:solidFill>
                  <a:latin typeface="Arial"/>
                </a:rPr>
                <a:t>Consolidation &amp; Reporting</a:t>
              </a:r>
            </a:p>
            <a:p>
              <a:pPr algn="ctr" defTabSz="504234">
                <a:defRPr/>
              </a:pPr>
              <a:r>
                <a:rPr lang="en-US" sz="650" b="1" kern="0" dirty="0">
                  <a:solidFill>
                    <a:srgbClr val="0098C7"/>
                  </a:solidFill>
                  <a:latin typeface="Arial"/>
                </a:rPr>
                <a:t>. Development . Support – Platform</a:t>
              </a:r>
            </a:p>
          </p:txBody>
        </p:sp>
        <p:sp>
          <p:nvSpPr>
            <p:cNvPr id="668" name="Rounded Rectangle 96">
              <a:extLst>
                <a:ext uri="{FF2B5EF4-FFF2-40B4-BE49-F238E27FC236}">
                  <a16:creationId xmlns:a16="http://schemas.microsoft.com/office/drawing/2014/main" id="{3934034F-418E-4EE2-8586-4EB38A09ACAD}"/>
                </a:ext>
              </a:extLst>
            </p:cNvPr>
            <p:cNvSpPr/>
            <p:nvPr/>
          </p:nvSpPr>
          <p:spPr bwMode="gray">
            <a:xfrm>
              <a:off x="5473938" y="2156978"/>
              <a:ext cx="1704594" cy="1094978"/>
            </a:xfrm>
            <a:prstGeom prst="roundRect">
              <a:avLst>
                <a:gd name="adj" fmla="val 10874"/>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69" name="Rounded Rectangle 97">
              <a:extLst>
                <a:ext uri="{FF2B5EF4-FFF2-40B4-BE49-F238E27FC236}">
                  <a16:creationId xmlns:a16="http://schemas.microsoft.com/office/drawing/2014/main" id="{70574EF3-C9FF-480B-BC69-B0231BC44711}"/>
                </a:ext>
              </a:extLst>
            </p:cNvPr>
            <p:cNvSpPr/>
            <p:nvPr/>
          </p:nvSpPr>
          <p:spPr bwMode="gray">
            <a:xfrm>
              <a:off x="5630545" y="1988818"/>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70" name="Rectangle 669">
              <a:extLst>
                <a:ext uri="{FF2B5EF4-FFF2-40B4-BE49-F238E27FC236}">
                  <a16:creationId xmlns:a16="http://schemas.microsoft.com/office/drawing/2014/main" id="{67A9B1D6-1616-45E0-95C4-2115ED607427}"/>
                </a:ext>
              </a:extLst>
            </p:cNvPr>
            <p:cNvSpPr/>
            <p:nvPr/>
          </p:nvSpPr>
          <p:spPr bwMode="gray">
            <a:xfrm>
              <a:off x="5520829" y="2315833"/>
              <a:ext cx="1619967" cy="490557"/>
            </a:xfrm>
            <a:prstGeom prst="rect">
              <a:avLst/>
            </a:prstGeom>
          </p:spPr>
          <p:txBody>
            <a:bodyPr wrap="square">
              <a:spAutoFit/>
            </a:bodyPr>
            <a:lstStyle/>
            <a:p>
              <a:pPr>
                <a:spcAft>
                  <a:spcPts val="203"/>
                </a:spcAft>
                <a:buClr>
                  <a:srgbClr val="ED1E24"/>
                </a:buClr>
              </a:pPr>
              <a:r>
                <a:rPr lang="en-US" sz="650" b="1" kern="0" dirty="0">
                  <a:solidFill>
                    <a:srgbClr val="0098C7"/>
                  </a:solidFill>
                  <a:latin typeface="Arial"/>
                </a:rPr>
                <a:t>    Development and Support</a:t>
              </a:r>
              <a:endParaRPr lang="en-US" sz="650" kern="0" dirty="0">
                <a:solidFill>
                  <a:srgbClr val="998C85">
                    <a:lumMod val="50000"/>
                  </a:srgbClr>
                </a:solidFill>
                <a:latin typeface="Arial"/>
                <a:cs typeface="Calibri" pitchFamily="34" charset="0"/>
              </a:endParaRP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CONA Build/ Deployment &amp; Production Support </a:t>
              </a:r>
            </a:p>
          </p:txBody>
        </p:sp>
        <p:sp>
          <p:nvSpPr>
            <p:cNvPr id="671" name="Rounded Rectangle 99">
              <a:extLst>
                <a:ext uri="{FF2B5EF4-FFF2-40B4-BE49-F238E27FC236}">
                  <a16:creationId xmlns:a16="http://schemas.microsoft.com/office/drawing/2014/main" id="{29A48CC2-02CF-4EAA-8940-DB1EA6084EE2}"/>
                </a:ext>
              </a:extLst>
            </p:cNvPr>
            <p:cNvSpPr/>
            <p:nvPr/>
          </p:nvSpPr>
          <p:spPr bwMode="gray">
            <a:xfrm>
              <a:off x="7278423" y="2156980"/>
              <a:ext cx="1704594" cy="828562"/>
            </a:xfrm>
            <a:prstGeom prst="roundRect">
              <a:avLst>
                <a:gd name="adj" fmla="val 10874"/>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72" name="Rounded Rectangle 100">
              <a:extLst>
                <a:ext uri="{FF2B5EF4-FFF2-40B4-BE49-F238E27FC236}">
                  <a16:creationId xmlns:a16="http://schemas.microsoft.com/office/drawing/2014/main" id="{6A183AB1-BC73-49A3-B5EB-00F373BCCC77}"/>
                </a:ext>
              </a:extLst>
            </p:cNvPr>
            <p:cNvSpPr/>
            <p:nvPr/>
          </p:nvSpPr>
          <p:spPr bwMode="gray">
            <a:xfrm>
              <a:off x="7435030" y="1988818"/>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73" name="Rectangle 672">
              <a:extLst>
                <a:ext uri="{FF2B5EF4-FFF2-40B4-BE49-F238E27FC236}">
                  <a16:creationId xmlns:a16="http://schemas.microsoft.com/office/drawing/2014/main" id="{98811FB2-AE87-447E-A290-4D5EF97F91FC}"/>
                </a:ext>
              </a:extLst>
            </p:cNvPr>
            <p:cNvSpPr/>
            <p:nvPr/>
          </p:nvSpPr>
          <p:spPr bwMode="gray">
            <a:xfrm>
              <a:off x="7320773" y="2278197"/>
              <a:ext cx="1619967" cy="607930"/>
            </a:xfrm>
            <a:prstGeom prst="rect">
              <a:avLst/>
            </a:prstGeom>
          </p:spPr>
          <p:txBody>
            <a:bodyPr wrap="square">
              <a:spAutoFit/>
            </a:bodyPr>
            <a:lstStyle/>
            <a:p>
              <a:pPr>
                <a:spcAft>
                  <a:spcPts val="203"/>
                </a:spcAft>
                <a:buClr>
                  <a:srgbClr val="ED1E24"/>
                </a:buClr>
              </a:pPr>
              <a:r>
                <a:rPr lang="en-US" sz="650" b="1" kern="0" dirty="0">
                  <a:solidFill>
                    <a:srgbClr val="0098C7"/>
                  </a:solidFill>
                  <a:latin typeface="Arial"/>
                </a:rPr>
                <a:t>             Support</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Support for all strategic applications in SAP, SFDC, Promax and others</a:t>
              </a:r>
            </a:p>
          </p:txBody>
        </p:sp>
        <p:sp>
          <p:nvSpPr>
            <p:cNvPr id="674" name="Rounded Rectangle 102">
              <a:extLst>
                <a:ext uri="{FF2B5EF4-FFF2-40B4-BE49-F238E27FC236}">
                  <a16:creationId xmlns:a16="http://schemas.microsoft.com/office/drawing/2014/main" id="{A934A62C-D48A-49D3-B1B9-D8C09C6D5833}"/>
                </a:ext>
              </a:extLst>
            </p:cNvPr>
            <p:cNvSpPr/>
            <p:nvPr/>
          </p:nvSpPr>
          <p:spPr bwMode="gray">
            <a:xfrm>
              <a:off x="5494346" y="3540416"/>
              <a:ext cx="1704594" cy="1094978"/>
            </a:xfrm>
            <a:prstGeom prst="roundRect">
              <a:avLst>
                <a:gd name="adj" fmla="val 10874"/>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75" name="Rounded Rectangle 103">
              <a:extLst>
                <a:ext uri="{FF2B5EF4-FFF2-40B4-BE49-F238E27FC236}">
                  <a16:creationId xmlns:a16="http://schemas.microsoft.com/office/drawing/2014/main" id="{127CD176-89F3-4CE7-A55E-E5320AE84B17}"/>
                </a:ext>
              </a:extLst>
            </p:cNvPr>
            <p:cNvSpPr/>
            <p:nvPr/>
          </p:nvSpPr>
          <p:spPr bwMode="gray">
            <a:xfrm>
              <a:off x="5650953" y="3372256"/>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76" name="Rounded Rectangle 104">
              <a:extLst>
                <a:ext uri="{FF2B5EF4-FFF2-40B4-BE49-F238E27FC236}">
                  <a16:creationId xmlns:a16="http://schemas.microsoft.com/office/drawing/2014/main" id="{04084261-F2F5-4CA7-984F-4C247DC23B36}"/>
                </a:ext>
              </a:extLst>
            </p:cNvPr>
            <p:cNvSpPr/>
            <p:nvPr/>
          </p:nvSpPr>
          <p:spPr bwMode="gray">
            <a:xfrm>
              <a:off x="7267327" y="3185639"/>
              <a:ext cx="1704594" cy="693679"/>
            </a:xfrm>
            <a:prstGeom prst="roundRect">
              <a:avLst>
                <a:gd name="adj" fmla="val 10874"/>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77" name="Rounded Rectangle 105">
              <a:extLst>
                <a:ext uri="{FF2B5EF4-FFF2-40B4-BE49-F238E27FC236}">
                  <a16:creationId xmlns:a16="http://schemas.microsoft.com/office/drawing/2014/main" id="{2EDB6F9A-2C28-4681-877C-0B5BD54B6198}"/>
                </a:ext>
              </a:extLst>
            </p:cNvPr>
            <p:cNvSpPr/>
            <p:nvPr/>
          </p:nvSpPr>
          <p:spPr bwMode="gray">
            <a:xfrm>
              <a:off x="7435030" y="3036345"/>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pic>
          <p:nvPicPr>
            <p:cNvPr id="678" name="Picture 677">
              <a:extLst>
                <a:ext uri="{FF2B5EF4-FFF2-40B4-BE49-F238E27FC236}">
                  <a16:creationId xmlns:a16="http://schemas.microsoft.com/office/drawing/2014/main" id="{0C93837B-402E-4347-8B41-A90A9E88D6E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82937" y="4518937"/>
              <a:ext cx="1030766" cy="165068"/>
            </a:xfrm>
            <a:prstGeom prst="rect">
              <a:avLst/>
            </a:prstGeom>
          </p:spPr>
        </p:pic>
        <p:pic>
          <p:nvPicPr>
            <p:cNvPr id="679" name="Picture 678">
              <a:extLst>
                <a:ext uri="{FF2B5EF4-FFF2-40B4-BE49-F238E27FC236}">
                  <a16:creationId xmlns:a16="http://schemas.microsoft.com/office/drawing/2014/main" id="{A2D04FE6-62B4-41C7-BA4F-90EFF840B7C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01560" y="2012887"/>
              <a:ext cx="668482" cy="232284"/>
            </a:xfrm>
            <a:prstGeom prst="rect">
              <a:avLst/>
            </a:prstGeom>
          </p:spPr>
        </p:pic>
        <p:pic>
          <p:nvPicPr>
            <p:cNvPr id="680" name="Picture 679">
              <a:extLst>
                <a:ext uri="{FF2B5EF4-FFF2-40B4-BE49-F238E27FC236}">
                  <a16:creationId xmlns:a16="http://schemas.microsoft.com/office/drawing/2014/main" id="{0EDBB30A-B523-4759-996E-4627E150D8F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56795" y="2012887"/>
              <a:ext cx="1013414" cy="241525"/>
            </a:xfrm>
            <a:prstGeom prst="rect">
              <a:avLst/>
            </a:prstGeom>
          </p:spPr>
        </p:pic>
        <p:pic>
          <p:nvPicPr>
            <p:cNvPr id="681" name="Picture 13" descr="New Image">
              <a:extLst>
                <a:ext uri="{FF2B5EF4-FFF2-40B4-BE49-F238E27FC236}">
                  <a16:creationId xmlns:a16="http://schemas.microsoft.com/office/drawing/2014/main" id="{5E27B277-57AA-4103-BB37-140C18BFB3C1}"/>
                </a:ext>
              </a:extLst>
            </p:cNvPr>
            <p:cNvPicPr>
              <a:picLocks noChangeAspect="1" noChangeArrowheads="1"/>
            </p:cNvPicPr>
            <p:nvPr/>
          </p:nvPicPr>
          <p:blipFill>
            <a:blip r:embed="rId7" cstate="email"/>
            <a:srcRect/>
            <a:stretch>
              <a:fillRect/>
            </a:stretch>
          </p:blipFill>
          <p:spPr bwMode="gray">
            <a:xfrm>
              <a:off x="5698060" y="3429228"/>
              <a:ext cx="1383438" cy="222376"/>
            </a:xfrm>
            <a:prstGeom prst="rect">
              <a:avLst/>
            </a:prstGeom>
            <a:noFill/>
            <a:ln w="9525">
              <a:noFill/>
              <a:miter lim="800000"/>
              <a:headEnd/>
              <a:tailEnd/>
            </a:ln>
          </p:spPr>
        </p:pic>
        <p:sp>
          <p:nvSpPr>
            <p:cNvPr id="682" name="Rectangle 681">
              <a:extLst>
                <a:ext uri="{FF2B5EF4-FFF2-40B4-BE49-F238E27FC236}">
                  <a16:creationId xmlns:a16="http://schemas.microsoft.com/office/drawing/2014/main" id="{2C98D13C-A6CD-4A90-9714-8986CF378748}"/>
                </a:ext>
              </a:extLst>
            </p:cNvPr>
            <p:cNvSpPr/>
            <p:nvPr/>
          </p:nvSpPr>
          <p:spPr bwMode="gray">
            <a:xfrm>
              <a:off x="5546885" y="3720879"/>
              <a:ext cx="1619967" cy="785493"/>
            </a:xfrm>
            <a:prstGeom prst="rect">
              <a:avLst/>
            </a:prstGeom>
          </p:spPr>
          <p:txBody>
            <a:bodyPr wrap="square">
              <a:spAutoFit/>
            </a:bodyPr>
            <a:lstStyle/>
            <a:p>
              <a:pPr algn="ctr" defTabSz="504234">
                <a:spcAft>
                  <a:spcPts val="203"/>
                </a:spcAft>
                <a:buClr>
                  <a:srgbClr val="FF0000"/>
                </a:buClr>
                <a:defRPr/>
              </a:pPr>
              <a:r>
                <a:rPr lang="en-US" sz="650" b="1" kern="0" dirty="0">
                  <a:solidFill>
                    <a:srgbClr val="0098C7"/>
                  </a:solidFill>
                  <a:latin typeface="Arial"/>
                </a:rPr>
                <a:t>Development and Support</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Mobile Fact book – Europen &amp; Global</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Nielsen</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Macro Economics</a:t>
              </a:r>
            </a:p>
          </p:txBody>
        </p:sp>
        <p:sp>
          <p:nvSpPr>
            <p:cNvPr id="683" name="Rectangle 682">
              <a:extLst>
                <a:ext uri="{FF2B5EF4-FFF2-40B4-BE49-F238E27FC236}">
                  <a16:creationId xmlns:a16="http://schemas.microsoft.com/office/drawing/2014/main" id="{EBBE8AC3-7FC4-4152-B7AE-734F03855AD0}"/>
                </a:ext>
              </a:extLst>
            </p:cNvPr>
            <p:cNvSpPr/>
            <p:nvPr/>
          </p:nvSpPr>
          <p:spPr bwMode="gray">
            <a:xfrm>
              <a:off x="7238618" y="3299562"/>
              <a:ext cx="1625464" cy="520652"/>
            </a:xfrm>
            <a:prstGeom prst="rect">
              <a:avLst/>
            </a:prstGeom>
          </p:spPr>
          <p:txBody>
            <a:bodyPr wrap="square">
              <a:spAutoFit/>
            </a:bodyPr>
            <a:lstStyle/>
            <a:p>
              <a:pPr algn="ctr" defTabSz="504234">
                <a:spcAft>
                  <a:spcPts val="203"/>
                </a:spcAft>
                <a:buClr>
                  <a:srgbClr val="FF0000"/>
                </a:buClr>
                <a:defRPr/>
              </a:pPr>
              <a:r>
                <a:rPr lang="en-US" sz="650" b="1" kern="0" dirty="0">
                  <a:solidFill>
                    <a:srgbClr val="0098C7"/>
                  </a:solidFill>
                  <a:latin typeface="Arial"/>
                </a:rPr>
                <a:t>Development</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Tableau Factory</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Sales Incentive</a:t>
              </a:r>
            </a:p>
          </p:txBody>
        </p:sp>
        <p:pic>
          <p:nvPicPr>
            <p:cNvPr id="684" name="Picture 683">
              <a:extLst>
                <a:ext uri="{FF2B5EF4-FFF2-40B4-BE49-F238E27FC236}">
                  <a16:creationId xmlns:a16="http://schemas.microsoft.com/office/drawing/2014/main" id="{A7F1708C-56E3-41D8-B27C-A711963D952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27362" y="2005799"/>
              <a:ext cx="941916" cy="249012"/>
            </a:xfrm>
            <a:prstGeom prst="rect">
              <a:avLst/>
            </a:prstGeom>
          </p:spPr>
        </p:pic>
        <p:pic>
          <p:nvPicPr>
            <p:cNvPr id="685" name="Picture 684">
              <a:extLst>
                <a:ext uri="{FF2B5EF4-FFF2-40B4-BE49-F238E27FC236}">
                  <a16:creationId xmlns:a16="http://schemas.microsoft.com/office/drawing/2014/main" id="{B792F499-D41C-4B37-AE59-B096FC08D04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720787" y="3067853"/>
              <a:ext cx="759930" cy="184103"/>
            </a:xfrm>
            <a:prstGeom prst="rect">
              <a:avLst/>
            </a:prstGeom>
          </p:spPr>
        </p:pic>
        <p:sp>
          <p:nvSpPr>
            <p:cNvPr id="686" name="Rounded Rectangle 104">
              <a:extLst>
                <a:ext uri="{FF2B5EF4-FFF2-40B4-BE49-F238E27FC236}">
                  <a16:creationId xmlns:a16="http://schemas.microsoft.com/office/drawing/2014/main" id="{9A3FBEBA-24BA-444A-9B2C-C98182CF6A52}"/>
                </a:ext>
              </a:extLst>
            </p:cNvPr>
            <p:cNvSpPr/>
            <p:nvPr/>
          </p:nvSpPr>
          <p:spPr bwMode="gray">
            <a:xfrm>
              <a:off x="7272207" y="4128331"/>
              <a:ext cx="1704594" cy="528746"/>
            </a:xfrm>
            <a:prstGeom prst="roundRect">
              <a:avLst>
                <a:gd name="adj" fmla="val 10874"/>
              </a:avLst>
            </a:prstGeom>
            <a:solidFill>
              <a:sysClr val="window" lastClr="FFFFFF"/>
            </a:solidFill>
            <a:ln w="25400" cap="flat" cmpd="sng" algn="ctr">
              <a:noFill/>
              <a:prstDash val="solid"/>
            </a:ln>
            <a:effectLst/>
          </p:spPr>
          <p:txBody>
            <a:bodyPr rtlCol="0" anchor="ctr"/>
            <a:lstStyle/>
            <a:p>
              <a:pPr algn="ctr" defTabSz="504234">
                <a:defRPr/>
              </a:pPr>
              <a:r>
                <a:rPr lang="en-US" sz="882" kern="0" dirty="0">
                  <a:solidFill>
                    <a:sysClr val="window" lastClr="FFFFFF"/>
                  </a:solidFill>
                  <a:latin typeface="Arial"/>
                </a:rPr>
                <a:t>SA</a:t>
              </a:r>
            </a:p>
          </p:txBody>
        </p:sp>
        <p:sp>
          <p:nvSpPr>
            <p:cNvPr id="687" name="Rounded Rectangle 105">
              <a:extLst>
                <a:ext uri="{FF2B5EF4-FFF2-40B4-BE49-F238E27FC236}">
                  <a16:creationId xmlns:a16="http://schemas.microsoft.com/office/drawing/2014/main" id="{08B9DA33-EA07-4F53-B75D-913117C51AF2}"/>
                </a:ext>
              </a:extLst>
            </p:cNvPr>
            <p:cNvSpPr/>
            <p:nvPr/>
          </p:nvSpPr>
          <p:spPr bwMode="gray">
            <a:xfrm>
              <a:off x="7428814" y="3963196"/>
              <a:ext cx="1427688" cy="280269"/>
            </a:xfrm>
            <a:prstGeom prst="roundRect">
              <a:avLst/>
            </a:prstGeom>
            <a:solidFill>
              <a:sysClr val="window" lastClr="FFFFFF"/>
            </a:solidFill>
            <a:ln w="25400" cap="flat" cmpd="sng" algn="ctr">
              <a:solidFill>
                <a:srgbClr val="D50D0D"/>
              </a:solidFill>
              <a:prstDash val="solid"/>
            </a:ln>
            <a:effectLst/>
          </p:spPr>
          <p:txBody>
            <a:bodyPr rtlCol="0" anchor="ctr"/>
            <a:lstStyle/>
            <a:p>
              <a:pPr algn="ctr" defTabSz="504234">
                <a:defRPr/>
              </a:pPr>
              <a:endParaRPr lang="en-US" sz="882" kern="0" dirty="0">
                <a:solidFill>
                  <a:sysClr val="window" lastClr="FFFFFF"/>
                </a:solidFill>
                <a:latin typeface="Arial"/>
              </a:endParaRPr>
            </a:p>
          </p:txBody>
        </p:sp>
        <p:sp>
          <p:nvSpPr>
            <p:cNvPr id="688" name="Rectangle 687">
              <a:extLst>
                <a:ext uri="{FF2B5EF4-FFF2-40B4-BE49-F238E27FC236}">
                  <a16:creationId xmlns:a16="http://schemas.microsoft.com/office/drawing/2014/main" id="{B9E32358-5F8B-48F3-975D-89C9FA6A8981}"/>
                </a:ext>
              </a:extLst>
            </p:cNvPr>
            <p:cNvSpPr/>
            <p:nvPr/>
          </p:nvSpPr>
          <p:spPr bwMode="gray">
            <a:xfrm>
              <a:off x="7233953" y="4252656"/>
              <a:ext cx="1840291" cy="373185"/>
            </a:xfrm>
            <a:prstGeom prst="rect">
              <a:avLst/>
            </a:prstGeom>
          </p:spPr>
          <p:txBody>
            <a:bodyPr wrap="square">
              <a:spAutoFit/>
            </a:bodyPr>
            <a:lstStyle/>
            <a:p>
              <a:pPr algn="ctr" defTabSz="504234">
                <a:spcAft>
                  <a:spcPts val="203"/>
                </a:spcAft>
                <a:buClr>
                  <a:srgbClr val="FF0000"/>
                </a:buClr>
                <a:defRPr/>
              </a:pPr>
              <a:r>
                <a:rPr lang="en-US" sz="650" b="1" kern="0" dirty="0">
                  <a:solidFill>
                    <a:srgbClr val="0098C7"/>
                  </a:solidFill>
                  <a:latin typeface="Arial"/>
                </a:rPr>
                <a:t>Development</a:t>
              </a:r>
            </a:p>
            <a:p>
              <a:pPr marL="124119" indent="-124119">
                <a:spcAft>
                  <a:spcPts val="203"/>
                </a:spcAft>
                <a:buClr>
                  <a:srgbClr val="ED1E24"/>
                </a:buClr>
                <a:buFont typeface="Wingdings" pitchFamily="2" charset="2"/>
                <a:buChar char="§"/>
              </a:pPr>
              <a:r>
                <a:rPr lang="en-US" sz="650" kern="0" dirty="0">
                  <a:solidFill>
                    <a:srgbClr val="998C85">
                      <a:lumMod val="50000"/>
                    </a:srgbClr>
                  </a:solidFill>
                  <a:latin typeface="Arial"/>
                  <a:cs typeface="Calibri" pitchFamily="34" charset="0"/>
                </a:rPr>
                <a:t>Hyperion Planning &amp; Consolidation</a:t>
              </a:r>
            </a:p>
          </p:txBody>
        </p:sp>
        <p:pic>
          <p:nvPicPr>
            <p:cNvPr id="689" name="Picture 688">
              <a:extLst>
                <a:ext uri="{FF2B5EF4-FFF2-40B4-BE49-F238E27FC236}">
                  <a16:creationId xmlns:a16="http://schemas.microsoft.com/office/drawing/2014/main" id="{005D5590-EE50-49C6-A0D0-100A6A54527A}"/>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758530" y="4003643"/>
              <a:ext cx="722187" cy="228198"/>
            </a:xfrm>
            <a:prstGeom prst="rect">
              <a:avLst/>
            </a:prstGeom>
          </p:spPr>
        </p:pic>
      </p:grpSp>
      <p:pic>
        <p:nvPicPr>
          <p:cNvPr id="65" name="Picture 64">
            <a:extLst>
              <a:ext uri="{FF2B5EF4-FFF2-40B4-BE49-F238E27FC236}">
                <a16:creationId xmlns:a16="http://schemas.microsoft.com/office/drawing/2014/main" id="{624E6E90-ED7B-499D-AE28-4634FE40338D}"/>
              </a:ext>
            </a:extLst>
          </p:cNvPr>
          <p:cNvPicPr>
            <a:picLocks noChangeAspect="1"/>
          </p:cNvPicPr>
          <p:nvPr/>
        </p:nvPicPr>
        <p:blipFill>
          <a:blip r:embed="rId14"/>
          <a:stretch>
            <a:fillRect/>
          </a:stretch>
        </p:blipFill>
        <p:spPr>
          <a:xfrm>
            <a:off x="7678125" y="316600"/>
            <a:ext cx="1610645" cy="622280"/>
          </a:xfrm>
          <a:prstGeom prst="rect">
            <a:avLst/>
          </a:prstGeom>
        </p:spPr>
      </p:pic>
    </p:spTree>
    <p:extLst>
      <p:ext uri="{BB962C8B-B14F-4D97-AF65-F5344CB8AC3E}">
        <p14:creationId xmlns:p14="http://schemas.microsoft.com/office/powerpoint/2010/main" val="4064732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p:cNvGrpSpPr/>
          <p:nvPr/>
        </p:nvGrpSpPr>
        <p:grpSpPr>
          <a:xfrm>
            <a:off x="2774198" y="2144394"/>
            <a:ext cx="4068305" cy="3677285"/>
            <a:chOff x="3132666" y="1868824"/>
            <a:chExt cx="3485188" cy="2546765"/>
          </a:xfrm>
        </p:grpSpPr>
        <p:cxnSp>
          <p:nvCxnSpPr>
            <p:cNvPr id="27" name="Straight Connector 26"/>
            <p:cNvCxnSpPr>
              <a:cxnSpLocks/>
            </p:cNvCxnSpPr>
            <p:nvPr/>
          </p:nvCxnSpPr>
          <p:spPr>
            <a:xfrm>
              <a:off x="3132666" y="1870364"/>
              <a:ext cx="0" cy="2545225"/>
            </a:xfrm>
            <a:prstGeom prst="line">
              <a:avLst/>
            </a:prstGeom>
            <a:ln w="12700" cmpd="sng">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cxnSpLocks/>
            </p:cNvCxnSpPr>
            <p:nvPr/>
          </p:nvCxnSpPr>
          <p:spPr>
            <a:xfrm>
              <a:off x="6617854" y="1868824"/>
              <a:ext cx="0" cy="2545225"/>
            </a:xfrm>
            <a:prstGeom prst="line">
              <a:avLst/>
            </a:prstGeom>
            <a:ln w="12700" cmpd="sng">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sp>
        <p:nvSpPr>
          <p:cNvPr id="34" name="Rectangle 33"/>
          <p:cNvSpPr>
            <a:spLocks/>
          </p:cNvSpPr>
          <p:nvPr/>
        </p:nvSpPr>
        <p:spPr>
          <a:xfrm>
            <a:off x="2944678" y="2284681"/>
            <a:ext cx="3859078" cy="23262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84419" tIns="42210" rIns="84419" bIns="42210" rtlCol="0" anchor="t"/>
          <a:lstStyle/>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Product based approach to drive standardization</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Tool kit to assess and onboard new bottlers across the globe</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Fine grained security to ensure right access for the right user</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Agile based development with 2 week sprints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Integration of bottler data with internal data</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Azure cloud based solution to support flexible subscriptions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Big Data based data lake to support scalability</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Cosmos DB and Azure SQL to support geo-distribution</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Informatica BDE based standardized data processing</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AAS – </a:t>
            </a:r>
            <a:r>
              <a:rPr lang="en-US" sz="1050" dirty="0" err="1">
                <a:solidFill>
                  <a:srgbClr val="B1B3B4">
                    <a:lumMod val="50000"/>
                  </a:srgbClr>
                </a:solidFill>
                <a:ea typeface="Times New Roman"/>
                <a:cs typeface="Calibri" pitchFamily="34" charset="0"/>
              </a:rPr>
              <a:t>PowerBI</a:t>
            </a:r>
            <a:r>
              <a:rPr lang="en-US" sz="1050" dirty="0">
                <a:solidFill>
                  <a:srgbClr val="B1B3B4">
                    <a:lumMod val="50000"/>
                  </a:srgbClr>
                </a:solidFill>
                <a:ea typeface="Times New Roman"/>
                <a:cs typeface="Calibri" pitchFamily="34" charset="0"/>
              </a:rPr>
              <a:t> based fine grained metrics to enable self-service</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Java based data steward application</a:t>
            </a:r>
          </a:p>
        </p:txBody>
      </p:sp>
      <p:sp>
        <p:nvSpPr>
          <p:cNvPr id="36" name="Rectangle 35"/>
          <p:cNvSpPr>
            <a:spLocks/>
          </p:cNvSpPr>
          <p:nvPr/>
        </p:nvSpPr>
        <p:spPr>
          <a:xfrm>
            <a:off x="6906819" y="2284681"/>
            <a:ext cx="2813466" cy="23262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84419" tIns="42210" rIns="84419" bIns="42210" rtlCol="0" anchor="t"/>
          <a:lstStyle/>
          <a:p>
            <a:pPr marL="195344" lvl="1" indent="-195344" fontAlgn="base">
              <a:spcBef>
                <a:spcPts val="200"/>
              </a:spcBef>
              <a:spcAft>
                <a:spcPts val="200"/>
              </a:spcAft>
              <a:buClr>
                <a:srgbClr val="691E7C"/>
              </a:buClr>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p:txBody>
      </p:sp>
      <p:sp>
        <p:nvSpPr>
          <p:cNvPr id="5" name="TextBox 4"/>
          <p:cNvSpPr txBox="1"/>
          <p:nvPr/>
        </p:nvSpPr>
        <p:spPr>
          <a:xfrm>
            <a:off x="3078466" y="6453079"/>
            <a:ext cx="4203700" cy="261610"/>
          </a:xfrm>
          <a:prstGeom prst="rect">
            <a:avLst/>
          </a:prstGeom>
          <a:noFill/>
        </p:spPr>
        <p:txBody>
          <a:bodyPr wrap="square" rtlCol="0">
            <a:spAutoFit/>
          </a:bodyPr>
          <a:lstStyle/>
          <a:p>
            <a:pPr algn="ctr"/>
            <a:r>
              <a:rPr lang="en-US" sz="1050" i="1" dirty="0">
                <a:solidFill>
                  <a:srgbClr val="1C1C1C">
                    <a:lumMod val="50000"/>
                  </a:srgbClr>
                </a:solidFill>
              </a:rPr>
              <a:t>Internal Capgemini &amp; Microsoft Confidential</a:t>
            </a:r>
          </a:p>
        </p:txBody>
      </p:sp>
      <p:grpSp>
        <p:nvGrpSpPr>
          <p:cNvPr id="6" name="Groupe 5"/>
          <p:cNvGrpSpPr/>
          <p:nvPr/>
        </p:nvGrpSpPr>
        <p:grpSpPr>
          <a:xfrm>
            <a:off x="6842503" y="1577644"/>
            <a:ext cx="2689699" cy="715495"/>
            <a:chOff x="6842503" y="1876326"/>
            <a:chExt cx="2689699" cy="715495"/>
          </a:xfrm>
        </p:grpSpPr>
        <p:sp>
          <p:nvSpPr>
            <p:cNvPr id="35" name="Round Same Side Corner Rectangle 16"/>
            <p:cNvSpPr/>
            <p:nvPr/>
          </p:nvSpPr>
          <p:spPr>
            <a:xfrm>
              <a:off x="7170515" y="2117248"/>
              <a:ext cx="2361687" cy="474573"/>
            </a:xfrm>
            <a:prstGeom prst="round2SameRect">
              <a:avLst>
                <a:gd name="adj1" fmla="val 50000"/>
                <a:gd name="adj2" fmla="val 0"/>
              </a:avLst>
            </a:prstGeom>
            <a:ln>
              <a:noFill/>
            </a:ln>
            <a:effectLst/>
          </p:spPr>
          <p:style>
            <a:lnRef idx="1">
              <a:schemeClr val="accent3"/>
            </a:lnRef>
            <a:fillRef idx="3">
              <a:schemeClr val="accent3"/>
            </a:fillRef>
            <a:effectRef idx="2">
              <a:schemeClr val="accent3"/>
            </a:effectRef>
            <a:fontRef idx="minor">
              <a:schemeClr val="lt1"/>
            </a:fontRef>
          </p:style>
          <p:txBody>
            <a:bodyPr tIns="0" rtlCol="0" anchor="ctr" anchorCtr="0"/>
            <a:lstStyle/>
            <a:p>
              <a:pPr algn="ctr" defTabSz="676397"/>
              <a:r>
                <a:rPr lang="en-US" sz="950" b="1" dirty="0">
                  <a:solidFill>
                    <a:prstClr val="white"/>
                  </a:solidFill>
                  <a:cs typeface="Calibri" pitchFamily="34" charset="0"/>
                </a:rPr>
                <a:t>BENEFITS</a:t>
              </a:r>
            </a:p>
          </p:txBody>
        </p:sp>
        <p:sp>
          <p:nvSpPr>
            <p:cNvPr id="37" name="Oval 17"/>
            <p:cNvSpPr/>
            <p:nvPr/>
          </p:nvSpPr>
          <p:spPr>
            <a:xfrm>
              <a:off x="6842503" y="1876326"/>
              <a:ext cx="656024" cy="715495"/>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41" name="Freeform 553"/>
            <p:cNvSpPr>
              <a:spLocks/>
            </p:cNvSpPr>
            <p:nvPr/>
          </p:nvSpPr>
          <p:spPr bwMode="auto">
            <a:xfrm>
              <a:off x="6919930" y="2082448"/>
              <a:ext cx="501171" cy="318952"/>
            </a:xfrm>
            <a:custGeom>
              <a:avLst/>
              <a:gdLst/>
              <a:ahLst/>
              <a:cxnLst>
                <a:cxn ang="0">
                  <a:pos x="0" y="0"/>
                </a:cxn>
                <a:cxn ang="0">
                  <a:pos x="0" y="95"/>
                </a:cxn>
                <a:cxn ang="0">
                  <a:pos x="162" y="95"/>
                </a:cxn>
              </a:cxnLst>
              <a:rect l="0" t="0" r="r" b="b"/>
              <a:pathLst>
                <a:path w="162" h="95">
                  <a:moveTo>
                    <a:pt x="0" y="0"/>
                  </a:moveTo>
                  <a:lnTo>
                    <a:pt x="0" y="95"/>
                  </a:lnTo>
                  <a:lnTo>
                    <a:pt x="162" y="95"/>
                  </a:lnTo>
                </a:path>
              </a:pathLst>
            </a:custGeom>
            <a:noFill/>
            <a:ln w="28575" cap="sq">
              <a:solidFill>
                <a:schemeClr val="tx2">
                  <a:lumMod val="50000"/>
                </a:schemeClr>
              </a:solidFill>
              <a:prstDash val="solid"/>
              <a:miter lim="800000"/>
              <a:headEnd/>
              <a:tailEnd/>
            </a:ln>
          </p:spPr>
          <p:txBody>
            <a:bodyPr vert="horz" wrap="square" lIns="62058" tIns="31029" rIns="62058" bIns="31029" numCol="1" anchor="t" anchorCtr="0" compatLnSpc="1">
              <a:prstTxWarp prst="textNoShape">
                <a:avLst/>
              </a:prstTxWarp>
            </a:bodyPr>
            <a:lstStyle/>
            <a:p>
              <a:pPr defTabSz="676397"/>
              <a:endParaRPr lang="en-US" sz="1332" dirty="0">
                <a:solidFill>
                  <a:srgbClr val="263147"/>
                </a:solidFill>
              </a:endParaRPr>
            </a:p>
          </p:txBody>
        </p:sp>
        <p:sp>
          <p:nvSpPr>
            <p:cNvPr id="42" name="Freeform 554"/>
            <p:cNvSpPr>
              <a:spLocks/>
            </p:cNvSpPr>
            <p:nvPr/>
          </p:nvSpPr>
          <p:spPr bwMode="auto">
            <a:xfrm>
              <a:off x="6967945" y="2149386"/>
              <a:ext cx="340301" cy="241731"/>
            </a:xfrm>
            <a:custGeom>
              <a:avLst/>
              <a:gdLst/>
              <a:ahLst/>
              <a:cxnLst>
                <a:cxn ang="0">
                  <a:pos x="0" y="72"/>
                </a:cxn>
                <a:cxn ang="0">
                  <a:pos x="33" y="38"/>
                </a:cxn>
                <a:cxn ang="0">
                  <a:pos x="52" y="58"/>
                </a:cxn>
                <a:cxn ang="0">
                  <a:pos x="110" y="0"/>
                </a:cxn>
              </a:cxnLst>
              <a:rect l="0" t="0" r="r" b="b"/>
              <a:pathLst>
                <a:path w="110" h="72">
                  <a:moveTo>
                    <a:pt x="0" y="72"/>
                  </a:moveTo>
                  <a:lnTo>
                    <a:pt x="33" y="38"/>
                  </a:lnTo>
                  <a:lnTo>
                    <a:pt x="52" y="58"/>
                  </a:lnTo>
                  <a:lnTo>
                    <a:pt x="110" y="0"/>
                  </a:lnTo>
                </a:path>
              </a:pathLst>
            </a:custGeom>
            <a:noFill/>
            <a:ln w="28575" cap="sq">
              <a:solidFill>
                <a:schemeClr val="tx2">
                  <a:lumMod val="50000"/>
                </a:schemeClr>
              </a:solidFill>
              <a:prstDash val="solid"/>
              <a:miter lim="800000"/>
              <a:headEnd/>
              <a:tailEnd/>
            </a:ln>
          </p:spPr>
          <p:txBody>
            <a:bodyPr vert="horz" wrap="square" lIns="62058" tIns="31029" rIns="62058" bIns="31029" numCol="1" anchor="t" anchorCtr="0" compatLnSpc="1">
              <a:prstTxWarp prst="textNoShape">
                <a:avLst/>
              </a:prstTxWarp>
            </a:bodyPr>
            <a:lstStyle/>
            <a:p>
              <a:pPr defTabSz="676397"/>
              <a:endParaRPr lang="en-US" sz="1332" dirty="0">
                <a:solidFill>
                  <a:srgbClr val="263147"/>
                </a:solidFill>
              </a:endParaRPr>
            </a:p>
          </p:txBody>
        </p:sp>
      </p:grpSp>
      <p:grpSp>
        <p:nvGrpSpPr>
          <p:cNvPr id="43" name="Groupe 42"/>
          <p:cNvGrpSpPr/>
          <p:nvPr/>
        </p:nvGrpSpPr>
        <p:grpSpPr>
          <a:xfrm>
            <a:off x="3167210" y="1524031"/>
            <a:ext cx="3077755" cy="715495"/>
            <a:chOff x="2958246" y="1258783"/>
            <a:chExt cx="3077755" cy="715495"/>
          </a:xfrm>
        </p:grpSpPr>
        <p:sp>
          <p:nvSpPr>
            <p:cNvPr id="44" name="Round Same Side Corner Rectangle 14"/>
            <p:cNvSpPr/>
            <p:nvPr/>
          </p:nvSpPr>
          <p:spPr>
            <a:xfrm>
              <a:off x="3379076" y="1499705"/>
              <a:ext cx="2656925" cy="474573"/>
            </a:xfrm>
            <a:prstGeom prst="round2SameRect">
              <a:avLst>
                <a:gd name="adj1" fmla="val 50000"/>
                <a:gd name="adj2" fmla="val 0"/>
              </a:avLst>
            </a:prstGeom>
            <a:ln>
              <a:noFill/>
            </a:ln>
            <a:effectLst/>
          </p:spPr>
          <p:style>
            <a:lnRef idx="1">
              <a:schemeClr val="accent6"/>
            </a:lnRef>
            <a:fillRef idx="3">
              <a:schemeClr val="accent6"/>
            </a:fillRef>
            <a:effectRef idx="2">
              <a:schemeClr val="accent6"/>
            </a:effectRef>
            <a:fontRef idx="minor">
              <a:schemeClr val="lt1"/>
            </a:fontRef>
          </p:style>
          <p:txBody>
            <a:bodyPr tIns="0" rtlCol="0" anchor="ctr" anchorCtr="0"/>
            <a:lstStyle/>
            <a:p>
              <a:pPr algn="ctr" defTabSz="676397"/>
              <a:r>
                <a:rPr lang="en-US" sz="950" b="1" dirty="0">
                  <a:solidFill>
                    <a:prstClr val="white"/>
                  </a:solidFill>
                  <a:cs typeface="Calibri" pitchFamily="34" charset="0"/>
                </a:rPr>
                <a:t>SOLUTION </a:t>
              </a:r>
            </a:p>
          </p:txBody>
        </p:sp>
        <p:sp>
          <p:nvSpPr>
            <p:cNvPr id="45" name="Oval 15"/>
            <p:cNvSpPr/>
            <p:nvPr/>
          </p:nvSpPr>
          <p:spPr>
            <a:xfrm>
              <a:off x="2958246" y="1258783"/>
              <a:ext cx="656024" cy="715495"/>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46" name="Freeform 23"/>
            <p:cNvSpPr>
              <a:spLocks/>
            </p:cNvSpPr>
            <p:nvPr/>
          </p:nvSpPr>
          <p:spPr bwMode="auto">
            <a:xfrm>
              <a:off x="3030688" y="1314439"/>
              <a:ext cx="545549" cy="592053"/>
            </a:xfrm>
            <a:custGeom>
              <a:avLst/>
              <a:gdLst>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49" fmla="*/ 2095 w 10000"/>
                <a:gd name="connsiteY49" fmla="*/ 1998 h 10000"/>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49" fmla="*/ 1846 w 10000"/>
                <a:gd name="connsiteY49" fmla="*/ 1251 h 10000"/>
                <a:gd name="connsiteX0" fmla="*/ 1818 w 10000"/>
                <a:gd name="connsiteY0" fmla="*/ 1212 h 10000"/>
                <a:gd name="connsiteX1" fmla="*/ 2812 w 10000"/>
                <a:gd name="connsiteY1" fmla="*/ 85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49" fmla="*/ 1846 w 10000"/>
                <a:gd name="connsiteY49" fmla="*/ 1251 h 10000"/>
                <a:gd name="connsiteX0" fmla="*/ 1818 w 10000"/>
                <a:gd name="connsiteY0" fmla="*/ 1212 h 10000"/>
                <a:gd name="connsiteX1" fmla="*/ 3182 w 10000"/>
                <a:gd name="connsiteY1" fmla="*/ 152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846 w 10000"/>
                <a:gd name="connsiteY48" fmla="*/ 1251 h 10000"/>
                <a:gd name="connsiteX0" fmla="*/ 1818 w 10000"/>
                <a:gd name="connsiteY0" fmla="*/ 1212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846 w 10000"/>
                <a:gd name="connsiteY48" fmla="*/ 1251 h 10000"/>
                <a:gd name="connsiteX0" fmla="*/ 1818 w 10000"/>
                <a:gd name="connsiteY0" fmla="*/ 1212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931 w 10000"/>
                <a:gd name="connsiteY48" fmla="*/ 953 h 10000"/>
                <a:gd name="connsiteX0" fmla="*/ 1818 w 10000"/>
                <a:gd name="connsiteY0" fmla="*/ 956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931 w 10000"/>
                <a:gd name="connsiteY48" fmla="*/ 953 h 10000"/>
                <a:gd name="connsiteX0" fmla="*/ 1818 w 10000"/>
                <a:gd name="connsiteY0" fmla="*/ 956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045 w 10000"/>
                <a:gd name="connsiteY48" fmla="*/ 782 h 10000"/>
                <a:gd name="connsiteX0" fmla="*/ 1818 w 10000"/>
                <a:gd name="connsiteY0" fmla="*/ 956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045 w 10000"/>
                <a:gd name="connsiteY48" fmla="*/ 782 h 10000"/>
                <a:gd name="connsiteX0" fmla="*/ 1818 w 10000"/>
                <a:gd name="connsiteY0" fmla="*/ 956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159 w 10000"/>
                <a:gd name="connsiteY48" fmla="*/ 782 h 10000"/>
                <a:gd name="connsiteX0" fmla="*/ 2074 w 10000"/>
                <a:gd name="connsiteY0" fmla="*/ 785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159 w 10000"/>
                <a:gd name="connsiteY48" fmla="*/ 782 h 10000"/>
                <a:gd name="connsiteX0" fmla="*/ 2202 w 10000"/>
                <a:gd name="connsiteY0" fmla="*/ 742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159 w 10000"/>
                <a:gd name="connsiteY48" fmla="*/ 78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0000" h="10000">
                  <a:moveTo>
                    <a:pt x="2202" y="742"/>
                  </a:moveTo>
                  <a:lnTo>
                    <a:pt x="2770" y="294"/>
                  </a:lnTo>
                  <a:cubicBezTo>
                    <a:pt x="3071" y="720"/>
                    <a:pt x="3517" y="1312"/>
                    <a:pt x="3788" y="1515"/>
                  </a:cubicBezTo>
                  <a:cubicBezTo>
                    <a:pt x="4059" y="1719"/>
                    <a:pt x="4192" y="1515"/>
                    <a:pt x="4394" y="1515"/>
                  </a:cubicBezTo>
                  <a:lnTo>
                    <a:pt x="4697" y="0"/>
                  </a:lnTo>
                  <a:lnTo>
                    <a:pt x="5606" y="0"/>
                  </a:lnTo>
                  <a:cubicBezTo>
                    <a:pt x="5657" y="505"/>
                    <a:pt x="5707" y="1010"/>
                    <a:pt x="5758" y="1515"/>
                  </a:cubicBezTo>
                  <a:cubicBezTo>
                    <a:pt x="5909" y="1515"/>
                    <a:pt x="6212" y="1515"/>
                    <a:pt x="6364" y="1667"/>
                  </a:cubicBezTo>
                  <a:lnTo>
                    <a:pt x="7273" y="606"/>
                  </a:lnTo>
                  <a:lnTo>
                    <a:pt x="8030" y="1061"/>
                  </a:lnTo>
                  <a:lnTo>
                    <a:pt x="7424" y="2273"/>
                  </a:lnTo>
                  <a:lnTo>
                    <a:pt x="7879" y="2727"/>
                  </a:lnTo>
                  <a:lnTo>
                    <a:pt x="9242" y="2273"/>
                  </a:lnTo>
                  <a:lnTo>
                    <a:pt x="9545" y="3030"/>
                  </a:lnTo>
                  <a:lnTo>
                    <a:pt x="8485" y="3939"/>
                  </a:lnTo>
                  <a:cubicBezTo>
                    <a:pt x="8485" y="4091"/>
                    <a:pt x="8636" y="4242"/>
                    <a:pt x="8636" y="4545"/>
                  </a:cubicBezTo>
                  <a:lnTo>
                    <a:pt x="10000" y="4697"/>
                  </a:lnTo>
                  <a:lnTo>
                    <a:pt x="10000" y="5606"/>
                  </a:lnTo>
                  <a:lnTo>
                    <a:pt x="8636" y="5758"/>
                  </a:lnTo>
                  <a:cubicBezTo>
                    <a:pt x="8485" y="5909"/>
                    <a:pt x="8485" y="6212"/>
                    <a:pt x="8485" y="6364"/>
                  </a:cubicBezTo>
                  <a:lnTo>
                    <a:pt x="9545" y="7273"/>
                  </a:lnTo>
                  <a:lnTo>
                    <a:pt x="9091" y="8030"/>
                  </a:lnTo>
                  <a:lnTo>
                    <a:pt x="7727" y="7424"/>
                  </a:lnTo>
                  <a:lnTo>
                    <a:pt x="7273" y="7879"/>
                  </a:lnTo>
                  <a:lnTo>
                    <a:pt x="7727" y="9242"/>
                  </a:lnTo>
                  <a:lnTo>
                    <a:pt x="7121" y="9697"/>
                  </a:lnTo>
                  <a:lnTo>
                    <a:pt x="6212" y="8485"/>
                  </a:lnTo>
                  <a:cubicBezTo>
                    <a:pt x="5909" y="8485"/>
                    <a:pt x="5758" y="8636"/>
                    <a:pt x="5606" y="8636"/>
                  </a:cubicBezTo>
                  <a:lnTo>
                    <a:pt x="5303" y="10000"/>
                  </a:lnTo>
                  <a:lnTo>
                    <a:pt x="4545" y="10000"/>
                  </a:lnTo>
                  <a:lnTo>
                    <a:pt x="4242" y="8636"/>
                  </a:lnTo>
                  <a:cubicBezTo>
                    <a:pt x="4091" y="8636"/>
                    <a:pt x="3939" y="8485"/>
                    <a:pt x="3788" y="8485"/>
                  </a:cubicBezTo>
                  <a:lnTo>
                    <a:pt x="2727" y="9545"/>
                  </a:lnTo>
                  <a:lnTo>
                    <a:pt x="2121" y="9091"/>
                  </a:lnTo>
                  <a:lnTo>
                    <a:pt x="2576" y="7727"/>
                  </a:lnTo>
                  <a:cubicBezTo>
                    <a:pt x="2424" y="7576"/>
                    <a:pt x="2273" y="7424"/>
                    <a:pt x="2273" y="7273"/>
                  </a:cubicBezTo>
                  <a:lnTo>
                    <a:pt x="909" y="7727"/>
                  </a:lnTo>
                  <a:lnTo>
                    <a:pt x="455" y="7121"/>
                  </a:lnTo>
                  <a:lnTo>
                    <a:pt x="1515" y="6212"/>
                  </a:lnTo>
                  <a:lnTo>
                    <a:pt x="1515" y="5606"/>
                  </a:lnTo>
                  <a:lnTo>
                    <a:pt x="0" y="5303"/>
                  </a:lnTo>
                  <a:lnTo>
                    <a:pt x="0" y="4545"/>
                  </a:lnTo>
                  <a:lnTo>
                    <a:pt x="1515" y="4242"/>
                  </a:lnTo>
                  <a:cubicBezTo>
                    <a:pt x="1515" y="4091"/>
                    <a:pt x="1515" y="3939"/>
                    <a:pt x="1667" y="3788"/>
                  </a:cubicBezTo>
                  <a:lnTo>
                    <a:pt x="606" y="2727"/>
                  </a:lnTo>
                  <a:lnTo>
                    <a:pt x="909" y="2121"/>
                  </a:lnTo>
                  <a:lnTo>
                    <a:pt x="2273" y="2576"/>
                  </a:lnTo>
                  <a:cubicBezTo>
                    <a:pt x="2424" y="2424"/>
                    <a:pt x="2576" y="2424"/>
                    <a:pt x="2727" y="2273"/>
                  </a:cubicBezTo>
                  <a:cubicBezTo>
                    <a:pt x="2697" y="2177"/>
                    <a:pt x="2291" y="839"/>
                    <a:pt x="2159" y="782"/>
                  </a:cubicBezTo>
                </a:path>
              </a:pathLst>
            </a:custGeom>
            <a:solidFill>
              <a:schemeClr val="tx2">
                <a:lumMod val="50000"/>
              </a:schemeClr>
            </a:solidFill>
            <a:ln w="3175" cap="rnd">
              <a:solidFill>
                <a:schemeClr val="tx2"/>
              </a:solidFill>
              <a:prstDash val="solid"/>
              <a:round/>
              <a:headEnd/>
              <a:tailEnd/>
            </a:ln>
          </p:spPr>
          <p:txBody>
            <a:bodyPr vert="horz" wrap="square" lIns="62058" tIns="31029" rIns="62058" bIns="31029" numCol="1" anchor="t" anchorCtr="0" compatLnSpc="1">
              <a:prstTxWarp prst="textNoShape">
                <a:avLst/>
              </a:prstTxWarp>
            </a:bodyPr>
            <a:lstStyle/>
            <a:p>
              <a:pPr defTabSz="676397"/>
              <a:endParaRPr lang="en-US" sz="1332" dirty="0">
                <a:solidFill>
                  <a:srgbClr val="263147"/>
                </a:solidFill>
              </a:endParaRPr>
            </a:p>
          </p:txBody>
        </p:sp>
        <p:sp>
          <p:nvSpPr>
            <p:cNvPr id="47" name="Oval 21"/>
            <p:cNvSpPr>
              <a:spLocks noChangeArrowheads="1"/>
            </p:cNvSpPr>
            <p:nvPr/>
          </p:nvSpPr>
          <p:spPr bwMode="auto">
            <a:xfrm>
              <a:off x="3227208" y="1540203"/>
              <a:ext cx="151867" cy="164813"/>
            </a:xfrm>
            <a:prstGeom prst="ellipse">
              <a:avLst/>
            </a:prstGeom>
            <a:solidFill>
              <a:schemeClr val="bg1"/>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676397"/>
              <a:endParaRPr lang="en-US" sz="950" dirty="0">
                <a:solidFill>
                  <a:srgbClr val="000000">
                    <a:lumMod val="75000"/>
                    <a:lumOff val="25000"/>
                  </a:srgbClr>
                </a:solidFill>
                <a:cs typeface="Calibri" pitchFamily="34" charset="0"/>
              </a:endParaRPr>
            </a:p>
          </p:txBody>
        </p:sp>
      </p:grpSp>
      <p:grpSp>
        <p:nvGrpSpPr>
          <p:cNvPr id="48" name="Groupe 47"/>
          <p:cNvGrpSpPr/>
          <p:nvPr/>
        </p:nvGrpSpPr>
        <p:grpSpPr>
          <a:xfrm>
            <a:off x="243761" y="1545716"/>
            <a:ext cx="2272204" cy="715495"/>
            <a:chOff x="583682" y="1258783"/>
            <a:chExt cx="2272204" cy="715495"/>
          </a:xfrm>
        </p:grpSpPr>
        <p:sp>
          <p:nvSpPr>
            <p:cNvPr id="49" name="Round Same Side Corner Rectangle 12"/>
            <p:cNvSpPr/>
            <p:nvPr/>
          </p:nvSpPr>
          <p:spPr>
            <a:xfrm>
              <a:off x="911695" y="1499705"/>
              <a:ext cx="1944191" cy="474573"/>
            </a:xfrm>
            <a:prstGeom prst="round2SameRect">
              <a:avLst>
                <a:gd name="adj1" fmla="val 50000"/>
                <a:gd name="adj2" fmla="val 0"/>
              </a:avLst>
            </a:prstGeom>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5400000" scaled="1"/>
              <a:tileRect/>
            </a:gradFill>
            <a:ln>
              <a:noFill/>
            </a:ln>
            <a:effectLst/>
          </p:spPr>
          <p:style>
            <a:lnRef idx="1">
              <a:schemeClr val="accent2"/>
            </a:lnRef>
            <a:fillRef idx="3">
              <a:schemeClr val="accent2"/>
            </a:fillRef>
            <a:effectRef idx="2">
              <a:schemeClr val="accent2"/>
            </a:effectRef>
            <a:fontRef idx="minor">
              <a:schemeClr val="lt1"/>
            </a:fontRef>
          </p:style>
          <p:txBody>
            <a:bodyPr tIns="0" rtlCol="0" anchor="ctr" anchorCtr="0"/>
            <a:lstStyle/>
            <a:p>
              <a:pPr algn="ctr" defTabSz="676397"/>
              <a:r>
                <a:rPr lang="en-US" sz="950" b="1" dirty="0">
                  <a:solidFill>
                    <a:prstClr val="white"/>
                  </a:solidFill>
                  <a:cs typeface="Calibri" pitchFamily="34" charset="0"/>
                </a:rPr>
                <a:t>BUSINESS /</a:t>
              </a:r>
              <a:br>
                <a:rPr lang="en-US" sz="950" b="1" dirty="0">
                  <a:solidFill>
                    <a:prstClr val="white"/>
                  </a:solidFill>
                  <a:cs typeface="Calibri" pitchFamily="34" charset="0"/>
                </a:rPr>
              </a:br>
              <a:r>
                <a:rPr lang="en-US" sz="950" b="1" dirty="0">
                  <a:solidFill>
                    <a:prstClr val="white"/>
                  </a:solidFill>
                  <a:cs typeface="Calibri" pitchFamily="34" charset="0"/>
                </a:rPr>
                <a:t>DATA CHALLENGES</a:t>
              </a:r>
            </a:p>
          </p:txBody>
        </p:sp>
        <p:sp>
          <p:nvSpPr>
            <p:cNvPr id="50" name="Oval 13"/>
            <p:cNvSpPr/>
            <p:nvPr/>
          </p:nvSpPr>
          <p:spPr>
            <a:xfrm>
              <a:off x="583682" y="1258783"/>
              <a:ext cx="656024" cy="715495"/>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51" name="Freeform 26"/>
            <p:cNvSpPr/>
            <p:nvPr/>
          </p:nvSpPr>
          <p:spPr>
            <a:xfrm>
              <a:off x="659047" y="1392376"/>
              <a:ext cx="199130" cy="415461"/>
            </a:xfrm>
            <a:custGeom>
              <a:avLst/>
              <a:gdLst>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57187 w 619125"/>
                <a:gd name="connsiteY53" fmla="*/ 109538 h 1695450"/>
                <a:gd name="connsiteX54" fmla="*/ 385762 w 619125"/>
                <a:gd name="connsiteY54" fmla="*/ 66675 h 1695450"/>
                <a:gd name="connsiteX55" fmla="*/ 390525 w 619125"/>
                <a:gd name="connsiteY55" fmla="*/ 47625 h 1695450"/>
                <a:gd name="connsiteX56" fmla="*/ 319087 w 619125"/>
                <a:gd name="connsiteY56" fmla="*/ 0 h 1695450"/>
                <a:gd name="connsiteX57" fmla="*/ 257175 w 619125"/>
                <a:gd name="connsiteY57" fmla="*/ 23813 h 1695450"/>
                <a:gd name="connsiteX58" fmla="*/ 266700 w 619125"/>
                <a:gd name="connsiteY58"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90525 w 619125"/>
                <a:gd name="connsiteY55" fmla="*/ 47625 h 1695450"/>
                <a:gd name="connsiteX56" fmla="*/ 319087 w 619125"/>
                <a:gd name="connsiteY56" fmla="*/ 0 h 1695450"/>
                <a:gd name="connsiteX57" fmla="*/ 257175 w 619125"/>
                <a:gd name="connsiteY57" fmla="*/ 23813 h 1695450"/>
                <a:gd name="connsiteX58" fmla="*/ 266700 w 619125"/>
                <a:gd name="connsiteY58"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57175 w 619125"/>
                <a:gd name="connsiteY56" fmla="*/ 23813 h 1695450"/>
                <a:gd name="connsiteX57" fmla="*/ 266700 w 619125"/>
                <a:gd name="connsiteY57"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57175 w 619125"/>
                <a:gd name="connsiteY56" fmla="*/ 23813 h 1695450"/>
                <a:gd name="connsiteX57" fmla="*/ 266700 w 619125"/>
                <a:gd name="connsiteY57"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3381 w 619125"/>
                <a:gd name="connsiteY54" fmla="*/ 4762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19087 w 619125"/>
                <a:gd name="connsiteY54" fmla="*/ 0 h 1695450"/>
                <a:gd name="connsiteX55" fmla="*/ 266700 w 619125"/>
                <a:gd name="connsiteY55"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19087 w 619125"/>
                <a:gd name="connsiteY54" fmla="*/ 0 h 1695450"/>
                <a:gd name="connsiteX55" fmla="*/ 266700 w 619125"/>
                <a:gd name="connsiteY55"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19087 w 619125"/>
                <a:gd name="connsiteY54" fmla="*/ 0 h 1695450"/>
                <a:gd name="connsiteX55" fmla="*/ 266700 w 619125"/>
                <a:gd name="connsiteY55" fmla="*/ 109538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9125" h="1695450">
                  <a:moveTo>
                    <a:pt x="266700" y="109538"/>
                  </a:moveTo>
                  <a:lnTo>
                    <a:pt x="119062" y="209550"/>
                  </a:lnTo>
                  <a:lnTo>
                    <a:pt x="171450" y="314325"/>
                  </a:lnTo>
                  <a:lnTo>
                    <a:pt x="180975" y="381000"/>
                  </a:lnTo>
                  <a:lnTo>
                    <a:pt x="171450" y="423863"/>
                  </a:lnTo>
                  <a:lnTo>
                    <a:pt x="152400" y="452438"/>
                  </a:lnTo>
                  <a:lnTo>
                    <a:pt x="161925" y="495300"/>
                  </a:lnTo>
                  <a:lnTo>
                    <a:pt x="119062" y="509588"/>
                  </a:lnTo>
                  <a:lnTo>
                    <a:pt x="114300" y="557213"/>
                  </a:lnTo>
                  <a:lnTo>
                    <a:pt x="114300" y="585788"/>
                  </a:lnTo>
                  <a:lnTo>
                    <a:pt x="85725" y="600075"/>
                  </a:lnTo>
                  <a:lnTo>
                    <a:pt x="119062" y="623888"/>
                  </a:lnTo>
                  <a:lnTo>
                    <a:pt x="195262" y="633413"/>
                  </a:lnTo>
                  <a:lnTo>
                    <a:pt x="85725" y="1271588"/>
                  </a:lnTo>
                  <a:lnTo>
                    <a:pt x="76200" y="1314450"/>
                  </a:lnTo>
                  <a:lnTo>
                    <a:pt x="109537" y="1333500"/>
                  </a:lnTo>
                  <a:lnTo>
                    <a:pt x="90487" y="1414463"/>
                  </a:lnTo>
                  <a:lnTo>
                    <a:pt x="23812" y="1457325"/>
                  </a:lnTo>
                  <a:lnTo>
                    <a:pt x="0" y="1495425"/>
                  </a:lnTo>
                  <a:lnTo>
                    <a:pt x="23812" y="1533525"/>
                  </a:lnTo>
                  <a:lnTo>
                    <a:pt x="33337" y="1557338"/>
                  </a:lnTo>
                  <a:lnTo>
                    <a:pt x="28575" y="1604963"/>
                  </a:lnTo>
                  <a:lnTo>
                    <a:pt x="0" y="1619250"/>
                  </a:lnTo>
                  <a:lnTo>
                    <a:pt x="9525" y="1666875"/>
                  </a:lnTo>
                  <a:lnTo>
                    <a:pt x="109537" y="1676400"/>
                  </a:lnTo>
                  <a:lnTo>
                    <a:pt x="509587" y="1695450"/>
                  </a:lnTo>
                  <a:lnTo>
                    <a:pt x="600075" y="1638300"/>
                  </a:lnTo>
                  <a:lnTo>
                    <a:pt x="619125" y="1543050"/>
                  </a:lnTo>
                  <a:lnTo>
                    <a:pt x="609600" y="1500188"/>
                  </a:lnTo>
                  <a:lnTo>
                    <a:pt x="619125" y="1457325"/>
                  </a:lnTo>
                  <a:lnTo>
                    <a:pt x="542925" y="1433513"/>
                  </a:lnTo>
                  <a:lnTo>
                    <a:pt x="519112" y="1362075"/>
                  </a:lnTo>
                  <a:lnTo>
                    <a:pt x="552450" y="1281113"/>
                  </a:lnTo>
                  <a:lnTo>
                    <a:pt x="457200" y="638175"/>
                  </a:lnTo>
                  <a:lnTo>
                    <a:pt x="538162" y="623888"/>
                  </a:lnTo>
                  <a:lnTo>
                    <a:pt x="542925" y="595313"/>
                  </a:lnTo>
                  <a:lnTo>
                    <a:pt x="528637" y="571500"/>
                  </a:lnTo>
                  <a:lnTo>
                    <a:pt x="504825" y="557213"/>
                  </a:lnTo>
                  <a:lnTo>
                    <a:pt x="504825" y="528638"/>
                  </a:lnTo>
                  <a:lnTo>
                    <a:pt x="528637" y="514350"/>
                  </a:lnTo>
                  <a:lnTo>
                    <a:pt x="519112" y="490538"/>
                  </a:lnTo>
                  <a:lnTo>
                    <a:pt x="504825" y="485775"/>
                  </a:lnTo>
                  <a:lnTo>
                    <a:pt x="457200" y="490538"/>
                  </a:lnTo>
                  <a:lnTo>
                    <a:pt x="466725" y="442913"/>
                  </a:lnTo>
                  <a:lnTo>
                    <a:pt x="490537" y="428625"/>
                  </a:lnTo>
                  <a:lnTo>
                    <a:pt x="466725" y="409575"/>
                  </a:lnTo>
                  <a:lnTo>
                    <a:pt x="461962" y="361950"/>
                  </a:lnTo>
                  <a:lnTo>
                    <a:pt x="471487" y="319088"/>
                  </a:lnTo>
                  <a:lnTo>
                    <a:pt x="485775" y="276225"/>
                  </a:lnTo>
                  <a:lnTo>
                    <a:pt x="504825" y="242888"/>
                  </a:lnTo>
                  <a:lnTo>
                    <a:pt x="528637" y="223838"/>
                  </a:lnTo>
                  <a:lnTo>
                    <a:pt x="519112" y="190500"/>
                  </a:lnTo>
                  <a:lnTo>
                    <a:pt x="481012" y="185738"/>
                  </a:lnTo>
                  <a:lnTo>
                    <a:pt x="369093" y="109538"/>
                  </a:lnTo>
                  <a:cubicBezTo>
                    <a:pt x="390524" y="27781"/>
                    <a:pt x="369093" y="7938"/>
                    <a:pt x="319087" y="0"/>
                  </a:cubicBezTo>
                  <a:cubicBezTo>
                    <a:pt x="268287" y="3176"/>
                    <a:pt x="246062" y="32544"/>
                    <a:pt x="266700" y="109538"/>
                  </a:cubicBezTo>
                  <a:close/>
                </a:path>
              </a:pathLst>
            </a:custGeom>
            <a:solidFill>
              <a:schemeClr val="tx2">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52" name="Freeform 27"/>
            <p:cNvSpPr/>
            <p:nvPr/>
          </p:nvSpPr>
          <p:spPr>
            <a:xfrm>
              <a:off x="984363" y="1533194"/>
              <a:ext cx="162622" cy="287651"/>
            </a:xfrm>
            <a:custGeom>
              <a:avLst/>
              <a:gdLst>
                <a:gd name="connsiteX0" fmla="*/ 76200 w 527050"/>
                <a:gd name="connsiteY0" fmla="*/ 12700 h 1130300"/>
                <a:gd name="connsiteX1" fmla="*/ 139700 w 527050"/>
                <a:gd name="connsiteY1" fmla="*/ 19050 h 1130300"/>
                <a:gd name="connsiteX2" fmla="*/ 146050 w 527050"/>
                <a:gd name="connsiteY2" fmla="*/ 95250 h 1130300"/>
                <a:gd name="connsiteX3" fmla="*/ 215900 w 527050"/>
                <a:gd name="connsiteY3" fmla="*/ 95250 h 1130300"/>
                <a:gd name="connsiteX4" fmla="*/ 228600 w 527050"/>
                <a:gd name="connsiteY4" fmla="*/ 6350 h 1130300"/>
                <a:gd name="connsiteX5" fmla="*/ 304800 w 527050"/>
                <a:gd name="connsiteY5" fmla="*/ 6350 h 1130300"/>
                <a:gd name="connsiteX6" fmla="*/ 298450 w 527050"/>
                <a:gd name="connsiteY6" fmla="*/ 101600 h 1130300"/>
                <a:gd name="connsiteX7" fmla="*/ 381000 w 527050"/>
                <a:gd name="connsiteY7" fmla="*/ 95250 h 1130300"/>
                <a:gd name="connsiteX8" fmla="*/ 381000 w 527050"/>
                <a:gd name="connsiteY8" fmla="*/ 0 h 1130300"/>
                <a:gd name="connsiteX9" fmla="*/ 450850 w 527050"/>
                <a:gd name="connsiteY9" fmla="*/ 0 h 1130300"/>
                <a:gd name="connsiteX10" fmla="*/ 450850 w 527050"/>
                <a:gd name="connsiteY10" fmla="*/ 158750 h 1130300"/>
                <a:gd name="connsiteX11" fmla="*/ 361950 w 527050"/>
                <a:gd name="connsiteY11" fmla="*/ 234950 h 1130300"/>
                <a:gd name="connsiteX12" fmla="*/ 450850 w 527050"/>
                <a:gd name="connsiteY12" fmla="*/ 762000 h 1130300"/>
                <a:gd name="connsiteX13" fmla="*/ 488950 w 527050"/>
                <a:gd name="connsiteY13" fmla="*/ 717550 h 1130300"/>
                <a:gd name="connsiteX14" fmla="*/ 457200 w 527050"/>
                <a:gd name="connsiteY14" fmla="*/ 889000 h 1130300"/>
                <a:gd name="connsiteX15" fmla="*/ 527050 w 527050"/>
                <a:gd name="connsiteY15" fmla="*/ 946150 h 1130300"/>
                <a:gd name="connsiteX16" fmla="*/ 527050 w 527050"/>
                <a:gd name="connsiteY16" fmla="*/ 1104900 h 1130300"/>
                <a:gd name="connsiteX17" fmla="*/ 0 w 527050"/>
                <a:gd name="connsiteY17" fmla="*/ 1130300 h 1130300"/>
                <a:gd name="connsiteX18" fmla="*/ 25400 w 527050"/>
                <a:gd name="connsiteY18" fmla="*/ 933450 h 1130300"/>
                <a:gd name="connsiteX19" fmla="*/ 44450 w 527050"/>
                <a:gd name="connsiteY19" fmla="*/ 876300 h 1130300"/>
                <a:gd name="connsiteX20" fmla="*/ 38100 w 527050"/>
                <a:gd name="connsiteY20" fmla="*/ 717550 h 1130300"/>
                <a:gd name="connsiteX21" fmla="*/ 63500 w 527050"/>
                <a:gd name="connsiteY21" fmla="*/ 800100 h 1130300"/>
                <a:gd name="connsiteX22" fmla="*/ 146050 w 527050"/>
                <a:gd name="connsiteY22" fmla="*/ 228600 h 1130300"/>
                <a:gd name="connsiteX23" fmla="*/ 57150 w 527050"/>
                <a:gd name="connsiteY23" fmla="*/ 95250 h 1130300"/>
                <a:gd name="connsiteX24" fmla="*/ 76200 w 527050"/>
                <a:gd name="connsiteY24" fmla="*/ 12700 h 1130300"/>
                <a:gd name="connsiteX0" fmla="*/ 76200 w 527050"/>
                <a:gd name="connsiteY0" fmla="*/ 12700 h 1130300"/>
                <a:gd name="connsiteX1" fmla="*/ 139700 w 527050"/>
                <a:gd name="connsiteY1" fmla="*/ 19050 h 1130300"/>
                <a:gd name="connsiteX2" fmla="*/ 146050 w 527050"/>
                <a:gd name="connsiteY2" fmla="*/ 95250 h 1130300"/>
                <a:gd name="connsiteX3" fmla="*/ 215900 w 527050"/>
                <a:gd name="connsiteY3" fmla="*/ 95250 h 1130300"/>
                <a:gd name="connsiteX4" fmla="*/ 228600 w 527050"/>
                <a:gd name="connsiteY4" fmla="*/ 6350 h 1130300"/>
                <a:gd name="connsiteX5" fmla="*/ 304800 w 527050"/>
                <a:gd name="connsiteY5" fmla="*/ 6350 h 1130300"/>
                <a:gd name="connsiteX6" fmla="*/ 298450 w 527050"/>
                <a:gd name="connsiteY6" fmla="*/ 101600 h 1130300"/>
                <a:gd name="connsiteX7" fmla="*/ 381000 w 527050"/>
                <a:gd name="connsiteY7" fmla="*/ 95250 h 1130300"/>
                <a:gd name="connsiteX8" fmla="*/ 381000 w 527050"/>
                <a:gd name="connsiteY8" fmla="*/ 0 h 1130300"/>
                <a:gd name="connsiteX9" fmla="*/ 450850 w 527050"/>
                <a:gd name="connsiteY9" fmla="*/ 0 h 1130300"/>
                <a:gd name="connsiteX10" fmla="*/ 450850 w 527050"/>
                <a:gd name="connsiteY10" fmla="*/ 158750 h 1130300"/>
                <a:gd name="connsiteX11" fmla="*/ 361950 w 527050"/>
                <a:gd name="connsiteY11" fmla="*/ 234950 h 1130300"/>
                <a:gd name="connsiteX12" fmla="*/ 450850 w 527050"/>
                <a:gd name="connsiteY12" fmla="*/ 762000 h 1130300"/>
                <a:gd name="connsiteX13" fmla="*/ 488950 w 527050"/>
                <a:gd name="connsiteY13" fmla="*/ 717550 h 1130300"/>
                <a:gd name="connsiteX14" fmla="*/ 457200 w 527050"/>
                <a:gd name="connsiteY14" fmla="*/ 889000 h 1130300"/>
                <a:gd name="connsiteX15" fmla="*/ 527050 w 527050"/>
                <a:gd name="connsiteY15" fmla="*/ 946150 h 1130300"/>
                <a:gd name="connsiteX16" fmla="*/ 527050 w 527050"/>
                <a:gd name="connsiteY16" fmla="*/ 1104900 h 1130300"/>
                <a:gd name="connsiteX17" fmla="*/ 0 w 527050"/>
                <a:gd name="connsiteY17" fmla="*/ 1130300 h 1130300"/>
                <a:gd name="connsiteX18" fmla="*/ 25400 w 527050"/>
                <a:gd name="connsiteY18" fmla="*/ 933450 h 1130300"/>
                <a:gd name="connsiteX19" fmla="*/ 82550 w 527050"/>
                <a:gd name="connsiteY19" fmla="*/ 881063 h 1130300"/>
                <a:gd name="connsiteX20" fmla="*/ 38100 w 527050"/>
                <a:gd name="connsiteY20" fmla="*/ 717550 h 1130300"/>
                <a:gd name="connsiteX21" fmla="*/ 63500 w 527050"/>
                <a:gd name="connsiteY21" fmla="*/ 800100 h 1130300"/>
                <a:gd name="connsiteX22" fmla="*/ 146050 w 527050"/>
                <a:gd name="connsiteY22" fmla="*/ 228600 h 1130300"/>
                <a:gd name="connsiteX23" fmla="*/ 57150 w 527050"/>
                <a:gd name="connsiteY23" fmla="*/ 95250 h 1130300"/>
                <a:gd name="connsiteX24" fmla="*/ 76200 w 527050"/>
                <a:gd name="connsiteY24" fmla="*/ 12700 h 1130300"/>
                <a:gd name="connsiteX0" fmla="*/ 76200 w 527050"/>
                <a:gd name="connsiteY0" fmla="*/ 12700 h 1130300"/>
                <a:gd name="connsiteX1" fmla="*/ 139700 w 527050"/>
                <a:gd name="connsiteY1" fmla="*/ 19050 h 1130300"/>
                <a:gd name="connsiteX2" fmla="*/ 146050 w 527050"/>
                <a:gd name="connsiteY2" fmla="*/ 95250 h 1130300"/>
                <a:gd name="connsiteX3" fmla="*/ 215900 w 527050"/>
                <a:gd name="connsiteY3" fmla="*/ 95250 h 1130300"/>
                <a:gd name="connsiteX4" fmla="*/ 228600 w 527050"/>
                <a:gd name="connsiteY4" fmla="*/ 6350 h 1130300"/>
                <a:gd name="connsiteX5" fmla="*/ 304800 w 527050"/>
                <a:gd name="connsiteY5" fmla="*/ 6350 h 1130300"/>
                <a:gd name="connsiteX6" fmla="*/ 298450 w 527050"/>
                <a:gd name="connsiteY6" fmla="*/ 101600 h 1130300"/>
                <a:gd name="connsiteX7" fmla="*/ 381000 w 527050"/>
                <a:gd name="connsiteY7" fmla="*/ 95250 h 1130300"/>
                <a:gd name="connsiteX8" fmla="*/ 381000 w 527050"/>
                <a:gd name="connsiteY8" fmla="*/ 0 h 1130300"/>
                <a:gd name="connsiteX9" fmla="*/ 450850 w 527050"/>
                <a:gd name="connsiteY9" fmla="*/ 0 h 1130300"/>
                <a:gd name="connsiteX10" fmla="*/ 450850 w 527050"/>
                <a:gd name="connsiteY10" fmla="*/ 158750 h 1130300"/>
                <a:gd name="connsiteX11" fmla="*/ 361950 w 527050"/>
                <a:gd name="connsiteY11" fmla="*/ 234950 h 1130300"/>
                <a:gd name="connsiteX12" fmla="*/ 450850 w 527050"/>
                <a:gd name="connsiteY12" fmla="*/ 762000 h 1130300"/>
                <a:gd name="connsiteX13" fmla="*/ 488950 w 527050"/>
                <a:gd name="connsiteY13" fmla="*/ 717550 h 1130300"/>
                <a:gd name="connsiteX14" fmla="*/ 457200 w 527050"/>
                <a:gd name="connsiteY14" fmla="*/ 889000 h 1130300"/>
                <a:gd name="connsiteX15" fmla="*/ 527050 w 527050"/>
                <a:gd name="connsiteY15" fmla="*/ 946150 h 1130300"/>
                <a:gd name="connsiteX16" fmla="*/ 527050 w 527050"/>
                <a:gd name="connsiteY16" fmla="*/ 1104900 h 1130300"/>
                <a:gd name="connsiteX17" fmla="*/ 0 w 527050"/>
                <a:gd name="connsiteY17" fmla="*/ 1130300 h 1130300"/>
                <a:gd name="connsiteX18" fmla="*/ 25400 w 527050"/>
                <a:gd name="connsiteY18" fmla="*/ 933450 h 1130300"/>
                <a:gd name="connsiteX19" fmla="*/ 82550 w 527050"/>
                <a:gd name="connsiteY19" fmla="*/ 881063 h 1130300"/>
                <a:gd name="connsiteX20" fmla="*/ 38100 w 527050"/>
                <a:gd name="connsiteY20" fmla="*/ 717550 h 1130300"/>
                <a:gd name="connsiteX21" fmla="*/ 84931 w 527050"/>
                <a:gd name="connsiteY21" fmla="*/ 800100 h 1130300"/>
                <a:gd name="connsiteX22" fmla="*/ 146050 w 527050"/>
                <a:gd name="connsiteY22" fmla="*/ 228600 h 1130300"/>
                <a:gd name="connsiteX23" fmla="*/ 57150 w 527050"/>
                <a:gd name="connsiteY23" fmla="*/ 95250 h 1130300"/>
                <a:gd name="connsiteX24" fmla="*/ 76200 w 527050"/>
                <a:gd name="connsiteY24" fmla="*/ 12700 h 1130300"/>
                <a:gd name="connsiteX0" fmla="*/ 54769 w 505619"/>
                <a:gd name="connsiteY0" fmla="*/ 12700 h 1123157"/>
                <a:gd name="connsiteX1" fmla="*/ 118269 w 505619"/>
                <a:gd name="connsiteY1" fmla="*/ 19050 h 1123157"/>
                <a:gd name="connsiteX2" fmla="*/ 124619 w 505619"/>
                <a:gd name="connsiteY2" fmla="*/ 95250 h 1123157"/>
                <a:gd name="connsiteX3" fmla="*/ 194469 w 505619"/>
                <a:gd name="connsiteY3" fmla="*/ 95250 h 1123157"/>
                <a:gd name="connsiteX4" fmla="*/ 207169 w 505619"/>
                <a:gd name="connsiteY4" fmla="*/ 6350 h 1123157"/>
                <a:gd name="connsiteX5" fmla="*/ 283369 w 505619"/>
                <a:gd name="connsiteY5" fmla="*/ 6350 h 1123157"/>
                <a:gd name="connsiteX6" fmla="*/ 277019 w 505619"/>
                <a:gd name="connsiteY6" fmla="*/ 101600 h 1123157"/>
                <a:gd name="connsiteX7" fmla="*/ 359569 w 505619"/>
                <a:gd name="connsiteY7" fmla="*/ 95250 h 1123157"/>
                <a:gd name="connsiteX8" fmla="*/ 359569 w 505619"/>
                <a:gd name="connsiteY8" fmla="*/ 0 h 1123157"/>
                <a:gd name="connsiteX9" fmla="*/ 429419 w 505619"/>
                <a:gd name="connsiteY9" fmla="*/ 0 h 1123157"/>
                <a:gd name="connsiteX10" fmla="*/ 429419 w 505619"/>
                <a:gd name="connsiteY10" fmla="*/ 158750 h 1123157"/>
                <a:gd name="connsiteX11" fmla="*/ 340519 w 505619"/>
                <a:gd name="connsiteY11" fmla="*/ 234950 h 1123157"/>
                <a:gd name="connsiteX12" fmla="*/ 429419 w 505619"/>
                <a:gd name="connsiteY12" fmla="*/ 762000 h 1123157"/>
                <a:gd name="connsiteX13" fmla="*/ 467519 w 505619"/>
                <a:gd name="connsiteY13" fmla="*/ 717550 h 1123157"/>
                <a:gd name="connsiteX14" fmla="*/ 435769 w 505619"/>
                <a:gd name="connsiteY14" fmla="*/ 889000 h 1123157"/>
                <a:gd name="connsiteX15" fmla="*/ 505619 w 505619"/>
                <a:gd name="connsiteY15" fmla="*/ 946150 h 1123157"/>
                <a:gd name="connsiteX16" fmla="*/ 505619 w 505619"/>
                <a:gd name="connsiteY16" fmla="*/ 1104900 h 1123157"/>
                <a:gd name="connsiteX17" fmla="*/ 0 w 505619"/>
                <a:gd name="connsiteY17" fmla="*/ 1123157 h 1123157"/>
                <a:gd name="connsiteX18" fmla="*/ 3969 w 505619"/>
                <a:gd name="connsiteY18" fmla="*/ 933450 h 1123157"/>
                <a:gd name="connsiteX19" fmla="*/ 61119 w 505619"/>
                <a:gd name="connsiteY19" fmla="*/ 881063 h 1123157"/>
                <a:gd name="connsiteX20" fmla="*/ 16669 w 505619"/>
                <a:gd name="connsiteY20" fmla="*/ 717550 h 1123157"/>
                <a:gd name="connsiteX21" fmla="*/ 63500 w 505619"/>
                <a:gd name="connsiteY21" fmla="*/ 800100 h 1123157"/>
                <a:gd name="connsiteX22" fmla="*/ 124619 w 505619"/>
                <a:gd name="connsiteY22" fmla="*/ 228600 h 1123157"/>
                <a:gd name="connsiteX23" fmla="*/ 35719 w 505619"/>
                <a:gd name="connsiteY23" fmla="*/ 95250 h 1123157"/>
                <a:gd name="connsiteX24" fmla="*/ 54769 w 505619"/>
                <a:gd name="connsiteY24" fmla="*/ 12700 h 112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5619" h="1123157">
                  <a:moveTo>
                    <a:pt x="54769" y="12700"/>
                  </a:moveTo>
                  <a:lnTo>
                    <a:pt x="118269" y="19050"/>
                  </a:lnTo>
                  <a:lnTo>
                    <a:pt x="124619" y="95250"/>
                  </a:lnTo>
                  <a:lnTo>
                    <a:pt x="194469" y="95250"/>
                  </a:lnTo>
                  <a:lnTo>
                    <a:pt x="207169" y="6350"/>
                  </a:lnTo>
                  <a:lnTo>
                    <a:pt x="283369" y="6350"/>
                  </a:lnTo>
                  <a:lnTo>
                    <a:pt x="277019" y="101600"/>
                  </a:lnTo>
                  <a:lnTo>
                    <a:pt x="359569" y="95250"/>
                  </a:lnTo>
                  <a:lnTo>
                    <a:pt x="359569" y="0"/>
                  </a:lnTo>
                  <a:lnTo>
                    <a:pt x="429419" y="0"/>
                  </a:lnTo>
                  <a:lnTo>
                    <a:pt x="429419" y="158750"/>
                  </a:lnTo>
                  <a:lnTo>
                    <a:pt x="340519" y="234950"/>
                  </a:lnTo>
                  <a:lnTo>
                    <a:pt x="429419" y="762000"/>
                  </a:lnTo>
                  <a:lnTo>
                    <a:pt x="467519" y="717550"/>
                  </a:lnTo>
                  <a:lnTo>
                    <a:pt x="435769" y="889000"/>
                  </a:lnTo>
                  <a:lnTo>
                    <a:pt x="505619" y="946150"/>
                  </a:lnTo>
                  <a:lnTo>
                    <a:pt x="505619" y="1104900"/>
                  </a:lnTo>
                  <a:lnTo>
                    <a:pt x="0" y="1123157"/>
                  </a:lnTo>
                  <a:lnTo>
                    <a:pt x="3969" y="933450"/>
                  </a:lnTo>
                  <a:lnTo>
                    <a:pt x="61119" y="881063"/>
                  </a:lnTo>
                  <a:lnTo>
                    <a:pt x="16669" y="717550"/>
                  </a:lnTo>
                  <a:lnTo>
                    <a:pt x="63500" y="800100"/>
                  </a:lnTo>
                  <a:lnTo>
                    <a:pt x="124619" y="228600"/>
                  </a:lnTo>
                  <a:lnTo>
                    <a:pt x="35719" y="95250"/>
                  </a:lnTo>
                  <a:lnTo>
                    <a:pt x="54769" y="12700"/>
                  </a:lnTo>
                  <a:close/>
                </a:path>
              </a:pathLst>
            </a:custGeom>
            <a:solidFill>
              <a:schemeClr val="tx2">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53" name="Freeform 28"/>
            <p:cNvSpPr/>
            <p:nvPr/>
          </p:nvSpPr>
          <p:spPr>
            <a:xfrm>
              <a:off x="831495" y="1314442"/>
              <a:ext cx="191471" cy="506404"/>
            </a:xfrm>
            <a:custGeom>
              <a:avLst/>
              <a:gdLst>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04787 w 595312"/>
                <a:gd name="connsiteY42"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173831 w 595312"/>
                <a:gd name="connsiteY42" fmla="*/ 26194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173831 w 595312"/>
                <a:gd name="connsiteY42" fmla="*/ 26194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195263 w 595312"/>
                <a:gd name="connsiteY42" fmla="*/ 57150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23838 w 595312"/>
                <a:gd name="connsiteY42" fmla="*/ 64293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61938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4325 w 595312"/>
                <a:gd name="connsiteY2" fmla="*/ 78581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61938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9088 w 595312"/>
                <a:gd name="connsiteY2" fmla="*/ 64293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61938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9088 w 595312"/>
                <a:gd name="connsiteY2" fmla="*/ 64293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83369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9088 w 595312"/>
                <a:gd name="connsiteY2" fmla="*/ 64293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9854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83369 w 595312"/>
                <a:gd name="connsiteY42" fmla="*/ 66674 h 1905000"/>
                <a:gd name="connsiteX43" fmla="*/ 204787 w 595312"/>
                <a:gd name="connsiteY43"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95312" h="1905000">
                  <a:moveTo>
                    <a:pt x="204787" y="0"/>
                  </a:moveTo>
                  <a:lnTo>
                    <a:pt x="404812" y="0"/>
                  </a:lnTo>
                  <a:lnTo>
                    <a:pt x="319088" y="64293"/>
                  </a:lnTo>
                  <a:lnTo>
                    <a:pt x="457200" y="66675"/>
                  </a:lnTo>
                  <a:lnTo>
                    <a:pt x="447675" y="109538"/>
                  </a:lnTo>
                  <a:lnTo>
                    <a:pt x="385762" y="123825"/>
                  </a:lnTo>
                  <a:lnTo>
                    <a:pt x="395287" y="242888"/>
                  </a:lnTo>
                  <a:lnTo>
                    <a:pt x="395287" y="242888"/>
                  </a:lnTo>
                  <a:lnTo>
                    <a:pt x="542925" y="290513"/>
                  </a:lnTo>
                  <a:lnTo>
                    <a:pt x="538162" y="328613"/>
                  </a:lnTo>
                  <a:lnTo>
                    <a:pt x="452437" y="552450"/>
                  </a:lnTo>
                  <a:lnTo>
                    <a:pt x="500062" y="557213"/>
                  </a:lnTo>
                  <a:lnTo>
                    <a:pt x="471487" y="590550"/>
                  </a:lnTo>
                  <a:lnTo>
                    <a:pt x="481012" y="657225"/>
                  </a:lnTo>
                  <a:lnTo>
                    <a:pt x="519112" y="666750"/>
                  </a:lnTo>
                  <a:lnTo>
                    <a:pt x="519112" y="757238"/>
                  </a:lnTo>
                  <a:lnTo>
                    <a:pt x="552450" y="785813"/>
                  </a:lnTo>
                  <a:lnTo>
                    <a:pt x="419100" y="790575"/>
                  </a:lnTo>
                  <a:lnTo>
                    <a:pt x="509587" y="1543050"/>
                  </a:lnTo>
                  <a:lnTo>
                    <a:pt x="538162" y="1519238"/>
                  </a:lnTo>
                  <a:lnTo>
                    <a:pt x="519112" y="1671638"/>
                  </a:lnTo>
                  <a:lnTo>
                    <a:pt x="595312" y="1905000"/>
                  </a:lnTo>
                  <a:lnTo>
                    <a:pt x="0" y="1905000"/>
                  </a:lnTo>
                  <a:lnTo>
                    <a:pt x="104775" y="1628775"/>
                  </a:lnTo>
                  <a:lnTo>
                    <a:pt x="57150" y="1509713"/>
                  </a:lnTo>
                  <a:lnTo>
                    <a:pt x="80962" y="1524000"/>
                  </a:lnTo>
                  <a:lnTo>
                    <a:pt x="161925" y="785813"/>
                  </a:lnTo>
                  <a:lnTo>
                    <a:pt x="52387" y="781050"/>
                  </a:lnTo>
                  <a:lnTo>
                    <a:pt x="47625" y="742950"/>
                  </a:lnTo>
                  <a:lnTo>
                    <a:pt x="90487" y="728663"/>
                  </a:lnTo>
                  <a:lnTo>
                    <a:pt x="80962" y="661988"/>
                  </a:lnTo>
                  <a:lnTo>
                    <a:pt x="123825" y="633413"/>
                  </a:lnTo>
                  <a:lnTo>
                    <a:pt x="142875" y="585788"/>
                  </a:lnTo>
                  <a:lnTo>
                    <a:pt x="98542" y="571500"/>
                  </a:lnTo>
                  <a:lnTo>
                    <a:pt x="128587" y="542925"/>
                  </a:lnTo>
                  <a:lnTo>
                    <a:pt x="33337" y="304800"/>
                  </a:lnTo>
                  <a:lnTo>
                    <a:pt x="85725" y="257175"/>
                  </a:lnTo>
                  <a:lnTo>
                    <a:pt x="180975" y="233363"/>
                  </a:lnTo>
                  <a:lnTo>
                    <a:pt x="204787" y="185738"/>
                  </a:lnTo>
                  <a:lnTo>
                    <a:pt x="200025" y="133350"/>
                  </a:lnTo>
                  <a:lnTo>
                    <a:pt x="142875" y="104775"/>
                  </a:lnTo>
                  <a:lnTo>
                    <a:pt x="147637" y="57150"/>
                  </a:lnTo>
                  <a:lnTo>
                    <a:pt x="283369" y="66674"/>
                  </a:lnTo>
                  <a:lnTo>
                    <a:pt x="204787" y="0"/>
                  </a:lnTo>
                  <a:close/>
                </a:path>
              </a:pathLst>
            </a:custGeom>
            <a:solidFill>
              <a:schemeClr val="tx2">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grpSp>
      <p:pic>
        <p:nvPicPr>
          <p:cNvPr id="31" name="Picture 30"/>
          <p:cNvPicPr>
            <a:picLocks noChangeAspect="1"/>
          </p:cNvPicPr>
          <p:nvPr/>
        </p:nvPicPr>
        <p:blipFill>
          <a:blip r:embed="rId2"/>
          <a:stretch>
            <a:fillRect/>
          </a:stretch>
        </p:blipFill>
        <p:spPr>
          <a:xfrm>
            <a:off x="7678125" y="316600"/>
            <a:ext cx="1610645" cy="622280"/>
          </a:xfrm>
          <a:prstGeom prst="rect">
            <a:avLst/>
          </a:prstGeom>
        </p:spPr>
      </p:pic>
      <p:sp>
        <p:nvSpPr>
          <p:cNvPr id="26" name="Round Diagonal Corner Rectangle 25"/>
          <p:cNvSpPr/>
          <p:nvPr/>
        </p:nvSpPr>
        <p:spPr>
          <a:xfrm>
            <a:off x="639305" y="938880"/>
            <a:ext cx="8915400" cy="821326"/>
          </a:xfrm>
          <a:prstGeom prst="round2DiagRect">
            <a:avLst/>
          </a:prstGeom>
          <a:no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indent="0">
              <a:spcBef>
                <a:spcPts val="100"/>
              </a:spcBef>
              <a:buClr>
                <a:srgbClr val="0098C7"/>
              </a:buClr>
              <a:buSzPct val="100000"/>
              <a:defRPr sz="1800">
                <a:solidFill>
                  <a:srgbClr val="000000"/>
                </a:solidFill>
              </a:defRPr>
            </a:pPr>
            <a:r>
              <a:rPr lang="en-US" sz="1100" dirty="0">
                <a:solidFill>
                  <a:srgbClr val="000000"/>
                </a:solidFill>
              </a:rPr>
              <a:t>NSR- The Coca-Cola team (TCCC) required a Reporting\Analytics platform for near-Realtime Reporting after consolidation of Sales Revenue data from all Bottlers   </a:t>
            </a:r>
          </a:p>
        </p:txBody>
      </p:sp>
      <p:sp>
        <p:nvSpPr>
          <p:cNvPr id="3" name="TextBox 2">
            <a:extLst>
              <a:ext uri="{FF2B5EF4-FFF2-40B4-BE49-F238E27FC236}">
                <a16:creationId xmlns:a16="http://schemas.microsoft.com/office/drawing/2014/main" id="{74B18002-82F7-4FDB-AB00-1284D03997F4}"/>
              </a:ext>
            </a:extLst>
          </p:cNvPr>
          <p:cNvSpPr txBox="1"/>
          <p:nvPr/>
        </p:nvSpPr>
        <p:spPr>
          <a:xfrm>
            <a:off x="259811" y="2400746"/>
            <a:ext cx="2388418" cy="2585323"/>
          </a:xfrm>
          <a:prstGeom prst="rect">
            <a:avLst/>
          </a:prstGeom>
          <a:noFill/>
        </p:spPr>
        <p:txBody>
          <a:bodyPr wrap="square" rtlCol="0">
            <a:spAutoFit/>
          </a:bodyPr>
          <a:lstStyle/>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Develop an Analytics Platform that caters to BU requirements across the globe</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Different BUs are at different levels of standardization and need a standards based approach for faster adoption</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Merge bottler information with internal details, develop insights about consumers and customers to generate value for both the corporation and the bottlers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Enable a subscription based model to reduce the TCO for each unit</a:t>
            </a:r>
            <a:endParaRPr lang="en-US" sz="1400" dirty="0">
              <a:solidFill>
                <a:schemeClr val="tx2">
                  <a:lumMod val="50000"/>
                </a:schemeClr>
              </a:solidFill>
            </a:endParaRPr>
          </a:p>
        </p:txBody>
      </p:sp>
      <p:sp>
        <p:nvSpPr>
          <p:cNvPr id="8" name="Rectangle 7">
            <a:extLst>
              <a:ext uri="{FF2B5EF4-FFF2-40B4-BE49-F238E27FC236}">
                <a16:creationId xmlns:a16="http://schemas.microsoft.com/office/drawing/2014/main" id="{BD17F3B1-7E14-43FB-ABD8-053C3851C759}"/>
              </a:ext>
            </a:extLst>
          </p:cNvPr>
          <p:cNvSpPr/>
          <p:nvPr/>
        </p:nvSpPr>
        <p:spPr>
          <a:xfrm>
            <a:off x="6868071" y="2351499"/>
            <a:ext cx="2726245" cy="2262158"/>
          </a:xfrm>
          <a:prstGeom prst="rect">
            <a:avLst/>
          </a:prstGeom>
        </p:spPr>
        <p:txBody>
          <a:bodyPr wrap="square">
            <a:spAutoFit/>
          </a:bodyPr>
          <a:lstStyle/>
          <a:p>
            <a:pPr marL="195344" lvl="1" indent="-195344" fontAlgn="base">
              <a:spcBef>
                <a:spcPts val="200"/>
              </a:spcBef>
              <a:spcAft>
                <a:spcPts val="200"/>
              </a:spcAft>
              <a:buClr>
                <a:srgbClr val="691E7C"/>
              </a:buClr>
              <a:buFont typeface="Wingdings" pitchFamily="2" charset="2"/>
              <a:buChar char="§"/>
              <a:tabLst>
                <a:tab pos="6309417" algn="r"/>
              </a:tabLst>
              <a:defRPr/>
            </a:pPr>
            <a:r>
              <a:rPr lang="en-US" sz="1100" dirty="0">
                <a:solidFill>
                  <a:srgbClr val="B1B3B4">
                    <a:lumMod val="50000"/>
                  </a:srgbClr>
                </a:solidFill>
                <a:ea typeface="Times New Roman"/>
                <a:cs typeface="Calibri" pitchFamily="34" charset="0"/>
              </a:rPr>
              <a:t>Rapid development of the product in 90 days</a:t>
            </a:r>
          </a:p>
          <a:p>
            <a:pPr marL="195344" lvl="1" indent="-195344" fontAlgn="base">
              <a:spcBef>
                <a:spcPts val="200"/>
              </a:spcBef>
              <a:spcAft>
                <a:spcPts val="200"/>
              </a:spcAft>
              <a:buClr>
                <a:srgbClr val="691E7C"/>
              </a:buClr>
              <a:buFont typeface="Wingdings" pitchFamily="2" charset="2"/>
              <a:buChar char="§"/>
              <a:tabLst>
                <a:tab pos="6309417" algn="r"/>
              </a:tabLst>
              <a:defRPr/>
            </a:pPr>
            <a:r>
              <a:rPr lang="en-US" sz="1100" dirty="0">
                <a:solidFill>
                  <a:srgbClr val="B1B3B4">
                    <a:lumMod val="50000"/>
                  </a:srgbClr>
                </a:solidFill>
                <a:ea typeface="Times New Roman"/>
                <a:cs typeface="Calibri" pitchFamily="34" charset="0"/>
              </a:rPr>
              <a:t>90 day plan for onboarding all bottlers</a:t>
            </a:r>
          </a:p>
          <a:p>
            <a:pPr marL="195344" lvl="1" indent="-195344" fontAlgn="base">
              <a:spcBef>
                <a:spcPts val="200"/>
              </a:spcBef>
              <a:spcAft>
                <a:spcPts val="200"/>
              </a:spcAft>
              <a:buClr>
                <a:srgbClr val="691E7C"/>
              </a:buClr>
              <a:buFont typeface="Wingdings" pitchFamily="2" charset="2"/>
              <a:buChar char="§"/>
              <a:tabLst>
                <a:tab pos="6309417" algn="r"/>
              </a:tabLst>
              <a:defRPr/>
            </a:pPr>
            <a:r>
              <a:rPr lang="en-US" sz="1100" dirty="0">
                <a:solidFill>
                  <a:srgbClr val="B1B3B4">
                    <a:lumMod val="50000"/>
                  </a:srgbClr>
                </a:solidFill>
                <a:ea typeface="Times New Roman"/>
                <a:cs typeface="Calibri" pitchFamily="34" charset="0"/>
              </a:rPr>
              <a:t>Cloud based subscription option</a:t>
            </a:r>
          </a:p>
          <a:p>
            <a:pPr marL="195344" lvl="1" indent="-195344" fontAlgn="base">
              <a:spcBef>
                <a:spcPts val="200"/>
              </a:spcBef>
              <a:spcAft>
                <a:spcPts val="200"/>
              </a:spcAft>
              <a:buClr>
                <a:srgbClr val="691E7C"/>
              </a:buClr>
              <a:buFont typeface="Wingdings" pitchFamily="2" charset="2"/>
              <a:buChar char="§"/>
              <a:tabLst>
                <a:tab pos="6309417" algn="r"/>
              </a:tabLst>
              <a:defRPr/>
            </a:pPr>
            <a:r>
              <a:rPr lang="en-US" sz="1100" dirty="0">
                <a:solidFill>
                  <a:srgbClr val="B1B3B4">
                    <a:lumMod val="50000"/>
                  </a:srgbClr>
                </a:solidFill>
                <a:ea typeface="Times New Roman"/>
                <a:cs typeface="Calibri" pitchFamily="34" charset="0"/>
              </a:rPr>
              <a:t>Option for bottlers to provide data in standard form or bottler specific form</a:t>
            </a:r>
          </a:p>
          <a:p>
            <a:pPr marL="195344" lvl="1" indent="-195344" fontAlgn="base">
              <a:spcBef>
                <a:spcPts val="200"/>
              </a:spcBef>
              <a:spcAft>
                <a:spcPts val="200"/>
              </a:spcAft>
              <a:buClr>
                <a:srgbClr val="691E7C"/>
              </a:buClr>
              <a:buFont typeface="Wingdings" pitchFamily="2" charset="2"/>
              <a:buChar char="§"/>
              <a:tabLst>
                <a:tab pos="6309417" algn="r"/>
              </a:tabLst>
              <a:defRPr/>
            </a:pPr>
            <a:r>
              <a:rPr lang="en-US" sz="1100" dirty="0">
                <a:solidFill>
                  <a:srgbClr val="B1B3B4">
                    <a:lumMod val="50000"/>
                  </a:srgbClr>
                </a:solidFill>
                <a:ea typeface="Times New Roman"/>
                <a:cs typeface="Calibri" pitchFamily="34" charset="0"/>
              </a:rPr>
              <a:t>A platform that can provide consumer and customer insights by integrating revenue and volume information</a:t>
            </a:r>
          </a:p>
          <a:p>
            <a:pPr marL="195344" lvl="1" indent="-195344" fontAlgn="base">
              <a:spcBef>
                <a:spcPts val="200"/>
              </a:spcBef>
              <a:spcAft>
                <a:spcPts val="200"/>
              </a:spcAft>
              <a:buClr>
                <a:srgbClr val="691E7C"/>
              </a:buClr>
              <a:buSzPct val="100000"/>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a:p>
            <a:pPr marL="195344" lvl="1" indent="-195344" fontAlgn="base">
              <a:spcBef>
                <a:spcPts val="200"/>
              </a:spcBef>
              <a:spcAft>
                <a:spcPts val="200"/>
              </a:spcAft>
              <a:buClr>
                <a:srgbClr val="691E7C"/>
              </a:buClr>
              <a:buSzPct val="100000"/>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p:txBody>
      </p:sp>
    </p:spTree>
    <p:extLst>
      <p:ext uri="{BB962C8B-B14F-4D97-AF65-F5344CB8AC3E}">
        <p14:creationId xmlns:p14="http://schemas.microsoft.com/office/powerpoint/2010/main" val="3306412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a:spLocks/>
          </p:cNvSpPr>
          <p:nvPr/>
        </p:nvSpPr>
        <p:spPr>
          <a:xfrm>
            <a:off x="6906819" y="2284681"/>
            <a:ext cx="2813466" cy="23262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84419" tIns="42210" rIns="84419" bIns="42210" rtlCol="0" anchor="t"/>
          <a:lstStyle/>
          <a:p>
            <a:pPr marL="195344" lvl="1" indent="-195344" fontAlgn="base">
              <a:spcBef>
                <a:spcPts val="200"/>
              </a:spcBef>
              <a:spcAft>
                <a:spcPts val="200"/>
              </a:spcAft>
              <a:buClr>
                <a:srgbClr val="691E7C"/>
              </a:buClr>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p:txBody>
      </p:sp>
      <p:sp>
        <p:nvSpPr>
          <p:cNvPr id="5" name="TextBox 4"/>
          <p:cNvSpPr txBox="1"/>
          <p:nvPr/>
        </p:nvSpPr>
        <p:spPr>
          <a:xfrm>
            <a:off x="3078466" y="6453079"/>
            <a:ext cx="4203700" cy="261610"/>
          </a:xfrm>
          <a:prstGeom prst="rect">
            <a:avLst/>
          </a:prstGeom>
          <a:noFill/>
        </p:spPr>
        <p:txBody>
          <a:bodyPr wrap="square" rtlCol="0">
            <a:spAutoFit/>
          </a:bodyPr>
          <a:lstStyle/>
          <a:p>
            <a:pPr algn="ctr"/>
            <a:r>
              <a:rPr lang="en-US" sz="1050" i="1" dirty="0">
                <a:solidFill>
                  <a:srgbClr val="1C1C1C">
                    <a:lumMod val="50000"/>
                  </a:srgbClr>
                </a:solidFill>
              </a:rPr>
              <a:t>Internal Capgemini &amp; Microsoft Confidential</a:t>
            </a:r>
          </a:p>
        </p:txBody>
      </p:sp>
      <p:pic>
        <p:nvPicPr>
          <p:cNvPr id="31" name="Picture 30"/>
          <p:cNvPicPr>
            <a:picLocks noChangeAspect="1"/>
          </p:cNvPicPr>
          <p:nvPr/>
        </p:nvPicPr>
        <p:blipFill>
          <a:blip r:embed="rId2"/>
          <a:stretch>
            <a:fillRect/>
          </a:stretch>
        </p:blipFill>
        <p:spPr>
          <a:xfrm>
            <a:off x="7678125" y="316600"/>
            <a:ext cx="1610645" cy="622280"/>
          </a:xfrm>
          <a:prstGeom prst="rect">
            <a:avLst/>
          </a:prstGeom>
        </p:spPr>
      </p:pic>
      <p:sp>
        <p:nvSpPr>
          <p:cNvPr id="9" name="Rectangle 8">
            <a:extLst>
              <a:ext uri="{FF2B5EF4-FFF2-40B4-BE49-F238E27FC236}">
                <a16:creationId xmlns:a16="http://schemas.microsoft.com/office/drawing/2014/main" id="{8D2F5D1B-30A2-4D08-A67C-13CE58D3AB6F}"/>
              </a:ext>
            </a:extLst>
          </p:cNvPr>
          <p:cNvSpPr/>
          <p:nvPr/>
        </p:nvSpPr>
        <p:spPr>
          <a:xfrm>
            <a:off x="850900" y="936560"/>
            <a:ext cx="8557260" cy="707886"/>
          </a:xfrm>
          <a:prstGeom prst="rect">
            <a:avLst/>
          </a:prstGeom>
        </p:spPr>
        <p:txBody>
          <a:bodyPr wrap="square">
            <a:spAutoFit/>
          </a:bodyPr>
          <a:lstStyle/>
          <a:p>
            <a:r>
              <a:rPr lang="en-US" sz="2000" b="1" dirty="0">
                <a:solidFill>
                  <a:srgbClr val="FF0000"/>
                </a:solidFill>
              </a:rPr>
              <a:t>NSR Architecture</a:t>
            </a:r>
          </a:p>
          <a:p>
            <a:endParaRPr lang="en-US" sz="2000" b="1" dirty="0">
              <a:solidFill>
                <a:srgbClr val="FF0000"/>
              </a:solidFill>
            </a:endParaRPr>
          </a:p>
        </p:txBody>
      </p:sp>
      <p:pic>
        <p:nvPicPr>
          <p:cNvPr id="8" name="Picture 7">
            <a:extLst>
              <a:ext uri="{FF2B5EF4-FFF2-40B4-BE49-F238E27FC236}">
                <a16:creationId xmlns:a16="http://schemas.microsoft.com/office/drawing/2014/main" id="{C7C10203-B424-472D-8953-48FB7E7C8595}"/>
              </a:ext>
            </a:extLst>
          </p:cNvPr>
          <p:cNvPicPr>
            <a:picLocks noChangeAspect="1"/>
          </p:cNvPicPr>
          <p:nvPr/>
        </p:nvPicPr>
        <p:blipFill>
          <a:blip r:embed="rId3"/>
          <a:stretch>
            <a:fillRect/>
          </a:stretch>
        </p:blipFill>
        <p:spPr>
          <a:xfrm>
            <a:off x="429781" y="1568927"/>
            <a:ext cx="8978379" cy="2677953"/>
          </a:xfrm>
          <a:prstGeom prst="rect">
            <a:avLst/>
          </a:prstGeom>
        </p:spPr>
      </p:pic>
      <p:pic>
        <p:nvPicPr>
          <p:cNvPr id="10" name="Picture 9">
            <a:extLst>
              <a:ext uri="{FF2B5EF4-FFF2-40B4-BE49-F238E27FC236}">
                <a16:creationId xmlns:a16="http://schemas.microsoft.com/office/drawing/2014/main" id="{3616697F-7B9B-432C-8085-209B87D9D61A}"/>
              </a:ext>
            </a:extLst>
          </p:cNvPr>
          <p:cNvPicPr>
            <a:picLocks noChangeAspect="1"/>
          </p:cNvPicPr>
          <p:nvPr/>
        </p:nvPicPr>
        <p:blipFill>
          <a:blip r:embed="rId4"/>
          <a:stretch>
            <a:fillRect/>
          </a:stretch>
        </p:blipFill>
        <p:spPr>
          <a:xfrm>
            <a:off x="429781" y="4419074"/>
            <a:ext cx="8978379" cy="1910606"/>
          </a:xfrm>
          <a:prstGeom prst="rect">
            <a:avLst/>
          </a:prstGeom>
        </p:spPr>
      </p:pic>
    </p:spTree>
    <p:extLst>
      <p:ext uri="{BB962C8B-B14F-4D97-AF65-F5344CB8AC3E}">
        <p14:creationId xmlns:p14="http://schemas.microsoft.com/office/powerpoint/2010/main" val="1939258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25"/>
          <p:cNvGrpSpPr/>
          <p:nvPr/>
        </p:nvGrpSpPr>
        <p:grpSpPr>
          <a:xfrm>
            <a:off x="2774198" y="2144395"/>
            <a:ext cx="4068305" cy="3697812"/>
            <a:chOff x="3132666" y="1868824"/>
            <a:chExt cx="3485188" cy="2546765"/>
          </a:xfrm>
        </p:grpSpPr>
        <p:cxnSp>
          <p:nvCxnSpPr>
            <p:cNvPr id="27" name="Straight Connector 26"/>
            <p:cNvCxnSpPr>
              <a:cxnSpLocks/>
            </p:cNvCxnSpPr>
            <p:nvPr/>
          </p:nvCxnSpPr>
          <p:spPr>
            <a:xfrm>
              <a:off x="3132666" y="1870364"/>
              <a:ext cx="0" cy="2545225"/>
            </a:xfrm>
            <a:prstGeom prst="line">
              <a:avLst/>
            </a:prstGeom>
            <a:ln w="12700" cmpd="sng">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cxnSpLocks/>
            </p:cNvCxnSpPr>
            <p:nvPr/>
          </p:nvCxnSpPr>
          <p:spPr>
            <a:xfrm>
              <a:off x="6617854" y="1868824"/>
              <a:ext cx="0" cy="2545225"/>
            </a:xfrm>
            <a:prstGeom prst="line">
              <a:avLst/>
            </a:prstGeom>
            <a:ln w="12700" cmpd="sng">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sp>
        <p:nvSpPr>
          <p:cNvPr id="34" name="Rectangle 33"/>
          <p:cNvSpPr>
            <a:spLocks/>
          </p:cNvSpPr>
          <p:nvPr/>
        </p:nvSpPr>
        <p:spPr>
          <a:xfrm>
            <a:off x="2944678" y="2284681"/>
            <a:ext cx="3859078" cy="23262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84419" tIns="42210" rIns="84419" bIns="42210" rtlCol="0" anchor="t"/>
          <a:lstStyle/>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Product based approach to drive standardization</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Fine grained security to ensure right access for the right user</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Agile based development with 2 week sprints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Azure cloud based solution to support flexible subscriptions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Big Data based data lake to support scalability</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Azure   Databricks for Parallel processing capabilities for ETL and future capability for Predictive analytics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Cosmos DB and Azure SQL to support geo-distribution</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Azure Data Factory, Logic Apps based standardized data processing</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AAS – PowerBI based fine grained metrics to enable self-service</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ea typeface="Times New Roman"/>
                <a:cs typeface="Calibri" pitchFamily="34" charset="0"/>
              </a:rPr>
              <a:t>Reuse of existing SSIS packages using ADF SSIS Runtime</a:t>
            </a:r>
          </a:p>
        </p:txBody>
      </p:sp>
      <p:sp>
        <p:nvSpPr>
          <p:cNvPr id="36" name="Rectangle 35"/>
          <p:cNvSpPr>
            <a:spLocks/>
          </p:cNvSpPr>
          <p:nvPr/>
        </p:nvSpPr>
        <p:spPr>
          <a:xfrm>
            <a:off x="6906819" y="2284681"/>
            <a:ext cx="2813466" cy="23262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84419" tIns="42210" rIns="84419" bIns="42210" rtlCol="0" anchor="t"/>
          <a:lstStyle/>
          <a:p>
            <a:pPr marL="195344" lvl="1" indent="-195344" fontAlgn="base">
              <a:spcBef>
                <a:spcPts val="200"/>
              </a:spcBef>
              <a:spcAft>
                <a:spcPts val="200"/>
              </a:spcAft>
              <a:buClr>
                <a:srgbClr val="691E7C"/>
              </a:buClr>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p:txBody>
      </p:sp>
      <p:sp>
        <p:nvSpPr>
          <p:cNvPr id="5" name="TextBox 4"/>
          <p:cNvSpPr txBox="1"/>
          <p:nvPr/>
        </p:nvSpPr>
        <p:spPr>
          <a:xfrm>
            <a:off x="3078466" y="6453079"/>
            <a:ext cx="4203700" cy="261610"/>
          </a:xfrm>
          <a:prstGeom prst="rect">
            <a:avLst/>
          </a:prstGeom>
          <a:noFill/>
        </p:spPr>
        <p:txBody>
          <a:bodyPr wrap="square" rtlCol="0">
            <a:spAutoFit/>
          </a:bodyPr>
          <a:lstStyle/>
          <a:p>
            <a:pPr algn="ctr"/>
            <a:r>
              <a:rPr lang="en-US" sz="1050" i="1" dirty="0">
                <a:solidFill>
                  <a:srgbClr val="1C1C1C">
                    <a:lumMod val="50000"/>
                  </a:srgbClr>
                </a:solidFill>
              </a:rPr>
              <a:t>Internal Capgemini &amp; Microsoft Confidential</a:t>
            </a:r>
          </a:p>
        </p:txBody>
      </p:sp>
      <p:grpSp>
        <p:nvGrpSpPr>
          <p:cNvPr id="6" name="Groupe 5"/>
          <p:cNvGrpSpPr/>
          <p:nvPr/>
        </p:nvGrpSpPr>
        <p:grpSpPr>
          <a:xfrm>
            <a:off x="6842503" y="1577644"/>
            <a:ext cx="2689699" cy="715495"/>
            <a:chOff x="6842503" y="1876326"/>
            <a:chExt cx="2689699" cy="715495"/>
          </a:xfrm>
        </p:grpSpPr>
        <p:sp>
          <p:nvSpPr>
            <p:cNvPr id="35" name="Round Same Side Corner Rectangle 16"/>
            <p:cNvSpPr/>
            <p:nvPr/>
          </p:nvSpPr>
          <p:spPr>
            <a:xfrm>
              <a:off x="7170515" y="2117248"/>
              <a:ext cx="2361687" cy="474573"/>
            </a:xfrm>
            <a:prstGeom prst="round2SameRect">
              <a:avLst>
                <a:gd name="adj1" fmla="val 50000"/>
                <a:gd name="adj2" fmla="val 0"/>
              </a:avLst>
            </a:prstGeom>
            <a:ln>
              <a:noFill/>
            </a:ln>
            <a:effectLst/>
          </p:spPr>
          <p:style>
            <a:lnRef idx="1">
              <a:schemeClr val="accent3"/>
            </a:lnRef>
            <a:fillRef idx="3">
              <a:schemeClr val="accent3"/>
            </a:fillRef>
            <a:effectRef idx="2">
              <a:schemeClr val="accent3"/>
            </a:effectRef>
            <a:fontRef idx="minor">
              <a:schemeClr val="lt1"/>
            </a:fontRef>
          </p:style>
          <p:txBody>
            <a:bodyPr tIns="0" rtlCol="0" anchor="ctr" anchorCtr="0"/>
            <a:lstStyle/>
            <a:p>
              <a:pPr algn="ctr" defTabSz="676397"/>
              <a:r>
                <a:rPr lang="en-US" sz="950" b="1" dirty="0">
                  <a:solidFill>
                    <a:prstClr val="white"/>
                  </a:solidFill>
                  <a:cs typeface="Calibri" pitchFamily="34" charset="0"/>
                </a:rPr>
                <a:t>BENEFITS</a:t>
              </a:r>
            </a:p>
          </p:txBody>
        </p:sp>
        <p:sp>
          <p:nvSpPr>
            <p:cNvPr id="37" name="Oval 17"/>
            <p:cNvSpPr/>
            <p:nvPr/>
          </p:nvSpPr>
          <p:spPr>
            <a:xfrm>
              <a:off x="6842503" y="1876326"/>
              <a:ext cx="656024" cy="715495"/>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41" name="Freeform 553"/>
            <p:cNvSpPr>
              <a:spLocks/>
            </p:cNvSpPr>
            <p:nvPr/>
          </p:nvSpPr>
          <p:spPr bwMode="auto">
            <a:xfrm>
              <a:off x="6919930" y="2082448"/>
              <a:ext cx="501171" cy="318952"/>
            </a:xfrm>
            <a:custGeom>
              <a:avLst/>
              <a:gdLst/>
              <a:ahLst/>
              <a:cxnLst>
                <a:cxn ang="0">
                  <a:pos x="0" y="0"/>
                </a:cxn>
                <a:cxn ang="0">
                  <a:pos x="0" y="95"/>
                </a:cxn>
                <a:cxn ang="0">
                  <a:pos x="162" y="95"/>
                </a:cxn>
              </a:cxnLst>
              <a:rect l="0" t="0" r="r" b="b"/>
              <a:pathLst>
                <a:path w="162" h="95">
                  <a:moveTo>
                    <a:pt x="0" y="0"/>
                  </a:moveTo>
                  <a:lnTo>
                    <a:pt x="0" y="95"/>
                  </a:lnTo>
                  <a:lnTo>
                    <a:pt x="162" y="95"/>
                  </a:lnTo>
                </a:path>
              </a:pathLst>
            </a:custGeom>
            <a:noFill/>
            <a:ln w="28575" cap="sq">
              <a:solidFill>
                <a:schemeClr val="tx2">
                  <a:lumMod val="50000"/>
                </a:schemeClr>
              </a:solidFill>
              <a:prstDash val="solid"/>
              <a:miter lim="800000"/>
              <a:headEnd/>
              <a:tailEnd/>
            </a:ln>
          </p:spPr>
          <p:txBody>
            <a:bodyPr vert="horz" wrap="square" lIns="62058" tIns="31029" rIns="62058" bIns="31029" numCol="1" anchor="t" anchorCtr="0" compatLnSpc="1">
              <a:prstTxWarp prst="textNoShape">
                <a:avLst/>
              </a:prstTxWarp>
            </a:bodyPr>
            <a:lstStyle/>
            <a:p>
              <a:pPr defTabSz="676397"/>
              <a:endParaRPr lang="en-US" sz="1332" dirty="0">
                <a:solidFill>
                  <a:srgbClr val="263147"/>
                </a:solidFill>
              </a:endParaRPr>
            </a:p>
          </p:txBody>
        </p:sp>
        <p:sp>
          <p:nvSpPr>
            <p:cNvPr id="42" name="Freeform 554"/>
            <p:cNvSpPr>
              <a:spLocks/>
            </p:cNvSpPr>
            <p:nvPr/>
          </p:nvSpPr>
          <p:spPr bwMode="auto">
            <a:xfrm>
              <a:off x="6967945" y="2149386"/>
              <a:ext cx="340301" cy="241731"/>
            </a:xfrm>
            <a:custGeom>
              <a:avLst/>
              <a:gdLst/>
              <a:ahLst/>
              <a:cxnLst>
                <a:cxn ang="0">
                  <a:pos x="0" y="72"/>
                </a:cxn>
                <a:cxn ang="0">
                  <a:pos x="33" y="38"/>
                </a:cxn>
                <a:cxn ang="0">
                  <a:pos x="52" y="58"/>
                </a:cxn>
                <a:cxn ang="0">
                  <a:pos x="110" y="0"/>
                </a:cxn>
              </a:cxnLst>
              <a:rect l="0" t="0" r="r" b="b"/>
              <a:pathLst>
                <a:path w="110" h="72">
                  <a:moveTo>
                    <a:pt x="0" y="72"/>
                  </a:moveTo>
                  <a:lnTo>
                    <a:pt x="33" y="38"/>
                  </a:lnTo>
                  <a:lnTo>
                    <a:pt x="52" y="58"/>
                  </a:lnTo>
                  <a:lnTo>
                    <a:pt x="110" y="0"/>
                  </a:lnTo>
                </a:path>
              </a:pathLst>
            </a:custGeom>
            <a:noFill/>
            <a:ln w="28575" cap="sq">
              <a:solidFill>
                <a:schemeClr val="tx2">
                  <a:lumMod val="50000"/>
                </a:schemeClr>
              </a:solidFill>
              <a:prstDash val="solid"/>
              <a:miter lim="800000"/>
              <a:headEnd/>
              <a:tailEnd/>
            </a:ln>
          </p:spPr>
          <p:txBody>
            <a:bodyPr vert="horz" wrap="square" lIns="62058" tIns="31029" rIns="62058" bIns="31029" numCol="1" anchor="t" anchorCtr="0" compatLnSpc="1">
              <a:prstTxWarp prst="textNoShape">
                <a:avLst/>
              </a:prstTxWarp>
            </a:bodyPr>
            <a:lstStyle/>
            <a:p>
              <a:pPr defTabSz="676397"/>
              <a:endParaRPr lang="en-US" sz="1332" dirty="0">
                <a:solidFill>
                  <a:srgbClr val="263147"/>
                </a:solidFill>
              </a:endParaRPr>
            </a:p>
          </p:txBody>
        </p:sp>
      </p:grpSp>
      <p:grpSp>
        <p:nvGrpSpPr>
          <p:cNvPr id="43" name="Groupe 42"/>
          <p:cNvGrpSpPr/>
          <p:nvPr/>
        </p:nvGrpSpPr>
        <p:grpSpPr>
          <a:xfrm>
            <a:off x="3167210" y="1524031"/>
            <a:ext cx="3077755" cy="715495"/>
            <a:chOff x="2958246" y="1258783"/>
            <a:chExt cx="3077755" cy="715495"/>
          </a:xfrm>
        </p:grpSpPr>
        <p:sp>
          <p:nvSpPr>
            <p:cNvPr id="44" name="Round Same Side Corner Rectangle 14"/>
            <p:cNvSpPr/>
            <p:nvPr/>
          </p:nvSpPr>
          <p:spPr>
            <a:xfrm>
              <a:off x="3379076" y="1499705"/>
              <a:ext cx="2656925" cy="474573"/>
            </a:xfrm>
            <a:prstGeom prst="round2SameRect">
              <a:avLst>
                <a:gd name="adj1" fmla="val 50000"/>
                <a:gd name="adj2" fmla="val 0"/>
              </a:avLst>
            </a:prstGeom>
            <a:ln>
              <a:noFill/>
            </a:ln>
            <a:effectLst/>
          </p:spPr>
          <p:style>
            <a:lnRef idx="1">
              <a:schemeClr val="accent6"/>
            </a:lnRef>
            <a:fillRef idx="3">
              <a:schemeClr val="accent6"/>
            </a:fillRef>
            <a:effectRef idx="2">
              <a:schemeClr val="accent6"/>
            </a:effectRef>
            <a:fontRef idx="minor">
              <a:schemeClr val="lt1"/>
            </a:fontRef>
          </p:style>
          <p:txBody>
            <a:bodyPr tIns="0" rtlCol="0" anchor="ctr" anchorCtr="0"/>
            <a:lstStyle/>
            <a:p>
              <a:pPr algn="ctr" defTabSz="676397"/>
              <a:r>
                <a:rPr lang="en-US" sz="950" b="1" dirty="0">
                  <a:solidFill>
                    <a:prstClr val="white"/>
                  </a:solidFill>
                  <a:cs typeface="Calibri" pitchFamily="34" charset="0"/>
                </a:rPr>
                <a:t>SOLUTION </a:t>
              </a:r>
            </a:p>
          </p:txBody>
        </p:sp>
        <p:sp>
          <p:nvSpPr>
            <p:cNvPr id="45" name="Oval 15"/>
            <p:cNvSpPr/>
            <p:nvPr/>
          </p:nvSpPr>
          <p:spPr>
            <a:xfrm>
              <a:off x="2958246" y="1258783"/>
              <a:ext cx="656024" cy="715495"/>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46" name="Freeform 23"/>
            <p:cNvSpPr>
              <a:spLocks/>
            </p:cNvSpPr>
            <p:nvPr/>
          </p:nvSpPr>
          <p:spPr bwMode="auto">
            <a:xfrm>
              <a:off x="3030688" y="1314439"/>
              <a:ext cx="545549" cy="592053"/>
            </a:xfrm>
            <a:custGeom>
              <a:avLst/>
              <a:gdLst>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49" fmla="*/ 2095 w 10000"/>
                <a:gd name="connsiteY49" fmla="*/ 1998 h 10000"/>
                <a:gd name="connsiteX0" fmla="*/ 1818 w 10000"/>
                <a:gd name="connsiteY0" fmla="*/ 1212 h 10000"/>
                <a:gd name="connsiteX1" fmla="*/ 2727 w 10000"/>
                <a:gd name="connsiteY1" fmla="*/ 0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49" fmla="*/ 1846 w 10000"/>
                <a:gd name="connsiteY49" fmla="*/ 1251 h 10000"/>
                <a:gd name="connsiteX0" fmla="*/ 1818 w 10000"/>
                <a:gd name="connsiteY0" fmla="*/ 1212 h 10000"/>
                <a:gd name="connsiteX1" fmla="*/ 2812 w 10000"/>
                <a:gd name="connsiteY1" fmla="*/ 85 h 10000"/>
                <a:gd name="connsiteX2" fmla="*/ 3182 w 10000"/>
                <a:gd name="connsiteY2" fmla="*/ 152 h 10000"/>
                <a:gd name="connsiteX3" fmla="*/ 3788 w 10000"/>
                <a:gd name="connsiteY3" fmla="*/ 1515 h 10000"/>
                <a:gd name="connsiteX4" fmla="*/ 4394 w 10000"/>
                <a:gd name="connsiteY4" fmla="*/ 1515 h 10000"/>
                <a:gd name="connsiteX5" fmla="*/ 4697 w 10000"/>
                <a:gd name="connsiteY5" fmla="*/ 0 h 10000"/>
                <a:gd name="connsiteX6" fmla="*/ 5606 w 10000"/>
                <a:gd name="connsiteY6" fmla="*/ 0 h 10000"/>
                <a:gd name="connsiteX7" fmla="*/ 5758 w 10000"/>
                <a:gd name="connsiteY7" fmla="*/ 1515 h 10000"/>
                <a:gd name="connsiteX8" fmla="*/ 6364 w 10000"/>
                <a:gd name="connsiteY8" fmla="*/ 1667 h 10000"/>
                <a:gd name="connsiteX9" fmla="*/ 7273 w 10000"/>
                <a:gd name="connsiteY9" fmla="*/ 606 h 10000"/>
                <a:gd name="connsiteX10" fmla="*/ 8030 w 10000"/>
                <a:gd name="connsiteY10" fmla="*/ 1061 h 10000"/>
                <a:gd name="connsiteX11" fmla="*/ 7424 w 10000"/>
                <a:gd name="connsiteY11" fmla="*/ 2273 h 10000"/>
                <a:gd name="connsiteX12" fmla="*/ 7879 w 10000"/>
                <a:gd name="connsiteY12" fmla="*/ 2727 h 10000"/>
                <a:gd name="connsiteX13" fmla="*/ 9242 w 10000"/>
                <a:gd name="connsiteY13" fmla="*/ 2273 h 10000"/>
                <a:gd name="connsiteX14" fmla="*/ 9545 w 10000"/>
                <a:gd name="connsiteY14" fmla="*/ 3030 h 10000"/>
                <a:gd name="connsiteX15" fmla="*/ 8485 w 10000"/>
                <a:gd name="connsiteY15" fmla="*/ 3939 h 10000"/>
                <a:gd name="connsiteX16" fmla="*/ 8636 w 10000"/>
                <a:gd name="connsiteY16" fmla="*/ 4545 h 10000"/>
                <a:gd name="connsiteX17" fmla="*/ 10000 w 10000"/>
                <a:gd name="connsiteY17" fmla="*/ 4697 h 10000"/>
                <a:gd name="connsiteX18" fmla="*/ 10000 w 10000"/>
                <a:gd name="connsiteY18" fmla="*/ 5606 h 10000"/>
                <a:gd name="connsiteX19" fmla="*/ 8636 w 10000"/>
                <a:gd name="connsiteY19" fmla="*/ 5758 h 10000"/>
                <a:gd name="connsiteX20" fmla="*/ 8485 w 10000"/>
                <a:gd name="connsiteY20" fmla="*/ 6364 h 10000"/>
                <a:gd name="connsiteX21" fmla="*/ 9545 w 10000"/>
                <a:gd name="connsiteY21" fmla="*/ 7273 h 10000"/>
                <a:gd name="connsiteX22" fmla="*/ 9091 w 10000"/>
                <a:gd name="connsiteY22" fmla="*/ 8030 h 10000"/>
                <a:gd name="connsiteX23" fmla="*/ 7727 w 10000"/>
                <a:gd name="connsiteY23" fmla="*/ 7424 h 10000"/>
                <a:gd name="connsiteX24" fmla="*/ 7273 w 10000"/>
                <a:gd name="connsiteY24" fmla="*/ 7879 h 10000"/>
                <a:gd name="connsiteX25" fmla="*/ 7727 w 10000"/>
                <a:gd name="connsiteY25" fmla="*/ 9242 h 10000"/>
                <a:gd name="connsiteX26" fmla="*/ 7121 w 10000"/>
                <a:gd name="connsiteY26" fmla="*/ 9697 h 10000"/>
                <a:gd name="connsiteX27" fmla="*/ 6212 w 10000"/>
                <a:gd name="connsiteY27" fmla="*/ 8485 h 10000"/>
                <a:gd name="connsiteX28" fmla="*/ 5606 w 10000"/>
                <a:gd name="connsiteY28" fmla="*/ 8636 h 10000"/>
                <a:gd name="connsiteX29" fmla="*/ 5303 w 10000"/>
                <a:gd name="connsiteY29" fmla="*/ 10000 h 10000"/>
                <a:gd name="connsiteX30" fmla="*/ 4545 w 10000"/>
                <a:gd name="connsiteY30" fmla="*/ 10000 h 10000"/>
                <a:gd name="connsiteX31" fmla="*/ 4242 w 10000"/>
                <a:gd name="connsiteY31" fmla="*/ 8636 h 10000"/>
                <a:gd name="connsiteX32" fmla="*/ 3788 w 10000"/>
                <a:gd name="connsiteY32" fmla="*/ 8485 h 10000"/>
                <a:gd name="connsiteX33" fmla="*/ 2727 w 10000"/>
                <a:gd name="connsiteY33" fmla="*/ 9545 h 10000"/>
                <a:gd name="connsiteX34" fmla="*/ 2121 w 10000"/>
                <a:gd name="connsiteY34" fmla="*/ 9091 h 10000"/>
                <a:gd name="connsiteX35" fmla="*/ 2576 w 10000"/>
                <a:gd name="connsiteY35" fmla="*/ 7727 h 10000"/>
                <a:gd name="connsiteX36" fmla="*/ 2273 w 10000"/>
                <a:gd name="connsiteY36" fmla="*/ 7273 h 10000"/>
                <a:gd name="connsiteX37" fmla="*/ 909 w 10000"/>
                <a:gd name="connsiteY37" fmla="*/ 7727 h 10000"/>
                <a:gd name="connsiteX38" fmla="*/ 455 w 10000"/>
                <a:gd name="connsiteY38" fmla="*/ 7121 h 10000"/>
                <a:gd name="connsiteX39" fmla="*/ 1515 w 10000"/>
                <a:gd name="connsiteY39" fmla="*/ 6212 h 10000"/>
                <a:gd name="connsiteX40" fmla="*/ 1515 w 10000"/>
                <a:gd name="connsiteY40" fmla="*/ 5606 h 10000"/>
                <a:gd name="connsiteX41" fmla="*/ 0 w 10000"/>
                <a:gd name="connsiteY41" fmla="*/ 5303 h 10000"/>
                <a:gd name="connsiteX42" fmla="*/ 0 w 10000"/>
                <a:gd name="connsiteY42" fmla="*/ 4545 h 10000"/>
                <a:gd name="connsiteX43" fmla="*/ 1515 w 10000"/>
                <a:gd name="connsiteY43" fmla="*/ 4242 h 10000"/>
                <a:gd name="connsiteX44" fmla="*/ 1667 w 10000"/>
                <a:gd name="connsiteY44" fmla="*/ 3788 h 10000"/>
                <a:gd name="connsiteX45" fmla="*/ 606 w 10000"/>
                <a:gd name="connsiteY45" fmla="*/ 2727 h 10000"/>
                <a:gd name="connsiteX46" fmla="*/ 909 w 10000"/>
                <a:gd name="connsiteY46" fmla="*/ 2121 h 10000"/>
                <a:gd name="connsiteX47" fmla="*/ 2273 w 10000"/>
                <a:gd name="connsiteY47" fmla="*/ 2576 h 10000"/>
                <a:gd name="connsiteX48" fmla="*/ 2727 w 10000"/>
                <a:gd name="connsiteY48" fmla="*/ 2273 h 10000"/>
                <a:gd name="connsiteX49" fmla="*/ 1846 w 10000"/>
                <a:gd name="connsiteY49" fmla="*/ 1251 h 10000"/>
                <a:gd name="connsiteX0" fmla="*/ 1818 w 10000"/>
                <a:gd name="connsiteY0" fmla="*/ 1212 h 10000"/>
                <a:gd name="connsiteX1" fmla="*/ 3182 w 10000"/>
                <a:gd name="connsiteY1" fmla="*/ 152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846 w 10000"/>
                <a:gd name="connsiteY48" fmla="*/ 1251 h 10000"/>
                <a:gd name="connsiteX0" fmla="*/ 1818 w 10000"/>
                <a:gd name="connsiteY0" fmla="*/ 1212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846 w 10000"/>
                <a:gd name="connsiteY48" fmla="*/ 1251 h 10000"/>
                <a:gd name="connsiteX0" fmla="*/ 1818 w 10000"/>
                <a:gd name="connsiteY0" fmla="*/ 1212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931 w 10000"/>
                <a:gd name="connsiteY48" fmla="*/ 953 h 10000"/>
                <a:gd name="connsiteX0" fmla="*/ 1818 w 10000"/>
                <a:gd name="connsiteY0" fmla="*/ 956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1931 w 10000"/>
                <a:gd name="connsiteY48" fmla="*/ 953 h 10000"/>
                <a:gd name="connsiteX0" fmla="*/ 1818 w 10000"/>
                <a:gd name="connsiteY0" fmla="*/ 956 h 10000"/>
                <a:gd name="connsiteX1" fmla="*/ 2884 w 10000"/>
                <a:gd name="connsiteY1" fmla="*/ 237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045 w 10000"/>
                <a:gd name="connsiteY48" fmla="*/ 782 h 10000"/>
                <a:gd name="connsiteX0" fmla="*/ 1818 w 10000"/>
                <a:gd name="connsiteY0" fmla="*/ 956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045 w 10000"/>
                <a:gd name="connsiteY48" fmla="*/ 782 h 10000"/>
                <a:gd name="connsiteX0" fmla="*/ 1818 w 10000"/>
                <a:gd name="connsiteY0" fmla="*/ 956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159 w 10000"/>
                <a:gd name="connsiteY48" fmla="*/ 782 h 10000"/>
                <a:gd name="connsiteX0" fmla="*/ 2074 w 10000"/>
                <a:gd name="connsiteY0" fmla="*/ 785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159 w 10000"/>
                <a:gd name="connsiteY48" fmla="*/ 782 h 10000"/>
                <a:gd name="connsiteX0" fmla="*/ 2202 w 10000"/>
                <a:gd name="connsiteY0" fmla="*/ 742 h 10000"/>
                <a:gd name="connsiteX1" fmla="*/ 2770 w 10000"/>
                <a:gd name="connsiteY1" fmla="*/ 294 h 10000"/>
                <a:gd name="connsiteX2" fmla="*/ 3788 w 10000"/>
                <a:gd name="connsiteY2" fmla="*/ 1515 h 10000"/>
                <a:gd name="connsiteX3" fmla="*/ 4394 w 10000"/>
                <a:gd name="connsiteY3" fmla="*/ 1515 h 10000"/>
                <a:gd name="connsiteX4" fmla="*/ 4697 w 10000"/>
                <a:gd name="connsiteY4" fmla="*/ 0 h 10000"/>
                <a:gd name="connsiteX5" fmla="*/ 5606 w 10000"/>
                <a:gd name="connsiteY5" fmla="*/ 0 h 10000"/>
                <a:gd name="connsiteX6" fmla="*/ 5758 w 10000"/>
                <a:gd name="connsiteY6" fmla="*/ 1515 h 10000"/>
                <a:gd name="connsiteX7" fmla="*/ 6364 w 10000"/>
                <a:gd name="connsiteY7" fmla="*/ 1667 h 10000"/>
                <a:gd name="connsiteX8" fmla="*/ 7273 w 10000"/>
                <a:gd name="connsiteY8" fmla="*/ 606 h 10000"/>
                <a:gd name="connsiteX9" fmla="*/ 8030 w 10000"/>
                <a:gd name="connsiteY9" fmla="*/ 1061 h 10000"/>
                <a:gd name="connsiteX10" fmla="*/ 7424 w 10000"/>
                <a:gd name="connsiteY10" fmla="*/ 2273 h 10000"/>
                <a:gd name="connsiteX11" fmla="*/ 7879 w 10000"/>
                <a:gd name="connsiteY11" fmla="*/ 2727 h 10000"/>
                <a:gd name="connsiteX12" fmla="*/ 9242 w 10000"/>
                <a:gd name="connsiteY12" fmla="*/ 2273 h 10000"/>
                <a:gd name="connsiteX13" fmla="*/ 9545 w 10000"/>
                <a:gd name="connsiteY13" fmla="*/ 3030 h 10000"/>
                <a:gd name="connsiteX14" fmla="*/ 8485 w 10000"/>
                <a:gd name="connsiteY14" fmla="*/ 3939 h 10000"/>
                <a:gd name="connsiteX15" fmla="*/ 8636 w 10000"/>
                <a:gd name="connsiteY15" fmla="*/ 4545 h 10000"/>
                <a:gd name="connsiteX16" fmla="*/ 10000 w 10000"/>
                <a:gd name="connsiteY16" fmla="*/ 4697 h 10000"/>
                <a:gd name="connsiteX17" fmla="*/ 10000 w 10000"/>
                <a:gd name="connsiteY17" fmla="*/ 5606 h 10000"/>
                <a:gd name="connsiteX18" fmla="*/ 8636 w 10000"/>
                <a:gd name="connsiteY18" fmla="*/ 5758 h 10000"/>
                <a:gd name="connsiteX19" fmla="*/ 8485 w 10000"/>
                <a:gd name="connsiteY19" fmla="*/ 6364 h 10000"/>
                <a:gd name="connsiteX20" fmla="*/ 9545 w 10000"/>
                <a:gd name="connsiteY20" fmla="*/ 7273 h 10000"/>
                <a:gd name="connsiteX21" fmla="*/ 9091 w 10000"/>
                <a:gd name="connsiteY21" fmla="*/ 8030 h 10000"/>
                <a:gd name="connsiteX22" fmla="*/ 7727 w 10000"/>
                <a:gd name="connsiteY22" fmla="*/ 7424 h 10000"/>
                <a:gd name="connsiteX23" fmla="*/ 7273 w 10000"/>
                <a:gd name="connsiteY23" fmla="*/ 7879 h 10000"/>
                <a:gd name="connsiteX24" fmla="*/ 7727 w 10000"/>
                <a:gd name="connsiteY24" fmla="*/ 9242 h 10000"/>
                <a:gd name="connsiteX25" fmla="*/ 7121 w 10000"/>
                <a:gd name="connsiteY25" fmla="*/ 9697 h 10000"/>
                <a:gd name="connsiteX26" fmla="*/ 6212 w 10000"/>
                <a:gd name="connsiteY26" fmla="*/ 8485 h 10000"/>
                <a:gd name="connsiteX27" fmla="*/ 5606 w 10000"/>
                <a:gd name="connsiteY27" fmla="*/ 8636 h 10000"/>
                <a:gd name="connsiteX28" fmla="*/ 5303 w 10000"/>
                <a:gd name="connsiteY28" fmla="*/ 10000 h 10000"/>
                <a:gd name="connsiteX29" fmla="*/ 4545 w 10000"/>
                <a:gd name="connsiteY29" fmla="*/ 10000 h 10000"/>
                <a:gd name="connsiteX30" fmla="*/ 4242 w 10000"/>
                <a:gd name="connsiteY30" fmla="*/ 8636 h 10000"/>
                <a:gd name="connsiteX31" fmla="*/ 3788 w 10000"/>
                <a:gd name="connsiteY31" fmla="*/ 8485 h 10000"/>
                <a:gd name="connsiteX32" fmla="*/ 2727 w 10000"/>
                <a:gd name="connsiteY32" fmla="*/ 9545 h 10000"/>
                <a:gd name="connsiteX33" fmla="*/ 2121 w 10000"/>
                <a:gd name="connsiteY33" fmla="*/ 9091 h 10000"/>
                <a:gd name="connsiteX34" fmla="*/ 2576 w 10000"/>
                <a:gd name="connsiteY34" fmla="*/ 7727 h 10000"/>
                <a:gd name="connsiteX35" fmla="*/ 2273 w 10000"/>
                <a:gd name="connsiteY35" fmla="*/ 7273 h 10000"/>
                <a:gd name="connsiteX36" fmla="*/ 909 w 10000"/>
                <a:gd name="connsiteY36" fmla="*/ 7727 h 10000"/>
                <a:gd name="connsiteX37" fmla="*/ 455 w 10000"/>
                <a:gd name="connsiteY37" fmla="*/ 7121 h 10000"/>
                <a:gd name="connsiteX38" fmla="*/ 1515 w 10000"/>
                <a:gd name="connsiteY38" fmla="*/ 6212 h 10000"/>
                <a:gd name="connsiteX39" fmla="*/ 1515 w 10000"/>
                <a:gd name="connsiteY39" fmla="*/ 5606 h 10000"/>
                <a:gd name="connsiteX40" fmla="*/ 0 w 10000"/>
                <a:gd name="connsiteY40" fmla="*/ 5303 h 10000"/>
                <a:gd name="connsiteX41" fmla="*/ 0 w 10000"/>
                <a:gd name="connsiteY41" fmla="*/ 4545 h 10000"/>
                <a:gd name="connsiteX42" fmla="*/ 1515 w 10000"/>
                <a:gd name="connsiteY42" fmla="*/ 4242 h 10000"/>
                <a:gd name="connsiteX43" fmla="*/ 1667 w 10000"/>
                <a:gd name="connsiteY43" fmla="*/ 3788 h 10000"/>
                <a:gd name="connsiteX44" fmla="*/ 606 w 10000"/>
                <a:gd name="connsiteY44" fmla="*/ 2727 h 10000"/>
                <a:gd name="connsiteX45" fmla="*/ 909 w 10000"/>
                <a:gd name="connsiteY45" fmla="*/ 2121 h 10000"/>
                <a:gd name="connsiteX46" fmla="*/ 2273 w 10000"/>
                <a:gd name="connsiteY46" fmla="*/ 2576 h 10000"/>
                <a:gd name="connsiteX47" fmla="*/ 2727 w 10000"/>
                <a:gd name="connsiteY47" fmla="*/ 2273 h 10000"/>
                <a:gd name="connsiteX48" fmla="*/ 2159 w 10000"/>
                <a:gd name="connsiteY48" fmla="*/ 78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0000" h="10000">
                  <a:moveTo>
                    <a:pt x="2202" y="742"/>
                  </a:moveTo>
                  <a:lnTo>
                    <a:pt x="2770" y="294"/>
                  </a:lnTo>
                  <a:cubicBezTo>
                    <a:pt x="3071" y="720"/>
                    <a:pt x="3517" y="1312"/>
                    <a:pt x="3788" y="1515"/>
                  </a:cubicBezTo>
                  <a:cubicBezTo>
                    <a:pt x="4059" y="1719"/>
                    <a:pt x="4192" y="1515"/>
                    <a:pt x="4394" y="1515"/>
                  </a:cubicBezTo>
                  <a:lnTo>
                    <a:pt x="4697" y="0"/>
                  </a:lnTo>
                  <a:lnTo>
                    <a:pt x="5606" y="0"/>
                  </a:lnTo>
                  <a:cubicBezTo>
                    <a:pt x="5657" y="505"/>
                    <a:pt x="5707" y="1010"/>
                    <a:pt x="5758" y="1515"/>
                  </a:cubicBezTo>
                  <a:cubicBezTo>
                    <a:pt x="5909" y="1515"/>
                    <a:pt x="6212" y="1515"/>
                    <a:pt x="6364" y="1667"/>
                  </a:cubicBezTo>
                  <a:lnTo>
                    <a:pt x="7273" y="606"/>
                  </a:lnTo>
                  <a:lnTo>
                    <a:pt x="8030" y="1061"/>
                  </a:lnTo>
                  <a:lnTo>
                    <a:pt x="7424" y="2273"/>
                  </a:lnTo>
                  <a:lnTo>
                    <a:pt x="7879" y="2727"/>
                  </a:lnTo>
                  <a:lnTo>
                    <a:pt x="9242" y="2273"/>
                  </a:lnTo>
                  <a:lnTo>
                    <a:pt x="9545" y="3030"/>
                  </a:lnTo>
                  <a:lnTo>
                    <a:pt x="8485" y="3939"/>
                  </a:lnTo>
                  <a:cubicBezTo>
                    <a:pt x="8485" y="4091"/>
                    <a:pt x="8636" y="4242"/>
                    <a:pt x="8636" y="4545"/>
                  </a:cubicBezTo>
                  <a:lnTo>
                    <a:pt x="10000" y="4697"/>
                  </a:lnTo>
                  <a:lnTo>
                    <a:pt x="10000" y="5606"/>
                  </a:lnTo>
                  <a:lnTo>
                    <a:pt x="8636" y="5758"/>
                  </a:lnTo>
                  <a:cubicBezTo>
                    <a:pt x="8485" y="5909"/>
                    <a:pt x="8485" y="6212"/>
                    <a:pt x="8485" y="6364"/>
                  </a:cubicBezTo>
                  <a:lnTo>
                    <a:pt x="9545" y="7273"/>
                  </a:lnTo>
                  <a:lnTo>
                    <a:pt x="9091" y="8030"/>
                  </a:lnTo>
                  <a:lnTo>
                    <a:pt x="7727" y="7424"/>
                  </a:lnTo>
                  <a:lnTo>
                    <a:pt x="7273" y="7879"/>
                  </a:lnTo>
                  <a:lnTo>
                    <a:pt x="7727" y="9242"/>
                  </a:lnTo>
                  <a:lnTo>
                    <a:pt x="7121" y="9697"/>
                  </a:lnTo>
                  <a:lnTo>
                    <a:pt x="6212" y="8485"/>
                  </a:lnTo>
                  <a:cubicBezTo>
                    <a:pt x="5909" y="8485"/>
                    <a:pt x="5758" y="8636"/>
                    <a:pt x="5606" y="8636"/>
                  </a:cubicBezTo>
                  <a:lnTo>
                    <a:pt x="5303" y="10000"/>
                  </a:lnTo>
                  <a:lnTo>
                    <a:pt x="4545" y="10000"/>
                  </a:lnTo>
                  <a:lnTo>
                    <a:pt x="4242" y="8636"/>
                  </a:lnTo>
                  <a:cubicBezTo>
                    <a:pt x="4091" y="8636"/>
                    <a:pt x="3939" y="8485"/>
                    <a:pt x="3788" y="8485"/>
                  </a:cubicBezTo>
                  <a:lnTo>
                    <a:pt x="2727" y="9545"/>
                  </a:lnTo>
                  <a:lnTo>
                    <a:pt x="2121" y="9091"/>
                  </a:lnTo>
                  <a:lnTo>
                    <a:pt x="2576" y="7727"/>
                  </a:lnTo>
                  <a:cubicBezTo>
                    <a:pt x="2424" y="7576"/>
                    <a:pt x="2273" y="7424"/>
                    <a:pt x="2273" y="7273"/>
                  </a:cubicBezTo>
                  <a:lnTo>
                    <a:pt x="909" y="7727"/>
                  </a:lnTo>
                  <a:lnTo>
                    <a:pt x="455" y="7121"/>
                  </a:lnTo>
                  <a:lnTo>
                    <a:pt x="1515" y="6212"/>
                  </a:lnTo>
                  <a:lnTo>
                    <a:pt x="1515" y="5606"/>
                  </a:lnTo>
                  <a:lnTo>
                    <a:pt x="0" y="5303"/>
                  </a:lnTo>
                  <a:lnTo>
                    <a:pt x="0" y="4545"/>
                  </a:lnTo>
                  <a:lnTo>
                    <a:pt x="1515" y="4242"/>
                  </a:lnTo>
                  <a:cubicBezTo>
                    <a:pt x="1515" y="4091"/>
                    <a:pt x="1515" y="3939"/>
                    <a:pt x="1667" y="3788"/>
                  </a:cubicBezTo>
                  <a:lnTo>
                    <a:pt x="606" y="2727"/>
                  </a:lnTo>
                  <a:lnTo>
                    <a:pt x="909" y="2121"/>
                  </a:lnTo>
                  <a:lnTo>
                    <a:pt x="2273" y="2576"/>
                  </a:lnTo>
                  <a:cubicBezTo>
                    <a:pt x="2424" y="2424"/>
                    <a:pt x="2576" y="2424"/>
                    <a:pt x="2727" y="2273"/>
                  </a:cubicBezTo>
                  <a:cubicBezTo>
                    <a:pt x="2697" y="2177"/>
                    <a:pt x="2291" y="839"/>
                    <a:pt x="2159" y="782"/>
                  </a:cubicBezTo>
                </a:path>
              </a:pathLst>
            </a:custGeom>
            <a:solidFill>
              <a:schemeClr val="tx2">
                <a:lumMod val="50000"/>
              </a:schemeClr>
            </a:solidFill>
            <a:ln w="3175" cap="rnd">
              <a:solidFill>
                <a:schemeClr val="tx2"/>
              </a:solidFill>
              <a:prstDash val="solid"/>
              <a:round/>
              <a:headEnd/>
              <a:tailEnd/>
            </a:ln>
          </p:spPr>
          <p:txBody>
            <a:bodyPr vert="horz" wrap="square" lIns="62058" tIns="31029" rIns="62058" bIns="31029" numCol="1" anchor="t" anchorCtr="0" compatLnSpc="1">
              <a:prstTxWarp prst="textNoShape">
                <a:avLst/>
              </a:prstTxWarp>
            </a:bodyPr>
            <a:lstStyle/>
            <a:p>
              <a:pPr defTabSz="676397"/>
              <a:endParaRPr lang="en-US" sz="1332" dirty="0">
                <a:solidFill>
                  <a:srgbClr val="263147"/>
                </a:solidFill>
              </a:endParaRPr>
            </a:p>
          </p:txBody>
        </p:sp>
        <p:sp>
          <p:nvSpPr>
            <p:cNvPr id="47" name="Oval 21"/>
            <p:cNvSpPr>
              <a:spLocks noChangeArrowheads="1"/>
            </p:cNvSpPr>
            <p:nvPr/>
          </p:nvSpPr>
          <p:spPr bwMode="auto">
            <a:xfrm>
              <a:off x="3227208" y="1540203"/>
              <a:ext cx="151867" cy="164813"/>
            </a:xfrm>
            <a:prstGeom prst="ellipse">
              <a:avLst/>
            </a:prstGeom>
            <a:solidFill>
              <a:schemeClr val="bg1"/>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defTabSz="676397"/>
              <a:endParaRPr lang="en-US" sz="950" dirty="0">
                <a:solidFill>
                  <a:srgbClr val="000000">
                    <a:lumMod val="75000"/>
                    <a:lumOff val="25000"/>
                  </a:srgbClr>
                </a:solidFill>
                <a:cs typeface="Calibri" pitchFamily="34" charset="0"/>
              </a:endParaRPr>
            </a:p>
          </p:txBody>
        </p:sp>
      </p:grpSp>
      <p:grpSp>
        <p:nvGrpSpPr>
          <p:cNvPr id="48" name="Groupe 47"/>
          <p:cNvGrpSpPr/>
          <p:nvPr/>
        </p:nvGrpSpPr>
        <p:grpSpPr>
          <a:xfrm>
            <a:off x="243761" y="1545716"/>
            <a:ext cx="2272204" cy="715495"/>
            <a:chOff x="583682" y="1258783"/>
            <a:chExt cx="2272204" cy="715495"/>
          </a:xfrm>
        </p:grpSpPr>
        <p:sp>
          <p:nvSpPr>
            <p:cNvPr id="49" name="Round Same Side Corner Rectangle 12"/>
            <p:cNvSpPr/>
            <p:nvPr/>
          </p:nvSpPr>
          <p:spPr>
            <a:xfrm>
              <a:off x="911695" y="1499705"/>
              <a:ext cx="1944191" cy="474573"/>
            </a:xfrm>
            <a:prstGeom prst="round2SameRect">
              <a:avLst>
                <a:gd name="adj1" fmla="val 50000"/>
                <a:gd name="adj2" fmla="val 0"/>
              </a:avLst>
            </a:prstGeom>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5400000" scaled="1"/>
              <a:tileRect/>
            </a:gradFill>
            <a:ln>
              <a:noFill/>
            </a:ln>
            <a:effectLst/>
          </p:spPr>
          <p:style>
            <a:lnRef idx="1">
              <a:schemeClr val="accent2"/>
            </a:lnRef>
            <a:fillRef idx="3">
              <a:schemeClr val="accent2"/>
            </a:fillRef>
            <a:effectRef idx="2">
              <a:schemeClr val="accent2"/>
            </a:effectRef>
            <a:fontRef idx="minor">
              <a:schemeClr val="lt1"/>
            </a:fontRef>
          </p:style>
          <p:txBody>
            <a:bodyPr tIns="0" rtlCol="0" anchor="ctr" anchorCtr="0"/>
            <a:lstStyle/>
            <a:p>
              <a:pPr algn="ctr" defTabSz="676397"/>
              <a:r>
                <a:rPr lang="en-US" sz="950" b="1" dirty="0">
                  <a:solidFill>
                    <a:prstClr val="white"/>
                  </a:solidFill>
                  <a:cs typeface="Calibri" pitchFamily="34" charset="0"/>
                </a:rPr>
                <a:t>BUSINESS /</a:t>
              </a:r>
              <a:br>
                <a:rPr lang="en-US" sz="950" b="1" dirty="0">
                  <a:solidFill>
                    <a:prstClr val="white"/>
                  </a:solidFill>
                  <a:cs typeface="Calibri" pitchFamily="34" charset="0"/>
                </a:rPr>
              </a:br>
              <a:r>
                <a:rPr lang="en-US" sz="950" b="1" dirty="0">
                  <a:solidFill>
                    <a:prstClr val="white"/>
                  </a:solidFill>
                  <a:cs typeface="Calibri" pitchFamily="34" charset="0"/>
                </a:rPr>
                <a:t>DATA CHALLENGES</a:t>
              </a:r>
            </a:p>
          </p:txBody>
        </p:sp>
        <p:sp>
          <p:nvSpPr>
            <p:cNvPr id="50" name="Oval 13"/>
            <p:cNvSpPr/>
            <p:nvPr/>
          </p:nvSpPr>
          <p:spPr>
            <a:xfrm>
              <a:off x="583682" y="1258783"/>
              <a:ext cx="656024" cy="715495"/>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51" name="Freeform 26"/>
            <p:cNvSpPr/>
            <p:nvPr/>
          </p:nvSpPr>
          <p:spPr>
            <a:xfrm>
              <a:off x="659047" y="1392376"/>
              <a:ext cx="199130" cy="415461"/>
            </a:xfrm>
            <a:custGeom>
              <a:avLst/>
              <a:gdLst>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57187 w 619125"/>
                <a:gd name="connsiteY53" fmla="*/ 109538 h 1695450"/>
                <a:gd name="connsiteX54" fmla="*/ 385762 w 619125"/>
                <a:gd name="connsiteY54" fmla="*/ 66675 h 1695450"/>
                <a:gd name="connsiteX55" fmla="*/ 390525 w 619125"/>
                <a:gd name="connsiteY55" fmla="*/ 47625 h 1695450"/>
                <a:gd name="connsiteX56" fmla="*/ 319087 w 619125"/>
                <a:gd name="connsiteY56" fmla="*/ 0 h 1695450"/>
                <a:gd name="connsiteX57" fmla="*/ 257175 w 619125"/>
                <a:gd name="connsiteY57" fmla="*/ 23813 h 1695450"/>
                <a:gd name="connsiteX58" fmla="*/ 266700 w 619125"/>
                <a:gd name="connsiteY58"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90525 w 619125"/>
                <a:gd name="connsiteY55" fmla="*/ 47625 h 1695450"/>
                <a:gd name="connsiteX56" fmla="*/ 319087 w 619125"/>
                <a:gd name="connsiteY56" fmla="*/ 0 h 1695450"/>
                <a:gd name="connsiteX57" fmla="*/ 257175 w 619125"/>
                <a:gd name="connsiteY57" fmla="*/ 23813 h 1695450"/>
                <a:gd name="connsiteX58" fmla="*/ 266700 w 619125"/>
                <a:gd name="connsiteY58"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57175 w 619125"/>
                <a:gd name="connsiteY56" fmla="*/ 23813 h 1695450"/>
                <a:gd name="connsiteX57" fmla="*/ 266700 w 619125"/>
                <a:gd name="connsiteY57"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57175 w 619125"/>
                <a:gd name="connsiteY56" fmla="*/ 23813 h 1695450"/>
                <a:gd name="connsiteX57" fmla="*/ 266700 w 619125"/>
                <a:gd name="connsiteY57"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5762 w 619125"/>
                <a:gd name="connsiteY54" fmla="*/ 6667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83381 w 619125"/>
                <a:gd name="connsiteY54" fmla="*/ 47625 h 1695450"/>
                <a:gd name="connsiteX55" fmla="*/ 319087 w 619125"/>
                <a:gd name="connsiteY55" fmla="*/ 0 h 1695450"/>
                <a:gd name="connsiteX56" fmla="*/ 266700 w 619125"/>
                <a:gd name="connsiteY56"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19087 w 619125"/>
                <a:gd name="connsiteY54" fmla="*/ 0 h 1695450"/>
                <a:gd name="connsiteX55" fmla="*/ 266700 w 619125"/>
                <a:gd name="connsiteY55"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19087 w 619125"/>
                <a:gd name="connsiteY54" fmla="*/ 0 h 1695450"/>
                <a:gd name="connsiteX55" fmla="*/ 266700 w 619125"/>
                <a:gd name="connsiteY55" fmla="*/ 109538 h 1695450"/>
                <a:gd name="connsiteX0" fmla="*/ 266700 w 619125"/>
                <a:gd name="connsiteY0" fmla="*/ 109538 h 1695450"/>
                <a:gd name="connsiteX1" fmla="*/ 119062 w 619125"/>
                <a:gd name="connsiteY1" fmla="*/ 209550 h 1695450"/>
                <a:gd name="connsiteX2" fmla="*/ 171450 w 619125"/>
                <a:gd name="connsiteY2" fmla="*/ 314325 h 1695450"/>
                <a:gd name="connsiteX3" fmla="*/ 180975 w 619125"/>
                <a:gd name="connsiteY3" fmla="*/ 381000 h 1695450"/>
                <a:gd name="connsiteX4" fmla="*/ 171450 w 619125"/>
                <a:gd name="connsiteY4" fmla="*/ 423863 h 1695450"/>
                <a:gd name="connsiteX5" fmla="*/ 152400 w 619125"/>
                <a:gd name="connsiteY5" fmla="*/ 452438 h 1695450"/>
                <a:gd name="connsiteX6" fmla="*/ 161925 w 619125"/>
                <a:gd name="connsiteY6" fmla="*/ 495300 h 1695450"/>
                <a:gd name="connsiteX7" fmla="*/ 119062 w 619125"/>
                <a:gd name="connsiteY7" fmla="*/ 509588 h 1695450"/>
                <a:gd name="connsiteX8" fmla="*/ 114300 w 619125"/>
                <a:gd name="connsiteY8" fmla="*/ 557213 h 1695450"/>
                <a:gd name="connsiteX9" fmla="*/ 114300 w 619125"/>
                <a:gd name="connsiteY9" fmla="*/ 585788 h 1695450"/>
                <a:gd name="connsiteX10" fmla="*/ 85725 w 619125"/>
                <a:gd name="connsiteY10" fmla="*/ 600075 h 1695450"/>
                <a:gd name="connsiteX11" fmla="*/ 119062 w 619125"/>
                <a:gd name="connsiteY11" fmla="*/ 623888 h 1695450"/>
                <a:gd name="connsiteX12" fmla="*/ 195262 w 619125"/>
                <a:gd name="connsiteY12" fmla="*/ 633413 h 1695450"/>
                <a:gd name="connsiteX13" fmla="*/ 85725 w 619125"/>
                <a:gd name="connsiteY13" fmla="*/ 1271588 h 1695450"/>
                <a:gd name="connsiteX14" fmla="*/ 76200 w 619125"/>
                <a:gd name="connsiteY14" fmla="*/ 1314450 h 1695450"/>
                <a:gd name="connsiteX15" fmla="*/ 109537 w 619125"/>
                <a:gd name="connsiteY15" fmla="*/ 1333500 h 1695450"/>
                <a:gd name="connsiteX16" fmla="*/ 90487 w 619125"/>
                <a:gd name="connsiteY16" fmla="*/ 1414463 h 1695450"/>
                <a:gd name="connsiteX17" fmla="*/ 23812 w 619125"/>
                <a:gd name="connsiteY17" fmla="*/ 1457325 h 1695450"/>
                <a:gd name="connsiteX18" fmla="*/ 0 w 619125"/>
                <a:gd name="connsiteY18" fmla="*/ 1495425 h 1695450"/>
                <a:gd name="connsiteX19" fmla="*/ 23812 w 619125"/>
                <a:gd name="connsiteY19" fmla="*/ 1533525 h 1695450"/>
                <a:gd name="connsiteX20" fmla="*/ 33337 w 619125"/>
                <a:gd name="connsiteY20" fmla="*/ 1557338 h 1695450"/>
                <a:gd name="connsiteX21" fmla="*/ 28575 w 619125"/>
                <a:gd name="connsiteY21" fmla="*/ 1604963 h 1695450"/>
                <a:gd name="connsiteX22" fmla="*/ 0 w 619125"/>
                <a:gd name="connsiteY22" fmla="*/ 1619250 h 1695450"/>
                <a:gd name="connsiteX23" fmla="*/ 9525 w 619125"/>
                <a:gd name="connsiteY23" fmla="*/ 1666875 h 1695450"/>
                <a:gd name="connsiteX24" fmla="*/ 109537 w 619125"/>
                <a:gd name="connsiteY24" fmla="*/ 1676400 h 1695450"/>
                <a:gd name="connsiteX25" fmla="*/ 509587 w 619125"/>
                <a:gd name="connsiteY25" fmla="*/ 1695450 h 1695450"/>
                <a:gd name="connsiteX26" fmla="*/ 600075 w 619125"/>
                <a:gd name="connsiteY26" fmla="*/ 1638300 h 1695450"/>
                <a:gd name="connsiteX27" fmla="*/ 619125 w 619125"/>
                <a:gd name="connsiteY27" fmla="*/ 1543050 h 1695450"/>
                <a:gd name="connsiteX28" fmla="*/ 609600 w 619125"/>
                <a:gd name="connsiteY28" fmla="*/ 1500188 h 1695450"/>
                <a:gd name="connsiteX29" fmla="*/ 619125 w 619125"/>
                <a:gd name="connsiteY29" fmla="*/ 1457325 h 1695450"/>
                <a:gd name="connsiteX30" fmla="*/ 542925 w 619125"/>
                <a:gd name="connsiteY30" fmla="*/ 1433513 h 1695450"/>
                <a:gd name="connsiteX31" fmla="*/ 519112 w 619125"/>
                <a:gd name="connsiteY31" fmla="*/ 1362075 h 1695450"/>
                <a:gd name="connsiteX32" fmla="*/ 552450 w 619125"/>
                <a:gd name="connsiteY32" fmla="*/ 1281113 h 1695450"/>
                <a:gd name="connsiteX33" fmla="*/ 457200 w 619125"/>
                <a:gd name="connsiteY33" fmla="*/ 638175 h 1695450"/>
                <a:gd name="connsiteX34" fmla="*/ 538162 w 619125"/>
                <a:gd name="connsiteY34" fmla="*/ 623888 h 1695450"/>
                <a:gd name="connsiteX35" fmla="*/ 542925 w 619125"/>
                <a:gd name="connsiteY35" fmla="*/ 595313 h 1695450"/>
                <a:gd name="connsiteX36" fmla="*/ 528637 w 619125"/>
                <a:gd name="connsiteY36" fmla="*/ 571500 h 1695450"/>
                <a:gd name="connsiteX37" fmla="*/ 504825 w 619125"/>
                <a:gd name="connsiteY37" fmla="*/ 557213 h 1695450"/>
                <a:gd name="connsiteX38" fmla="*/ 504825 w 619125"/>
                <a:gd name="connsiteY38" fmla="*/ 528638 h 1695450"/>
                <a:gd name="connsiteX39" fmla="*/ 528637 w 619125"/>
                <a:gd name="connsiteY39" fmla="*/ 514350 h 1695450"/>
                <a:gd name="connsiteX40" fmla="*/ 519112 w 619125"/>
                <a:gd name="connsiteY40" fmla="*/ 490538 h 1695450"/>
                <a:gd name="connsiteX41" fmla="*/ 504825 w 619125"/>
                <a:gd name="connsiteY41" fmla="*/ 485775 h 1695450"/>
                <a:gd name="connsiteX42" fmla="*/ 457200 w 619125"/>
                <a:gd name="connsiteY42" fmla="*/ 490538 h 1695450"/>
                <a:gd name="connsiteX43" fmla="*/ 466725 w 619125"/>
                <a:gd name="connsiteY43" fmla="*/ 442913 h 1695450"/>
                <a:gd name="connsiteX44" fmla="*/ 490537 w 619125"/>
                <a:gd name="connsiteY44" fmla="*/ 428625 h 1695450"/>
                <a:gd name="connsiteX45" fmla="*/ 466725 w 619125"/>
                <a:gd name="connsiteY45" fmla="*/ 409575 h 1695450"/>
                <a:gd name="connsiteX46" fmla="*/ 461962 w 619125"/>
                <a:gd name="connsiteY46" fmla="*/ 361950 h 1695450"/>
                <a:gd name="connsiteX47" fmla="*/ 471487 w 619125"/>
                <a:gd name="connsiteY47" fmla="*/ 319088 h 1695450"/>
                <a:gd name="connsiteX48" fmla="*/ 485775 w 619125"/>
                <a:gd name="connsiteY48" fmla="*/ 276225 h 1695450"/>
                <a:gd name="connsiteX49" fmla="*/ 504825 w 619125"/>
                <a:gd name="connsiteY49" fmla="*/ 242888 h 1695450"/>
                <a:gd name="connsiteX50" fmla="*/ 528637 w 619125"/>
                <a:gd name="connsiteY50" fmla="*/ 223838 h 1695450"/>
                <a:gd name="connsiteX51" fmla="*/ 519112 w 619125"/>
                <a:gd name="connsiteY51" fmla="*/ 190500 h 1695450"/>
                <a:gd name="connsiteX52" fmla="*/ 481012 w 619125"/>
                <a:gd name="connsiteY52" fmla="*/ 185738 h 1695450"/>
                <a:gd name="connsiteX53" fmla="*/ 369093 w 619125"/>
                <a:gd name="connsiteY53" fmla="*/ 109538 h 1695450"/>
                <a:gd name="connsiteX54" fmla="*/ 319087 w 619125"/>
                <a:gd name="connsiteY54" fmla="*/ 0 h 1695450"/>
                <a:gd name="connsiteX55" fmla="*/ 266700 w 619125"/>
                <a:gd name="connsiteY55" fmla="*/ 109538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9125" h="1695450">
                  <a:moveTo>
                    <a:pt x="266700" y="109538"/>
                  </a:moveTo>
                  <a:lnTo>
                    <a:pt x="119062" y="209550"/>
                  </a:lnTo>
                  <a:lnTo>
                    <a:pt x="171450" y="314325"/>
                  </a:lnTo>
                  <a:lnTo>
                    <a:pt x="180975" y="381000"/>
                  </a:lnTo>
                  <a:lnTo>
                    <a:pt x="171450" y="423863"/>
                  </a:lnTo>
                  <a:lnTo>
                    <a:pt x="152400" y="452438"/>
                  </a:lnTo>
                  <a:lnTo>
                    <a:pt x="161925" y="495300"/>
                  </a:lnTo>
                  <a:lnTo>
                    <a:pt x="119062" y="509588"/>
                  </a:lnTo>
                  <a:lnTo>
                    <a:pt x="114300" y="557213"/>
                  </a:lnTo>
                  <a:lnTo>
                    <a:pt x="114300" y="585788"/>
                  </a:lnTo>
                  <a:lnTo>
                    <a:pt x="85725" y="600075"/>
                  </a:lnTo>
                  <a:lnTo>
                    <a:pt x="119062" y="623888"/>
                  </a:lnTo>
                  <a:lnTo>
                    <a:pt x="195262" y="633413"/>
                  </a:lnTo>
                  <a:lnTo>
                    <a:pt x="85725" y="1271588"/>
                  </a:lnTo>
                  <a:lnTo>
                    <a:pt x="76200" y="1314450"/>
                  </a:lnTo>
                  <a:lnTo>
                    <a:pt x="109537" y="1333500"/>
                  </a:lnTo>
                  <a:lnTo>
                    <a:pt x="90487" y="1414463"/>
                  </a:lnTo>
                  <a:lnTo>
                    <a:pt x="23812" y="1457325"/>
                  </a:lnTo>
                  <a:lnTo>
                    <a:pt x="0" y="1495425"/>
                  </a:lnTo>
                  <a:lnTo>
                    <a:pt x="23812" y="1533525"/>
                  </a:lnTo>
                  <a:lnTo>
                    <a:pt x="33337" y="1557338"/>
                  </a:lnTo>
                  <a:lnTo>
                    <a:pt x="28575" y="1604963"/>
                  </a:lnTo>
                  <a:lnTo>
                    <a:pt x="0" y="1619250"/>
                  </a:lnTo>
                  <a:lnTo>
                    <a:pt x="9525" y="1666875"/>
                  </a:lnTo>
                  <a:lnTo>
                    <a:pt x="109537" y="1676400"/>
                  </a:lnTo>
                  <a:lnTo>
                    <a:pt x="509587" y="1695450"/>
                  </a:lnTo>
                  <a:lnTo>
                    <a:pt x="600075" y="1638300"/>
                  </a:lnTo>
                  <a:lnTo>
                    <a:pt x="619125" y="1543050"/>
                  </a:lnTo>
                  <a:lnTo>
                    <a:pt x="609600" y="1500188"/>
                  </a:lnTo>
                  <a:lnTo>
                    <a:pt x="619125" y="1457325"/>
                  </a:lnTo>
                  <a:lnTo>
                    <a:pt x="542925" y="1433513"/>
                  </a:lnTo>
                  <a:lnTo>
                    <a:pt x="519112" y="1362075"/>
                  </a:lnTo>
                  <a:lnTo>
                    <a:pt x="552450" y="1281113"/>
                  </a:lnTo>
                  <a:lnTo>
                    <a:pt x="457200" y="638175"/>
                  </a:lnTo>
                  <a:lnTo>
                    <a:pt x="538162" y="623888"/>
                  </a:lnTo>
                  <a:lnTo>
                    <a:pt x="542925" y="595313"/>
                  </a:lnTo>
                  <a:lnTo>
                    <a:pt x="528637" y="571500"/>
                  </a:lnTo>
                  <a:lnTo>
                    <a:pt x="504825" y="557213"/>
                  </a:lnTo>
                  <a:lnTo>
                    <a:pt x="504825" y="528638"/>
                  </a:lnTo>
                  <a:lnTo>
                    <a:pt x="528637" y="514350"/>
                  </a:lnTo>
                  <a:lnTo>
                    <a:pt x="519112" y="490538"/>
                  </a:lnTo>
                  <a:lnTo>
                    <a:pt x="504825" y="485775"/>
                  </a:lnTo>
                  <a:lnTo>
                    <a:pt x="457200" y="490538"/>
                  </a:lnTo>
                  <a:lnTo>
                    <a:pt x="466725" y="442913"/>
                  </a:lnTo>
                  <a:lnTo>
                    <a:pt x="490537" y="428625"/>
                  </a:lnTo>
                  <a:lnTo>
                    <a:pt x="466725" y="409575"/>
                  </a:lnTo>
                  <a:lnTo>
                    <a:pt x="461962" y="361950"/>
                  </a:lnTo>
                  <a:lnTo>
                    <a:pt x="471487" y="319088"/>
                  </a:lnTo>
                  <a:lnTo>
                    <a:pt x="485775" y="276225"/>
                  </a:lnTo>
                  <a:lnTo>
                    <a:pt x="504825" y="242888"/>
                  </a:lnTo>
                  <a:lnTo>
                    <a:pt x="528637" y="223838"/>
                  </a:lnTo>
                  <a:lnTo>
                    <a:pt x="519112" y="190500"/>
                  </a:lnTo>
                  <a:lnTo>
                    <a:pt x="481012" y="185738"/>
                  </a:lnTo>
                  <a:lnTo>
                    <a:pt x="369093" y="109538"/>
                  </a:lnTo>
                  <a:cubicBezTo>
                    <a:pt x="390524" y="27781"/>
                    <a:pt x="369093" y="7938"/>
                    <a:pt x="319087" y="0"/>
                  </a:cubicBezTo>
                  <a:cubicBezTo>
                    <a:pt x="268287" y="3176"/>
                    <a:pt x="246062" y="32544"/>
                    <a:pt x="266700" y="109538"/>
                  </a:cubicBezTo>
                  <a:close/>
                </a:path>
              </a:pathLst>
            </a:custGeom>
            <a:solidFill>
              <a:schemeClr val="tx2">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52" name="Freeform 27"/>
            <p:cNvSpPr/>
            <p:nvPr/>
          </p:nvSpPr>
          <p:spPr>
            <a:xfrm>
              <a:off x="984363" y="1533194"/>
              <a:ext cx="162622" cy="287651"/>
            </a:xfrm>
            <a:custGeom>
              <a:avLst/>
              <a:gdLst>
                <a:gd name="connsiteX0" fmla="*/ 76200 w 527050"/>
                <a:gd name="connsiteY0" fmla="*/ 12700 h 1130300"/>
                <a:gd name="connsiteX1" fmla="*/ 139700 w 527050"/>
                <a:gd name="connsiteY1" fmla="*/ 19050 h 1130300"/>
                <a:gd name="connsiteX2" fmla="*/ 146050 w 527050"/>
                <a:gd name="connsiteY2" fmla="*/ 95250 h 1130300"/>
                <a:gd name="connsiteX3" fmla="*/ 215900 w 527050"/>
                <a:gd name="connsiteY3" fmla="*/ 95250 h 1130300"/>
                <a:gd name="connsiteX4" fmla="*/ 228600 w 527050"/>
                <a:gd name="connsiteY4" fmla="*/ 6350 h 1130300"/>
                <a:gd name="connsiteX5" fmla="*/ 304800 w 527050"/>
                <a:gd name="connsiteY5" fmla="*/ 6350 h 1130300"/>
                <a:gd name="connsiteX6" fmla="*/ 298450 w 527050"/>
                <a:gd name="connsiteY6" fmla="*/ 101600 h 1130300"/>
                <a:gd name="connsiteX7" fmla="*/ 381000 w 527050"/>
                <a:gd name="connsiteY7" fmla="*/ 95250 h 1130300"/>
                <a:gd name="connsiteX8" fmla="*/ 381000 w 527050"/>
                <a:gd name="connsiteY8" fmla="*/ 0 h 1130300"/>
                <a:gd name="connsiteX9" fmla="*/ 450850 w 527050"/>
                <a:gd name="connsiteY9" fmla="*/ 0 h 1130300"/>
                <a:gd name="connsiteX10" fmla="*/ 450850 w 527050"/>
                <a:gd name="connsiteY10" fmla="*/ 158750 h 1130300"/>
                <a:gd name="connsiteX11" fmla="*/ 361950 w 527050"/>
                <a:gd name="connsiteY11" fmla="*/ 234950 h 1130300"/>
                <a:gd name="connsiteX12" fmla="*/ 450850 w 527050"/>
                <a:gd name="connsiteY12" fmla="*/ 762000 h 1130300"/>
                <a:gd name="connsiteX13" fmla="*/ 488950 w 527050"/>
                <a:gd name="connsiteY13" fmla="*/ 717550 h 1130300"/>
                <a:gd name="connsiteX14" fmla="*/ 457200 w 527050"/>
                <a:gd name="connsiteY14" fmla="*/ 889000 h 1130300"/>
                <a:gd name="connsiteX15" fmla="*/ 527050 w 527050"/>
                <a:gd name="connsiteY15" fmla="*/ 946150 h 1130300"/>
                <a:gd name="connsiteX16" fmla="*/ 527050 w 527050"/>
                <a:gd name="connsiteY16" fmla="*/ 1104900 h 1130300"/>
                <a:gd name="connsiteX17" fmla="*/ 0 w 527050"/>
                <a:gd name="connsiteY17" fmla="*/ 1130300 h 1130300"/>
                <a:gd name="connsiteX18" fmla="*/ 25400 w 527050"/>
                <a:gd name="connsiteY18" fmla="*/ 933450 h 1130300"/>
                <a:gd name="connsiteX19" fmla="*/ 44450 w 527050"/>
                <a:gd name="connsiteY19" fmla="*/ 876300 h 1130300"/>
                <a:gd name="connsiteX20" fmla="*/ 38100 w 527050"/>
                <a:gd name="connsiteY20" fmla="*/ 717550 h 1130300"/>
                <a:gd name="connsiteX21" fmla="*/ 63500 w 527050"/>
                <a:gd name="connsiteY21" fmla="*/ 800100 h 1130300"/>
                <a:gd name="connsiteX22" fmla="*/ 146050 w 527050"/>
                <a:gd name="connsiteY22" fmla="*/ 228600 h 1130300"/>
                <a:gd name="connsiteX23" fmla="*/ 57150 w 527050"/>
                <a:gd name="connsiteY23" fmla="*/ 95250 h 1130300"/>
                <a:gd name="connsiteX24" fmla="*/ 76200 w 527050"/>
                <a:gd name="connsiteY24" fmla="*/ 12700 h 1130300"/>
                <a:gd name="connsiteX0" fmla="*/ 76200 w 527050"/>
                <a:gd name="connsiteY0" fmla="*/ 12700 h 1130300"/>
                <a:gd name="connsiteX1" fmla="*/ 139700 w 527050"/>
                <a:gd name="connsiteY1" fmla="*/ 19050 h 1130300"/>
                <a:gd name="connsiteX2" fmla="*/ 146050 w 527050"/>
                <a:gd name="connsiteY2" fmla="*/ 95250 h 1130300"/>
                <a:gd name="connsiteX3" fmla="*/ 215900 w 527050"/>
                <a:gd name="connsiteY3" fmla="*/ 95250 h 1130300"/>
                <a:gd name="connsiteX4" fmla="*/ 228600 w 527050"/>
                <a:gd name="connsiteY4" fmla="*/ 6350 h 1130300"/>
                <a:gd name="connsiteX5" fmla="*/ 304800 w 527050"/>
                <a:gd name="connsiteY5" fmla="*/ 6350 h 1130300"/>
                <a:gd name="connsiteX6" fmla="*/ 298450 w 527050"/>
                <a:gd name="connsiteY6" fmla="*/ 101600 h 1130300"/>
                <a:gd name="connsiteX7" fmla="*/ 381000 w 527050"/>
                <a:gd name="connsiteY7" fmla="*/ 95250 h 1130300"/>
                <a:gd name="connsiteX8" fmla="*/ 381000 w 527050"/>
                <a:gd name="connsiteY8" fmla="*/ 0 h 1130300"/>
                <a:gd name="connsiteX9" fmla="*/ 450850 w 527050"/>
                <a:gd name="connsiteY9" fmla="*/ 0 h 1130300"/>
                <a:gd name="connsiteX10" fmla="*/ 450850 w 527050"/>
                <a:gd name="connsiteY10" fmla="*/ 158750 h 1130300"/>
                <a:gd name="connsiteX11" fmla="*/ 361950 w 527050"/>
                <a:gd name="connsiteY11" fmla="*/ 234950 h 1130300"/>
                <a:gd name="connsiteX12" fmla="*/ 450850 w 527050"/>
                <a:gd name="connsiteY12" fmla="*/ 762000 h 1130300"/>
                <a:gd name="connsiteX13" fmla="*/ 488950 w 527050"/>
                <a:gd name="connsiteY13" fmla="*/ 717550 h 1130300"/>
                <a:gd name="connsiteX14" fmla="*/ 457200 w 527050"/>
                <a:gd name="connsiteY14" fmla="*/ 889000 h 1130300"/>
                <a:gd name="connsiteX15" fmla="*/ 527050 w 527050"/>
                <a:gd name="connsiteY15" fmla="*/ 946150 h 1130300"/>
                <a:gd name="connsiteX16" fmla="*/ 527050 w 527050"/>
                <a:gd name="connsiteY16" fmla="*/ 1104900 h 1130300"/>
                <a:gd name="connsiteX17" fmla="*/ 0 w 527050"/>
                <a:gd name="connsiteY17" fmla="*/ 1130300 h 1130300"/>
                <a:gd name="connsiteX18" fmla="*/ 25400 w 527050"/>
                <a:gd name="connsiteY18" fmla="*/ 933450 h 1130300"/>
                <a:gd name="connsiteX19" fmla="*/ 82550 w 527050"/>
                <a:gd name="connsiteY19" fmla="*/ 881063 h 1130300"/>
                <a:gd name="connsiteX20" fmla="*/ 38100 w 527050"/>
                <a:gd name="connsiteY20" fmla="*/ 717550 h 1130300"/>
                <a:gd name="connsiteX21" fmla="*/ 63500 w 527050"/>
                <a:gd name="connsiteY21" fmla="*/ 800100 h 1130300"/>
                <a:gd name="connsiteX22" fmla="*/ 146050 w 527050"/>
                <a:gd name="connsiteY22" fmla="*/ 228600 h 1130300"/>
                <a:gd name="connsiteX23" fmla="*/ 57150 w 527050"/>
                <a:gd name="connsiteY23" fmla="*/ 95250 h 1130300"/>
                <a:gd name="connsiteX24" fmla="*/ 76200 w 527050"/>
                <a:gd name="connsiteY24" fmla="*/ 12700 h 1130300"/>
                <a:gd name="connsiteX0" fmla="*/ 76200 w 527050"/>
                <a:gd name="connsiteY0" fmla="*/ 12700 h 1130300"/>
                <a:gd name="connsiteX1" fmla="*/ 139700 w 527050"/>
                <a:gd name="connsiteY1" fmla="*/ 19050 h 1130300"/>
                <a:gd name="connsiteX2" fmla="*/ 146050 w 527050"/>
                <a:gd name="connsiteY2" fmla="*/ 95250 h 1130300"/>
                <a:gd name="connsiteX3" fmla="*/ 215900 w 527050"/>
                <a:gd name="connsiteY3" fmla="*/ 95250 h 1130300"/>
                <a:gd name="connsiteX4" fmla="*/ 228600 w 527050"/>
                <a:gd name="connsiteY4" fmla="*/ 6350 h 1130300"/>
                <a:gd name="connsiteX5" fmla="*/ 304800 w 527050"/>
                <a:gd name="connsiteY5" fmla="*/ 6350 h 1130300"/>
                <a:gd name="connsiteX6" fmla="*/ 298450 w 527050"/>
                <a:gd name="connsiteY6" fmla="*/ 101600 h 1130300"/>
                <a:gd name="connsiteX7" fmla="*/ 381000 w 527050"/>
                <a:gd name="connsiteY7" fmla="*/ 95250 h 1130300"/>
                <a:gd name="connsiteX8" fmla="*/ 381000 w 527050"/>
                <a:gd name="connsiteY8" fmla="*/ 0 h 1130300"/>
                <a:gd name="connsiteX9" fmla="*/ 450850 w 527050"/>
                <a:gd name="connsiteY9" fmla="*/ 0 h 1130300"/>
                <a:gd name="connsiteX10" fmla="*/ 450850 w 527050"/>
                <a:gd name="connsiteY10" fmla="*/ 158750 h 1130300"/>
                <a:gd name="connsiteX11" fmla="*/ 361950 w 527050"/>
                <a:gd name="connsiteY11" fmla="*/ 234950 h 1130300"/>
                <a:gd name="connsiteX12" fmla="*/ 450850 w 527050"/>
                <a:gd name="connsiteY12" fmla="*/ 762000 h 1130300"/>
                <a:gd name="connsiteX13" fmla="*/ 488950 w 527050"/>
                <a:gd name="connsiteY13" fmla="*/ 717550 h 1130300"/>
                <a:gd name="connsiteX14" fmla="*/ 457200 w 527050"/>
                <a:gd name="connsiteY14" fmla="*/ 889000 h 1130300"/>
                <a:gd name="connsiteX15" fmla="*/ 527050 w 527050"/>
                <a:gd name="connsiteY15" fmla="*/ 946150 h 1130300"/>
                <a:gd name="connsiteX16" fmla="*/ 527050 w 527050"/>
                <a:gd name="connsiteY16" fmla="*/ 1104900 h 1130300"/>
                <a:gd name="connsiteX17" fmla="*/ 0 w 527050"/>
                <a:gd name="connsiteY17" fmla="*/ 1130300 h 1130300"/>
                <a:gd name="connsiteX18" fmla="*/ 25400 w 527050"/>
                <a:gd name="connsiteY18" fmla="*/ 933450 h 1130300"/>
                <a:gd name="connsiteX19" fmla="*/ 82550 w 527050"/>
                <a:gd name="connsiteY19" fmla="*/ 881063 h 1130300"/>
                <a:gd name="connsiteX20" fmla="*/ 38100 w 527050"/>
                <a:gd name="connsiteY20" fmla="*/ 717550 h 1130300"/>
                <a:gd name="connsiteX21" fmla="*/ 84931 w 527050"/>
                <a:gd name="connsiteY21" fmla="*/ 800100 h 1130300"/>
                <a:gd name="connsiteX22" fmla="*/ 146050 w 527050"/>
                <a:gd name="connsiteY22" fmla="*/ 228600 h 1130300"/>
                <a:gd name="connsiteX23" fmla="*/ 57150 w 527050"/>
                <a:gd name="connsiteY23" fmla="*/ 95250 h 1130300"/>
                <a:gd name="connsiteX24" fmla="*/ 76200 w 527050"/>
                <a:gd name="connsiteY24" fmla="*/ 12700 h 1130300"/>
                <a:gd name="connsiteX0" fmla="*/ 54769 w 505619"/>
                <a:gd name="connsiteY0" fmla="*/ 12700 h 1123157"/>
                <a:gd name="connsiteX1" fmla="*/ 118269 w 505619"/>
                <a:gd name="connsiteY1" fmla="*/ 19050 h 1123157"/>
                <a:gd name="connsiteX2" fmla="*/ 124619 w 505619"/>
                <a:gd name="connsiteY2" fmla="*/ 95250 h 1123157"/>
                <a:gd name="connsiteX3" fmla="*/ 194469 w 505619"/>
                <a:gd name="connsiteY3" fmla="*/ 95250 h 1123157"/>
                <a:gd name="connsiteX4" fmla="*/ 207169 w 505619"/>
                <a:gd name="connsiteY4" fmla="*/ 6350 h 1123157"/>
                <a:gd name="connsiteX5" fmla="*/ 283369 w 505619"/>
                <a:gd name="connsiteY5" fmla="*/ 6350 h 1123157"/>
                <a:gd name="connsiteX6" fmla="*/ 277019 w 505619"/>
                <a:gd name="connsiteY6" fmla="*/ 101600 h 1123157"/>
                <a:gd name="connsiteX7" fmla="*/ 359569 w 505619"/>
                <a:gd name="connsiteY7" fmla="*/ 95250 h 1123157"/>
                <a:gd name="connsiteX8" fmla="*/ 359569 w 505619"/>
                <a:gd name="connsiteY8" fmla="*/ 0 h 1123157"/>
                <a:gd name="connsiteX9" fmla="*/ 429419 w 505619"/>
                <a:gd name="connsiteY9" fmla="*/ 0 h 1123157"/>
                <a:gd name="connsiteX10" fmla="*/ 429419 w 505619"/>
                <a:gd name="connsiteY10" fmla="*/ 158750 h 1123157"/>
                <a:gd name="connsiteX11" fmla="*/ 340519 w 505619"/>
                <a:gd name="connsiteY11" fmla="*/ 234950 h 1123157"/>
                <a:gd name="connsiteX12" fmla="*/ 429419 w 505619"/>
                <a:gd name="connsiteY12" fmla="*/ 762000 h 1123157"/>
                <a:gd name="connsiteX13" fmla="*/ 467519 w 505619"/>
                <a:gd name="connsiteY13" fmla="*/ 717550 h 1123157"/>
                <a:gd name="connsiteX14" fmla="*/ 435769 w 505619"/>
                <a:gd name="connsiteY14" fmla="*/ 889000 h 1123157"/>
                <a:gd name="connsiteX15" fmla="*/ 505619 w 505619"/>
                <a:gd name="connsiteY15" fmla="*/ 946150 h 1123157"/>
                <a:gd name="connsiteX16" fmla="*/ 505619 w 505619"/>
                <a:gd name="connsiteY16" fmla="*/ 1104900 h 1123157"/>
                <a:gd name="connsiteX17" fmla="*/ 0 w 505619"/>
                <a:gd name="connsiteY17" fmla="*/ 1123157 h 1123157"/>
                <a:gd name="connsiteX18" fmla="*/ 3969 w 505619"/>
                <a:gd name="connsiteY18" fmla="*/ 933450 h 1123157"/>
                <a:gd name="connsiteX19" fmla="*/ 61119 w 505619"/>
                <a:gd name="connsiteY19" fmla="*/ 881063 h 1123157"/>
                <a:gd name="connsiteX20" fmla="*/ 16669 w 505619"/>
                <a:gd name="connsiteY20" fmla="*/ 717550 h 1123157"/>
                <a:gd name="connsiteX21" fmla="*/ 63500 w 505619"/>
                <a:gd name="connsiteY21" fmla="*/ 800100 h 1123157"/>
                <a:gd name="connsiteX22" fmla="*/ 124619 w 505619"/>
                <a:gd name="connsiteY22" fmla="*/ 228600 h 1123157"/>
                <a:gd name="connsiteX23" fmla="*/ 35719 w 505619"/>
                <a:gd name="connsiteY23" fmla="*/ 95250 h 1123157"/>
                <a:gd name="connsiteX24" fmla="*/ 54769 w 505619"/>
                <a:gd name="connsiteY24" fmla="*/ 12700 h 112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5619" h="1123157">
                  <a:moveTo>
                    <a:pt x="54769" y="12700"/>
                  </a:moveTo>
                  <a:lnTo>
                    <a:pt x="118269" y="19050"/>
                  </a:lnTo>
                  <a:lnTo>
                    <a:pt x="124619" y="95250"/>
                  </a:lnTo>
                  <a:lnTo>
                    <a:pt x="194469" y="95250"/>
                  </a:lnTo>
                  <a:lnTo>
                    <a:pt x="207169" y="6350"/>
                  </a:lnTo>
                  <a:lnTo>
                    <a:pt x="283369" y="6350"/>
                  </a:lnTo>
                  <a:lnTo>
                    <a:pt x="277019" y="101600"/>
                  </a:lnTo>
                  <a:lnTo>
                    <a:pt x="359569" y="95250"/>
                  </a:lnTo>
                  <a:lnTo>
                    <a:pt x="359569" y="0"/>
                  </a:lnTo>
                  <a:lnTo>
                    <a:pt x="429419" y="0"/>
                  </a:lnTo>
                  <a:lnTo>
                    <a:pt x="429419" y="158750"/>
                  </a:lnTo>
                  <a:lnTo>
                    <a:pt x="340519" y="234950"/>
                  </a:lnTo>
                  <a:lnTo>
                    <a:pt x="429419" y="762000"/>
                  </a:lnTo>
                  <a:lnTo>
                    <a:pt x="467519" y="717550"/>
                  </a:lnTo>
                  <a:lnTo>
                    <a:pt x="435769" y="889000"/>
                  </a:lnTo>
                  <a:lnTo>
                    <a:pt x="505619" y="946150"/>
                  </a:lnTo>
                  <a:lnTo>
                    <a:pt x="505619" y="1104900"/>
                  </a:lnTo>
                  <a:lnTo>
                    <a:pt x="0" y="1123157"/>
                  </a:lnTo>
                  <a:lnTo>
                    <a:pt x="3969" y="933450"/>
                  </a:lnTo>
                  <a:lnTo>
                    <a:pt x="61119" y="881063"/>
                  </a:lnTo>
                  <a:lnTo>
                    <a:pt x="16669" y="717550"/>
                  </a:lnTo>
                  <a:lnTo>
                    <a:pt x="63500" y="800100"/>
                  </a:lnTo>
                  <a:lnTo>
                    <a:pt x="124619" y="228600"/>
                  </a:lnTo>
                  <a:lnTo>
                    <a:pt x="35719" y="95250"/>
                  </a:lnTo>
                  <a:lnTo>
                    <a:pt x="54769" y="12700"/>
                  </a:lnTo>
                  <a:close/>
                </a:path>
              </a:pathLst>
            </a:custGeom>
            <a:solidFill>
              <a:schemeClr val="tx2">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sp>
          <p:nvSpPr>
            <p:cNvPr id="53" name="Freeform 28"/>
            <p:cNvSpPr/>
            <p:nvPr/>
          </p:nvSpPr>
          <p:spPr>
            <a:xfrm>
              <a:off x="831495" y="1314442"/>
              <a:ext cx="191471" cy="506404"/>
            </a:xfrm>
            <a:custGeom>
              <a:avLst/>
              <a:gdLst>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04787 w 595312"/>
                <a:gd name="connsiteY42"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173831 w 595312"/>
                <a:gd name="connsiteY42" fmla="*/ 26194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173831 w 595312"/>
                <a:gd name="connsiteY42" fmla="*/ 26194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195263 w 595312"/>
                <a:gd name="connsiteY42" fmla="*/ 57150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23838 w 595312"/>
                <a:gd name="connsiteY42" fmla="*/ 64293 h 1905000"/>
                <a:gd name="connsiteX43" fmla="*/ 204787 w 595312"/>
                <a:gd name="connsiteY43" fmla="*/ 0 h 1905000"/>
                <a:gd name="connsiteX0" fmla="*/ 204787 w 595312"/>
                <a:gd name="connsiteY0" fmla="*/ 0 h 1905000"/>
                <a:gd name="connsiteX1" fmla="*/ 404812 w 595312"/>
                <a:gd name="connsiteY1" fmla="*/ 0 h 1905000"/>
                <a:gd name="connsiteX2" fmla="*/ 371475 w 595312"/>
                <a:gd name="connsiteY2" fmla="*/ 66675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61938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4325 w 595312"/>
                <a:gd name="connsiteY2" fmla="*/ 78581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61938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9088 w 595312"/>
                <a:gd name="connsiteY2" fmla="*/ 64293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61938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9088 w 595312"/>
                <a:gd name="connsiteY2" fmla="*/ 64293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11906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83369 w 595312"/>
                <a:gd name="connsiteY42" fmla="*/ 66674 h 1905000"/>
                <a:gd name="connsiteX43" fmla="*/ 204787 w 595312"/>
                <a:gd name="connsiteY43" fmla="*/ 0 h 1905000"/>
                <a:gd name="connsiteX0" fmla="*/ 204787 w 595312"/>
                <a:gd name="connsiteY0" fmla="*/ 0 h 1905000"/>
                <a:gd name="connsiteX1" fmla="*/ 404812 w 595312"/>
                <a:gd name="connsiteY1" fmla="*/ 0 h 1905000"/>
                <a:gd name="connsiteX2" fmla="*/ 319088 w 595312"/>
                <a:gd name="connsiteY2" fmla="*/ 64293 h 1905000"/>
                <a:gd name="connsiteX3" fmla="*/ 457200 w 595312"/>
                <a:gd name="connsiteY3" fmla="*/ 66675 h 1905000"/>
                <a:gd name="connsiteX4" fmla="*/ 447675 w 595312"/>
                <a:gd name="connsiteY4" fmla="*/ 109538 h 1905000"/>
                <a:gd name="connsiteX5" fmla="*/ 385762 w 595312"/>
                <a:gd name="connsiteY5" fmla="*/ 123825 h 1905000"/>
                <a:gd name="connsiteX6" fmla="*/ 395287 w 595312"/>
                <a:gd name="connsiteY6" fmla="*/ 242888 h 1905000"/>
                <a:gd name="connsiteX7" fmla="*/ 395287 w 595312"/>
                <a:gd name="connsiteY7" fmla="*/ 242888 h 1905000"/>
                <a:gd name="connsiteX8" fmla="*/ 542925 w 595312"/>
                <a:gd name="connsiteY8" fmla="*/ 290513 h 1905000"/>
                <a:gd name="connsiteX9" fmla="*/ 538162 w 595312"/>
                <a:gd name="connsiteY9" fmla="*/ 328613 h 1905000"/>
                <a:gd name="connsiteX10" fmla="*/ 452437 w 595312"/>
                <a:gd name="connsiteY10" fmla="*/ 552450 h 1905000"/>
                <a:gd name="connsiteX11" fmla="*/ 500062 w 595312"/>
                <a:gd name="connsiteY11" fmla="*/ 557213 h 1905000"/>
                <a:gd name="connsiteX12" fmla="*/ 471487 w 595312"/>
                <a:gd name="connsiteY12" fmla="*/ 590550 h 1905000"/>
                <a:gd name="connsiteX13" fmla="*/ 481012 w 595312"/>
                <a:gd name="connsiteY13" fmla="*/ 657225 h 1905000"/>
                <a:gd name="connsiteX14" fmla="*/ 519112 w 595312"/>
                <a:gd name="connsiteY14" fmla="*/ 666750 h 1905000"/>
                <a:gd name="connsiteX15" fmla="*/ 519112 w 595312"/>
                <a:gd name="connsiteY15" fmla="*/ 757238 h 1905000"/>
                <a:gd name="connsiteX16" fmla="*/ 552450 w 595312"/>
                <a:gd name="connsiteY16" fmla="*/ 785813 h 1905000"/>
                <a:gd name="connsiteX17" fmla="*/ 419100 w 595312"/>
                <a:gd name="connsiteY17" fmla="*/ 790575 h 1905000"/>
                <a:gd name="connsiteX18" fmla="*/ 509587 w 595312"/>
                <a:gd name="connsiteY18" fmla="*/ 1543050 h 1905000"/>
                <a:gd name="connsiteX19" fmla="*/ 538162 w 595312"/>
                <a:gd name="connsiteY19" fmla="*/ 1519238 h 1905000"/>
                <a:gd name="connsiteX20" fmla="*/ 519112 w 595312"/>
                <a:gd name="connsiteY20" fmla="*/ 1671638 h 1905000"/>
                <a:gd name="connsiteX21" fmla="*/ 595312 w 595312"/>
                <a:gd name="connsiteY21" fmla="*/ 1905000 h 1905000"/>
                <a:gd name="connsiteX22" fmla="*/ 0 w 595312"/>
                <a:gd name="connsiteY22" fmla="*/ 1905000 h 1905000"/>
                <a:gd name="connsiteX23" fmla="*/ 104775 w 595312"/>
                <a:gd name="connsiteY23" fmla="*/ 1628775 h 1905000"/>
                <a:gd name="connsiteX24" fmla="*/ 57150 w 595312"/>
                <a:gd name="connsiteY24" fmla="*/ 1509713 h 1905000"/>
                <a:gd name="connsiteX25" fmla="*/ 80962 w 595312"/>
                <a:gd name="connsiteY25" fmla="*/ 1524000 h 1905000"/>
                <a:gd name="connsiteX26" fmla="*/ 161925 w 595312"/>
                <a:gd name="connsiteY26" fmla="*/ 785813 h 1905000"/>
                <a:gd name="connsiteX27" fmla="*/ 52387 w 595312"/>
                <a:gd name="connsiteY27" fmla="*/ 781050 h 1905000"/>
                <a:gd name="connsiteX28" fmla="*/ 47625 w 595312"/>
                <a:gd name="connsiteY28" fmla="*/ 742950 h 1905000"/>
                <a:gd name="connsiteX29" fmla="*/ 90487 w 595312"/>
                <a:gd name="connsiteY29" fmla="*/ 728663 h 1905000"/>
                <a:gd name="connsiteX30" fmla="*/ 80962 w 595312"/>
                <a:gd name="connsiteY30" fmla="*/ 661988 h 1905000"/>
                <a:gd name="connsiteX31" fmla="*/ 123825 w 595312"/>
                <a:gd name="connsiteY31" fmla="*/ 633413 h 1905000"/>
                <a:gd name="connsiteX32" fmla="*/ 142875 w 595312"/>
                <a:gd name="connsiteY32" fmla="*/ 585788 h 1905000"/>
                <a:gd name="connsiteX33" fmla="*/ 98542 w 595312"/>
                <a:gd name="connsiteY33" fmla="*/ 571500 h 1905000"/>
                <a:gd name="connsiteX34" fmla="*/ 128587 w 595312"/>
                <a:gd name="connsiteY34" fmla="*/ 542925 h 1905000"/>
                <a:gd name="connsiteX35" fmla="*/ 33337 w 595312"/>
                <a:gd name="connsiteY35" fmla="*/ 304800 h 1905000"/>
                <a:gd name="connsiteX36" fmla="*/ 85725 w 595312"/>
                <a:gd name="connsiteY36" fmla="*/ 257175 h 1905000"/>
                <a:gd name="connsiteX37" fmla="*/ 180975 w 595312"/>
                <a:gd name="connsiteY37" fmla="*/ 233363 h 1905000"/>
                <a:gd name="connsiteX38" fmla="*/ 204787 w 595312"/>
                <a:gd name="connsiteY38" fmla="*/ 185738 h 1905000"/>
                <a:gd name="connsiteX39" fmla="*/ 200025 w 595312"/>
                <a:gd name="connsiteY39" fmla="*/ 133350 h 1905000"/>
                <a:gd name="connsiteX40" fmla="*/ 142875 w 595312"/>
                <a:gd name="connsiteY40" fmla="*/ 104775 h 1905000"/>
                <a:gd name="connsiteX41" fmla="*/ 147637 w 595312"/>
                <a:gd name="connsiteY41" fmla="*/ 57150 h 1905000"/>
                <a:gd name="connsiteX42" fmla="*/ 283369 w 595312"/>
                <a:gd name="connsiteY42" fmla="*/ 66674 h 1905000"/>
                <a:gd name="connsiteX43" fmla="*/ 204787 w 595312"/>
                <a:gd name="connsiteY43"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95312" h="1905000">
                  <a:moveTo>
                    <a:pt x="204787" y="0"/>
                  </a:moveTo>
                  <a:lnTo>
                    <a:pt x="404812" y="0"/>
                  </a:lnTo>
                  <a:lnTo>
                    <a:pt x="319088" y="64293"/>
                  </a:lnTo>
                  <a:lnTo>
                    <a:pt x="457200" y="66675"/>
                  </a:lnTo>
                  <a:lnTo>
                    <a:pt x="447675" y="109538"/>
                  </a:lnTo>
                  <a:lnTo>
                    <a:pt x="385762" y="123825"/>
                  </a:lnTo>
                  <a:lnTo>
                    <a:pt x="395287" y="242888"/>
                  </a:lnTo>
                  <a:lnTo>
                    <a:pt x="395287" y="242888"/>
                  </a:lnTo>
                  <a:lnTo>
                    <a:pt x="542925" y="290513"/>
                  </a:lnTo>
                  <a:lnTo>
                    <a:pt x="538162" y="328613"/>
                  </a:lnTo>
                  <a:lnTo>
                    <a:pt x="452437" y="552450"/>
                  </a:lnTo>
                  <a:lnTo>
                    <a:pt x="500062" y="557213"/>
                  </a:lnTo>
                  <a:lnTo>
                    <a:pt x="471487" y="590550"/>
                  </a:lnTo>
                  <a:lnTo>
                    <a:pt x="481012" y="657225"/>
                  </a:lnTo>
                  <a:lnTo>
                    <a:pt x="519112" y="666750"/>
                  </a:lnTo>
                  <a:lnTo>
                    <a:pt x="519112" y="757238"/>
                  </a:lnTo>
                  <a:lnTo>
                    <a:pt x="552450" y="785813"/>
                  </a:lnTo>
                  <a:lnTo>
                    <a:pt x="419100" y="790575"/>
                  </a:lnTo>
                  <a:lnTo>
                    <a:pt x="509587" y="1543050"/>
                  </a:lnTo>
                  <a:lnTo>
                    <a:pt x="538162" y="1519238"/>
                  </a:lnTo>
                  <a:lnTo>
                    <a:pt x="519112" y="1671638"/>
                  </a:lnTo>
                  <a:lnTo>
                    <a:pt x="595312" y="1905000"/>
                  </a:lnTo>
                  <a:lnTo>
                    <a:pt x="0" y="1905000"/>
                  </a:lnTo>
                  <a:lnTo>
                    <a:pt x="104775" y="1628775"/>
                  </a:lnTo>
                  <a:lnTo>
                    <a:pt x="57150" y="1509713"/>
                  </a:lnTo>
                  <a:lnTo>
                    <a:pt x="80962" y="1524000"/>
                  </a:lnTo>
                  <a:lnTo>
                    <a:pt x="161925" y="785813"/>
                  </a:lnTo>
                  <a:lnTo>
                    <a:pt x="52387" y="781050"/>
                  </a:lnTo>
                  <a:lnTo>
                    <a:pt x="47625" y="742950"/>
                  </a:lnTo>
                  <a:lnTo>
                    <a:pt x="90487" y="728663"/>
                  </a:lnTo>
                  <a:lnTo>
                    <a:pt x="80962" y="661988"/>
                  </a:lnTo>
                  <a:lnTo>
                    <a:pt x="123825" y="633413"/>
                  </a:lnTo>
                  <a:lnTo>
                    <a:pt x="142875" y="585788"/>
                  </a:lnTo>
                  <a:lnTo>
                    <a:pt x="98542" y="571500"/>
                  </a:lnTo>
                  <a:lnTo>
                    <a:pt x="128587" y="542925"/>
                  </a:lnTo>
                  <a:lnTo>
                    <a:pt x="33337" y="304800"/>
                  </a:lnTo>
                  <a:lnTo>
                    <a:pt x="85725" y="257175"/>
                  </a:lnTo>
                  <a:lnTo>
                    <a:pt x="180975" y="233363"/>
                  </a:lnTo>
                  <a:lnTo>
                    <a:pt x="204787" y="185738"/>
                  </a:lnTo>
                  <a:lnTo>
                    <a:pt x="200025" y="133350"/>
                  </a:lnTo>
                  <a:lnTo>
                    <a:pt x="142875" y="104775"/>
                  </a:lnTo>
                  <a:lnTo>
                    <a:pt x="147637" y="57150"/>
                  </a:lnTo>
                  <a:lnTo>
                    <a:pt x="283369" y="66674"/>
                  </a:lnTo>
                  <a:lnTo>
                    <a:pt x="204787" y="0"/>
                  </a:lnTo>
                  <a:close/>
                </a:path>
              </a:pathLst>
            </a:custGeom>
            <a:solidFill>
              <a:schemeClr val="tx2">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76397"/>
              <a:endParaRPr lang="en-US" sz="1629" dirty="0">
                <a:solidFill>
                  <a:srgbClr val="998C85">
                    <a:lumMod val="50000"/>
                  </a:srgbClr>
                </a:solidFill>
              </a:endParaRPr>
            </a:p>
          </p:txBody>
        </p:sp>
      </p:grpSp>
      <p:pic>
        <p:nvPicPr>
          <p:cNvPr id="31" name="Picture 30"/>
          <p:cNvPicPr>
            <a:picLocks noChangeAspect="1"/>
          </p:cNvPicPr>
          <p:nvPr/>
        </p:nvPicPr>
        <p:blipFill>
          <a:blip r:embed="rId2"/>
          <a:stretch>
            <a:fillRect/>
          </a:stretch>
        </p:blipFill>
        <p:spPr>
          <a:xfrm>
            <a:off x="7678125" y="316600"/>
            <a:ext cx="1610645" cy="622280"/>
          </a:xfrm>
          <a:prstGeom prst="rect">
            <a:avLst/>
          </a:prstGeom>
        </p:spPr>
      </p:pic>
      <p:sp>
        <p:nvSpPr>
          <p:cNvPr id="26" name="Round Diagonal Corner Rectangle 25"/>
          <p:cNvSpPr/>
          <p:nvPr/>
        </p:nvSpPr>
        <p:spPr>
          <a:xfrm>
            <a:off x="259811" y="860941"/>
            <a:ext cx="8915400" cy="821326"/>
          </a:xfrm>
          <a:prstGeom prst="round2DiagRect">
            <a:avLst/>
          </a:prstGeom>
          <a:no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indent="0">
              <a:spcBef>
                <a:spcPts val="100"/>
              </a:spcBef>
              <a:buClr>
                <a:srgbClr val="0098C7"/>
              </a:buClr>
              <a:buSzPct val="100000"/>
              <a:defRPr sz="1800">
                <a:solidFill>
                  <a:srgbClr val="000000"/>
                </a:solidFill>
              </a:defRPr>
            </a:pPr>
            <a:r>
              <a:rPr lang="en-US" sz="1100" dirty="0">
                <a:solidFill>
                  <a:srgbClr val="000000"/>
                </a:solidFill>
              </a:rPr>
              <a:t>HHP- The Coca-Cola team (TCCC) requested for a Proof of Concept for migration of the Existing Household Panel Application  for Survey data for Households Globally in a short span of time to serve as an Model application for future migrations</a:t>
            </a:r>
          </a:p>
        </p:txBody>
      </p:sp>
      <p:sp>
        <p:nvSpPr>
          <p:cNvPr id="3" name="TextBox 2">
            <a:extLst>
              <a:ext uri="{FF2B5EF4-FFF2-40B4-BE49-F238E27FC236}">
                <a16:creationId xmlns:a16="http://schemas.microsoft.com/office/drawing/2014/main" id="{74B18002-82F7-4FDB-AB00-1284D03997F4}"/>
              </a:ext>
            </a:extLst>
          </p:cNvPr>
          <p:cNvSpPr txBox="1"/>
          <p:nvPr/>
        </p:nvSpPr>
        <p:spPr>
          <a:xfrm>
            <a:off x="259811" y="2400746"/>
            <a:ext cx="2388418" cy="2746906"/>
          </a:xfrm>
          <a:prstGeom prst="rect">
            <a:avLst/>
          </a:prstGeom>
          <a:noFill/>
        </p:spPr>
        <p:txBody>
          <a:bodyPr wrap="square" rtlCol="0">
            <a:spAutoFit/>
          </a:bodyPr>
          <a:lstStyle/>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Very short timeframe for Development</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Build the model application to address performance issues in current On-Premise application plus serve as model application for future applications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Provide with Reporting Capabilities possible with the Current toolset as well as capabilities for Future Predictive Analytics</a:t>
            </a:r>
          </a:p>
          <a:p>
            <a:pPr marL="91440" indent="-91440" algn="just">
              <a:spcBef>
                <a:spcPts val="300"/>
              </a:spcBef>
              <a:spcAft>
                <a:spcPts val="300"/>
              </a:spcAft>
              <a:buClr>
                <a:srgbClr val="0098C7"/>
              </a:buClr>
              <a:buSzPct val="100000"/>
              <a:buFont typeface="Helvetica"/>
              <a:buChar char="▪"/>
              <a:defRPr sz="1800">
                <a:solidFill>
                  <a:srgbClr val="000000"/>
                </a:solidFill>
              </a:defRPr>
            </a:pPr>
            <a:r>
              <a:rPr lang="en-US" sz="1050" dirty="0">
                <a:solidFill>
                  <a:srgbClr val="B1B3B4">
                    <a:lumMod val="50000"/>
                  </a:srgbClr>
                </a:solidFill>
                <a:cs typeface="Calibri" pitchFamily="34" charset="0"/>
              </a:rPr>
              <a:t>Enable a subscription based model to reduce the TCO for the customer </a:t>
            </a:r>
            <a:endParaRPr lang="en-US" sz="1400" dirty="0">
              <a:solidFill>
                <a:schemeClr val="tx2">
                  <a:lumMod val="50000"/>
                </a:schemeClr>
              </a:solidFill>
            </a:endParaRPr>
          </a:p>
        </p:txBody>
      </p:sp>
      <p:sp>
        <p:nvSpPr>
          <p:cNvPr id="8" name="Rectangle 7">
            <a:extLst>
              <a:ext uri="{FF2B5EF4-FFF2-40B4-BE49-F238E27FC236}">
                <a16:creationId xmlns:a16="http://schemas.microsoft.com/office/drawing/2014/main" id="{BD17F3B1-7E14-43FB-ABD8-053C3851C759}"/>
              </a:ext>
            </a:extLst>
          </p:cNvPr>
          <p:cNvSpPr/>
          <p:nvPr/>
        </p:nvSpPr>
        <p:spPr>
          <a:xfrm>
            <a:off x="6868071" y="2351499"/>
            <a:ext cx="2628352" cy="2708434"/>
          </a:xfrm>
          <a:prstGeom prst="rect">
            <a:avLst/>
          </a:prstGeom>
        </p:spPr>
        <p:txBody>
          <a:bodyPr wrap="square">
            <a:spAutoFit/>
          </a:bodyPr>
          <a:lstStyle/>
          <a:p>
            <a:pPr marL="91440" lvl="1" indent="-91440" algn="just" fontAlgn="base">
              <a:spcBef>
                <a:spcPts val="300"/>
              </a:spcBef>
              <a:spcAft>
                <a:spcPts val="300"/>
              </a:spcAft>
              <a:buClr>
                <a:srgbClr val="0098C7"/>
              </a:buClr>
              <a:buSzPct val="100000"/>
              <a:buFont typeface="Helvetica"/>
              <a:buChar char="▪"/>
              <a:tabLst>
                <a:tab pos="6309417" algn="r"/>
              </a:tabLst>
              <a:defRPr sz="1800">
                <a:solidFill>
                  <a:srgbClr val="000000"/>
                </a:solidFill>
              </a:defRPr>
            </a:pPr>
            <a:r>
              <a:rPr lang="en-US" sz="1050" dirty="0">
                <a:solidFill>
                  <a:srgbClr val="B1B3B4">
                    <a:lumMod val="50000"/>
                  </a:srgbClr>
                </a:solidFill>
                <a:cs typeface="Calibri" pitchFamily="34" charset="0"/>
              </a:rPr>
              <a:t>Rapid development of the solution in 5 weeks</a:t>
            </a:r>
          </a:p>
          <a:p>
            <a:pPr marL="91440" lvl="1" indent="-91440" algn="just" fontAlgn="base">
              <a:spcBef>
                <a:spcPts val="300"/>
              </a:spcBef>
              <a:spcAft>
                <a:spcPts val="300"/>
              </a:spcAft>
              <a:buClr>
                <a:srgbClr val="0098C7"/>
              </a:buClr>
              <a:buSzPct val="100000"/>
              <a:buFont typeface="Helvetica"/>
              <a:buChar char="▪"/>
              <a:tabLst>
                <a:tab pos="6309417" algn="r"/>
              </a:tabLst>
              <a:defRPr sz="1800">
                <a:solidFill>
                  <a:srgbClr val="000000"/>
                </a:solidFill>
              </a:defRPr>
            </a:pPr>
            <a:r>
              <a:rPr lang="en-US" sz="1050" dirty="0">
                <a:solidFill>
                  <a:srgbClr val="B1B3B4">
                    <a:lumMod val="50000"/>
                  </a:srgbClr>
                </a:solidFill>
                <a:cs typeface="Calibri" pitchFamily="34" charset="0"/>
              </a:rPr>
              <a:t>Performance improvement Reduction in the data availability time from 8-10 hours to 2 hours</a:t>
            </a:r>
          </a:p>
          <a:p>
            <a:pPr marL="91440" lvl="1" indent="-91440" algn="just" fontAlgn="base">
              <a:spcBef>
                <a:spcPts val="300"/>
              </a:spcBef>
              <a:spcAft>
                <a:spcPts val="300"/>
              </a:spcAft>
              <a:buClr>
                <a:srgbClr val="0098C7"/>
              </a:buClr>
              <a:buSzPct val="100000"/>
              <a:buFont typeface="Helvetica"/>
              <a:buChar char="▪"/>
              <a:tabLst>
                <a:tab pos="6309417" algn="r"/>
              </a:tabLst>
              <a:defRPr sz="1800">
                <a:solidFill>
                  <a:srgbClr val="000000"/>
                </a:solidFill>
              </a:defRPr>
            </a:pPr>
            <a:r>
              <a:rPr lang="en-US" sz="1050" dirty="0">
                <a:solidFill>
                  <a:srgbClr val="B1B3B4">
                    <a:lumMod val="50000"/>
                  </a:srgbClr>
                </a:solidFill>
                <a:cs typeface="Calibri" pitchFamily="34" charset="0"/>
              </a:rPr>
              <a:t>Cloud based subscription option</a:t>
            </a:r>
          </a:p>
          <a:p>
            <a:pPr marL="91440" lvl="1" indent="-91440" algn="just" fontAlgn="base">
              <a:spcBef>
                <a:spcPts val="300"/>
              </a:spcBef>
              <a:spcAft>
                <a:spcPts val="300"/>
              </a:spcAft>
              <a:buClr>
                <a:srgbClr val="0098C7"/>
              </a:buClr>
              <a:buSzPct val="100000"/>
              <a:buFont typeface="Helvetica"/>
              <a:buChar char="▪"/>
              <a:tabLst>
                <a:tab pos="6309417" algn="r"/>
              </a:tabLst>
              <a:defRPr sz="1800">
                <a:solidFill>
                  <a:srgbClr val="000000"/>
                </a:solidFill>
              </a:defRPr>
            </a:pPr>
            <a:r>
              <a:rPr lang="en-US" sz="1050" dirty="0">
                <a:solidFill>
                  <a:srgbClr val="B1B3B4">
                    <a:lumMod val="50000"/>
                  </a:srgbClr>
                </a:solidFill>
                <a:cs typeface="Calibri" pitchFamily="34" charset="0"/>
              </a:rPr>
              <a:t>A model application framework to be used for future migrations</a:t>
            </a:r>
          </a:p>
          <a:p>
            <a:pPr marL="91440" lvl="1" indent="-91440" algn="just" fontAlgn="base">
              <a:spcBef>
                <a:spcPts val="300"/>
              </a:spcBef>
              <a:spcAft>
                <a:spcPts val="300"/>
              </a:spcAft>
              <a:buClr>
                <a:srgbClr val="0098C7"/>
              </a:buClr>
              <a:buSzPct val="100000"/>
              <a:buFont typeface="Helvetica"/>
              <a:buChar char="▪"/>
              <a:tabLst>
                <a:tab pos="6309417" algn="r"/>
              </a:tabLst>
              <a:defRPr sz="1800">
                <a:solidFill>
                  <a:srgbClr val="000000"/>
                </a:solidFill>
              </a:defRPr>
            </a:pPr>
            <a:r>
              <a:rPr lang="en-US" sz="1050" dirty="0">
                <a:solidFill>
                  <a:srgbClr val="B1B3B4">
                    <a:lumMod val="50000"/>
                  </a:srgbClr>
                </a:solidFill>
                <a:cs typeface="Calibri" pitchFamily="34" charset="0"/>
              </a:rPr>
              <a:t>Data science capabilities for future use</a:t>
            </a:r>
          </a:p>
          <a:p>
            <a:pPr marL="91440" lvl="1" indent="-91440" algn="just" fontAlgn="base">
              <a:spcBef>
                <a:spcPts val="300"/>
              </a:spcBef>
              <a:spcAft>
                <a:spcPts val="300"/>
              </a:spcAft>
              <a:buClr>
                <a:srgbClr val="0098C7"/>
              </a:buClr>
              <a:buSzPct val="100000"/>
              <a:buFont typeface="Helvetica"/>
              <a:buChar char="▪"/>
              <a:tabLst>
                <a:tab pos="6309417" algn="r"/>
              </a:tabLst>
              <a:defRPr sz="1800">
                <a:solidFill>
                  <a:srgbClr val="000000"/>
                </a:solidFill>
              </a:defRPr>
            </a:pPr>
            <a:endParaRPr lang="en-US" sz="1050" dirty="0">
              <a:solidFill>
                <a:srgbClr val="B1B3B4">
                  <a:lumMod val="50000"/>
                </a:srgbClr>
              </a:solidFill>
              <a:cs typeface="Calibri" pitchFamily="34" charset="0"/>
            </a:endParaRPr>
          </a:p>
          <a:p>
            <a:pPr marL="195344" lvl="1" indent="-195344" fontAlgn="base">
              <a:spcBef>
                <a:spcPts val="200"/>
              </a:spcBef>
              <a:spcAft>
                <a:spcPts val="200"/>
              </a:spcAft>
              <a:buClr>
                <a:srgbClr val="691E7C"/>
              </a:buClr>
              <a:buSzPct val="100000"/>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a:p>
            <a:pPr marL="195344" lvl="1" indent="-195344" fontAlgn="base">
              <a:spcBef>
                <a:spcPts val="200"/>
              </a:spcBef>
              <a:spcAft>
                <a:spcPts val="200"/>
              </a:spcAft>
              <a:buClr>
                <a:srgbClr val="691E7C"/>
              </a:buClr>
              <a:buSzPct val="100000"/>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p:txBody>
      </p:sp>
    </p:spTree>
    <p:extLst>
      <p:ext uri="{BB962C8B-B14F-4D97-AF65-F5344CB8AC3E}">
        <p14:creationId xmlns:p14="http://schemas.microsoft.com/office/powerpoint/2010/main" val="405189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a:spLocks/>
          </p:cNvSpPr>
          <p:nvPr/>
        </p:nvSpPr>
        <p:spPr>
          <a:xfrm>
            <a:off x="6906819" y="2284681"/>
            <a:ext cx="2813466" cy="23262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84419" tIns="42210" rIns="84419" bIns="42210" rtlCol="0" anchor="t"/>
          <a:lstStyle/>
          <a:p>
            <a:pPr marL="195344" lvl="1" indent="-195344" fontAlgn="base">
              <a:spcBef>
                <a:spcPts val="200"/>
              </a:spcBef>
              <a:spcAft>
                <a:spcPts val="200"/>
              </a:spcAft>
              <a:buClr>
                <a:srgbClr val="691E7C"/>
              </a:buClr>
              <a:buFont typeface="Wingdings" pitchFamily="2" charset="2"/>
              <a:buChar char="§"/>
              <a:tabLst>
                <a:tab pos="6309417" algn="r"/>
              </a:tabLst>
              <a:defRPr/>
            </a:pPr>
            <a:endParaRPr lang="en-US" sz="1100" dirty="0">
              <a:solidFill>
                <a:srgbClr val="B1B3B4">
                  <a:lumMod val="50000"/>
                </a:srgbClr>
              </a:solidFill>
              <a:ea typeface="Times New Roman"/>
              <a:cs typeface="Calibri" pitchFamily="34" charset="0"/>
            </a:endParaRPr>
          </a:p>
        </p:txBody>
      </p:sp>
      <p:sp>
        <p:nvSpPr>
          <p:cNvPr id="5" name="TextBox 4"/>
          <p:cNvSpPr txBox="1"/>
          <p:nvPr/>
        </p:nvSpPr>
        <p:spPr>
          <a:xfrm>
            <a:off x="3078466" y="6453079"/>
            <a:ext cx="4203700" cy="261610"/>
          </a:xfrm>
          <a:prstGeom prst="rect">
            <a:avLst/>
          </a:prstGeom>
          <a:noFill/>
        </p:spPr>
        <p:txBody>
          <a:bodyPr wrap="square" rtlCol="0">
            <a:spAutoFit/>
          </a:bodyPr>
          <a:lstStyle/>
          <a:p>
            <a:pPr algn="ctr"/>
            <a:r>
              <a:rPr lang="en-US" sz="1050" i="1" dirty="0">
                <a:solidFill>
                  <a:srgbClr val="1C1C1C">
                    <a:lumMod val="50000"/>
                  </a:srgbClr>
                </a:solidFill>
              </a:rPr>
              <a:t>Internal Capgemini &amp; Microsoft Confidential</a:t>
            </a:r>
          </a:p>
        </p:txBody>
      </p:sp>
      <p:pic>
        <p:nvPicPr>
          <p:cNvPr id="31" name="Picture 30"/>
          <p:cNvPicPr>
            <a:picLocks noChangeAspect="1"/>
          </p:cNvPicPr>
          <p:nvPr/>
        </p:nvPicPr>
        <p:blipFill>
          <a:blip r:embed="rId2"/>
          <a:stretch>
            <a:fillRect/>
          </a:stretch>
        </p:blipFill>
        <p:spPr>
          <a:xfrm>
            <a:off x="7678125" y="316600"/>
            <a:ext cx="1610645" cy="622280"/>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76ED1DD1-2F03-488A-B500-93B4519E9E0D}"/>
              </a:ext>
            </a:extLst>
          </p:cNvPr>
          <p:cNvPicPr>
            <a:picLocks noChangeAspect="1"/>
          </p:cNvPicPr>
          <p:nvPr/>
        </p:nvPicPr>
        <p:blipFill>
          <a:blip r:embed="rId3"/>
          <a:stretch>
            <a:fillRect/>
          </a:stretch>
        </p:blipFill>
        <p:spPr>
          <a:xfrm>
            <a:off x="225142" y="1329768"/>
            <a:ext cx="9455716" cy="4334632"/>
          </a:xfrm>
          <a:prstGeom prst="rect">
            <a:avLst/>
          </a:prstGeom>
        </p:spPr>
      </p:pic>
      <p:sp>
        <p:nvSpPr>
          <p:cNvPr id="9" name="Rectangle 8">
            <a:extLst>
              <a:ext uri="{FF2B5EF4-FFF2-40B4-BE49-F238E27FC236}">
                <a16:creationId xmlns:a16="http://schemas.microsoft.com/office/drawing/2014/main" id="{8D2F5D1B-30A2-4D08-A67C-13CE58D3AB6F}"/>
              </a:ext>
            </a:extLst>
          </p:cNvPr>
          <p:cNvSpPr/>
          <p:nvPr/>
        </p:nvSpPr>
        <p:spPr>
          <a:xfrm>
            <a:off x="850900" y="936560"/>
            <a:ext cx="8557260" cy="400110"/>
          </a:xfrm>
          <a:prstGeom prst="rect">
            <a:avLst/>
          </a:prstGeom>
        </p:spPr>
        <p:txBody>
          <a:bodyPr wrap="square">
            <a:spAutoFit/>
          </a:bodyPr>
          <a:lstStyle/>
          <a:p>
            <a:r>
              <a:rPr lang="en-US" sz="2000" b="1" dirty="0">
                <a:solidFill>
                  <a:srgbClr val="FF0000"/>
                </a:solidFill>
              </a:rPr>
              <a:t>Global Household Panel Architecture</a:t>
            </a:r>
          </a:p>
        </p:txBody>
      </p:sp>
    </p:spTree>
    <p:extLst>
      <p:ext uri="{BB962C8B-B14F-4D97-AF65-F5344CB8AC3E}">
        <p14:creationId xmlns:p14="http://schemas.microsoft.com/office/powerpoint/2010/main" val="38348770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2.xml><?xml version="1.0" encoding="utf-8"?>
<a:theme xmlns:a="http://schemas.openxmlformats.org/drawingml/2006/main" name="1_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CoolBI_Visualize_Pitch_20170630_V1</Template>
  <TotalTime>17179</TotalTime>
  <Words>746</Words>
  <Application>Microsoft Office PowerPoint</Application>
  <PresentationFormat>A4 Paper (210x297 mm)</PresentationFormat>
  <Paragraphs>121</Paragraphs>
  <Slides>5</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13" baseType="lpstr">
      <vt:lpstr>Arial</vt:lpstr>
      <vt:lpstr>Calibri</vt:lpstr>
      <vt:lpstr>Helvetica</vt:lpstr>
      <vt:lpstr>Verdana</vt:lpstr>
      <vt:lpstr>Wingdings</vt:lpstr>
      <vt:lpstr>Content Layouts</vt:lpstr>
      <vt:lpstr>1_Content Layouts</vt:lpstr>
      <vt:lpstr>think-cell Slide</vt:lpstr>
      <vt:lpstr> Coca-Cola Current Relationship in BI Space</vt:lpstr>
      <vt:lpstr>PowerPoint Presentation</vt:lpstr>
      <vt:lpstr>PowerPoint Presentation</vt:lpstr>
      <vt:lpstr>PowerPoint Presentation</vt:lpstr>
      <vt:lpstr>PowerPoint Presentation</vt:lpstr>
    </vt:vector>
  </TitlesOfParts>
  <Company>Capgemini GCC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Cool BI – “Visualize” Enhanced</dc:title>
  <dc:creator>pgundawa</dc:creator>
  <cp:lastModifiedBy>Pradhan, Manish</cp:lastModifiedBy>
  <cp:revision>706</cp:revision>
  <dcterms:created xsi:type="dcterms:W3CDTF">2017-07-03T05:39:46Z</dcterms:created>
  <dcterms:modified xsi:type="dcterms:W3CDTF">2019-03-26T05:16:14Z</dcterms:modified>
</cp:coreProperties>
</file>